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6"/>
  </p:notesMasterIdLst>
  <p:sldIdLst>
    <p:sldId id="259" r:id="rId5"/>
    <p:sldId id="262" r:id="rId6"/>
    <p:sldId id="263" r:id="rId7"/>
    <p:sldId id="269" r:id="rId8"/>
    <p:sldId id="318" r:id="rId9"/>
    <p:sldId id="323" r:id="rId10"/>
    <p:sldId id="328" r:id="rId11"/>
    <p:sldId id="329" r:id="rId12"/>
    <p:sldId id="330" r:id="rId13"/>
    <p:sldId id="324" r:id="rId14"/>
    <p:sldId id="322" r:id="rId15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096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Minimum Description Length (MDL)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the AIC and BIC metrics for balancing model complexity with fit.</a:t>
            </a:r>
          </a:p>
          <a:p>
            <a:r>
              <a:rPr lang="en-US" altLang="en-US" dirty="0"/>
              <a:t>These are best used for model selection and tend to favor lower-variance models.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State the aim of MDL</a:t>
            </a:r>
          </a:p>
          <a:p>
            <a:r>
              <a:rPr lang="en-US" altLang="en-US" dirty="0"/>
              <a:t>Study the formula for discussing it as a metric</a:t>
            </a:r>
          </a:p>
          <a:p>
            <a:r>
              <a:rPr lang="en-US" altLang="en-US" dirty="0"/>
              <a:t>Observe that MDL is equivalent to BIC as a metric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Description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Minimum Description Length (MDL) principle is a method in information theory for inductive inference</a:t>
            </a:r>
          </a:p>
          <a:p>
            <a:pPr lvl="1"/>
            <a:r>
              <a:rPr lang="en-US" dirty="0"/>
              <a:t>emphasizes the simplicity and compactness of models. </a:t>
            </a:r>
          </a:p>
          <a:p>
            <a:r>
              <a:rPr lang="en-US" dirty="0"/>
              <a:t>The fundamental idea behind MDL is to select the model that results in the </a:t>
            </a:r>
            <a:r>
              <a:rPr lang="en-US" b="1" dirty="0">
                <a:solidFill>
                  <a:schemeClr val="bg1"/>
                </a:solidFill>
              </a:rPr>
              <a:t>shortest description length </a:t>
            </a:r>
            <a:r>
              <a:rPr lang="en-US" dirty="0"/>
              <a:t>of both the model and the data combined.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40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 for MDL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MDL is grounded in the concepts of information theory, particularly those relating to data compression. </a:t>
            </a:r>
          </a:p>
          <a:p>
            <a:r>
              <a:rPr lang="en-US" dirty="0"/>
              <a:t>It aligns with Occam's Razor, suggesting that the simplest model that explains the data is often the most plausible.</a:t>
            </a:r>
          </a:p>
        </p:txBody>
      </p:sp>
    </p:spTree>
    <p:extLst>
      <p:ext uri="{BB962C8B-B14F-4D97-AF65-F5344CB8AC3E}">
        <p14:creationId xmlns:p14="http://schemas.microsoft.com/office/powerpoint/2010/main" val="76806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MDL Criterion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MDL criterion aims to select the model that minimizes the sum of:</a:t>
                </a:r>
              </a:p>
              <a:p>
                <a:pPr lvl="1"/>
                <a:r>
                  <a:rPr lang="en-US" dirty="0"/>
                  <a:t>The length, in </a:t>
                </a:r>
                <a:r>
                  <a:rPr lang="en-US" i="1" dirty="0"/>
                  <a:t>bits</a:t>
                </a:r>
                <a:r>
                  <a:rPr lang="en-US" dirty="0"/>
                  <a:t>, of the description of the data when encoded using the model</a:t>
                </a:r>
              </a:p>
              <a:p>
                <a:pPr lvl="1"/>
                <a:r>
                  <a:rPr lang="en-US" dirty="0"/>
                  <a:t>The length, in </a:t>
                </a:r>
                <a:r>
                  <a:rPr lang="en-US" i="1" dirty="0"/>
                  <a:t>bits</a:t>
                </a:r>
                <a:r>
                  <a:rPr lang="en-US" dirty="0"/>
                  <a:t>, of the description of the model.</a:t>
                </a:r>
              </a:p>
              <a:p>
                <a:r>
                  <a:rPr lang="en-US" dirty="0"/>
                  <a:t>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with probability density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encoded with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bits.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950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MDL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with parameters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dirty="0"/>
                  <a:t> and data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follows the conditional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MDL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first term is the description of the data when encoded by the model in bits. </a:t>
                </a:r>
              </a:p>
              <a:p>
                <a:r>
                  <a:rPr lang="en-US" dirty="0"/>
                  <a:t>The second term is the description of the model.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44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MDL and BIC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Observe that the expression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MDL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is the </a:t>
                </a:r>
                <a:r>
                  <a:rPr lang="en-US" i="1" dirty="0"/>
                  <a:t>negative log-posterior distribution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If we wish to minimize the description length, it is equivalent to </a:t>
                </a:r>
                <a:r>
                  <a:rPr lang="en-US" b="1" dirty="0"/>
                  <a:t>maximizing the posterior probability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Therefore using BIC, which approximates the log-posterior probability, is equivalent to MDL.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844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utilize this equivalence in the coding example.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og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used to estimate the model length,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is the number of samples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the number of parameters.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og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e>
                    </m:rad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used to estimate the data length, and this has a  correspondence to the loglikelihood </a:t>
                </a:r>
              </a:p>
              <a:p>
                <a:pPr lvl="1"/>
                <a:r>
                  <a:rPr lang="en-US" dirty="0"/>
                  <a:t>Minimizing the root mean squared error is equivalent to maximizing the log likelihood of the data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752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MDL is another information theoretic criterion. </a:t>
            </a:r>
          </a:p>
          <a:p>
            <a:r>
              <a:rPr lang="en-US" dirty="0"/>
              <a:t>It attempts to select a model by minimizing the description length of the data (under the model) and the model.</a:t>
            </a:r>
          </a:p>
          <a:p>
            <a:r>
              <a:rPr lang="en-US" dirty="0"/>
              <a:t>This is achieved through an equation that has a direct correspondence to BIC</a:t>
            </a:r>
          </a:p>
          <a:p>
            <a:r>
              <a:rPr lang="en-US" dirty="0"/>
              <a:t>Hence BIC and MDL should be thought of as equivalent approaches from </a:t>
            </a:r>
            <a:r>
              <a:rPr lang="en-US"/>
              <a:t>different perspectives.</a:t>
            </a:r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CEE67F-AF97-422D-89FB-42C8A20280B6}"/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10837</TotalTime>
  <Words>503</Words>
  <Application>Microsoft Macintosh PowerPoint</Application>
  <PresentationFormat>Custom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 2</vt:lpstr>
      <vt:lpstr>Breeze</vt:lpstr>
      <vt:lpstr>Math 769: Statistical Learning</vt:lpstr>
      <vt:lpstr>Minimum Description Length (MDL)</vt:lpstr>
      <vt:lpstr>Last Time</vt:lpstr>
      <vt:lpstr>Objectives</vt:lpstr>
      <vt:lpstr>Minimum Description Length</vt:lpstr>
      <vt:lpstr>Foundation for MDL</vt:lpstr>
      <vt:lpstr>MDL Criterion</vt:lpstr>
      <vt:lpstr>MDL Calculation</vt:lpstr>
      <vt:lpstr>MDL and BIC </vt:lpstr>
      <vt:lpstr>Coding Example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53</cp:revision>
  <dcterms:created xsi:type="dcterms:W3CDTF">2019-02-13T16:04:21Z</dcterms:created>
  <dcterms:modified xsi:type="dcterms:W3CDTF">2023-12-05T08:16:57Z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