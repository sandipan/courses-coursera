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5"/>
  </p:notesMasterIdLst>
  <p:sldIdLst>
    <p:sldId id="259" r:id="rId5"/>
    <p:sldId id="262" r:id="rId6"/>
    <p:sldId id="263" r:id="rId7"/>
    <p:sldId id="269" r:id="rId8"/>
    <p:sldId id="280" r:id="rId9"/>
    <p:sldId id="270" r:id="rId10"/>
    <p:sldId id="304" r:id="rId11"/>
    <p:sldId id="272" r:id="rId12"/>
    <p:sldId id="305" r:id="rId13"/>
    <p:sldId id="279" r:id="rId14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32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552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11/13/23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What are Basis Expansion Methods?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Module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Classification.</a:t>
            </a:r>
          </a:p>
          <a:p>
            <a:r>
              <a:rPr lang="en-US" altLang="en-US" dirty="0"/>
              <a:t>Three metrics: Accuracy, Precision, and Recall.</a:t>
            </a:r>
          </a:p>
          <a:p>
            <a:r>
              <a:rPr lang="en-US" altLang="en-US" dirty="0"/>
              <a:t>Three methods: Linear Regression, Linear Discriminant Analysis (LDA), and Logistic Regression.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Describe Basis Expansion.</a:t>
            </a:r>
          </a:p>
          <a:p>
            <a:r>
              <a:rPr lang="en-US" altLang="en-US" dirty="0"/>
              <a:t>List the advantages and the disadvantage of basis expansion methods.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2E93-0C48-B90B-D91D-1C6EBB35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ABF0C-46EB-506D-5EF2-140FCC220C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Basis expansion methods are our first methods that move beyond linearity. </a:t>
                </a:r>
              </a:p>
              <a:p>
                <a:r>
                  <a:rPr lang="en-US" u="sng" dirty="0"/>
                  <a:t>Core idea</a:t>
                </a:r>
                <a:r>
                  <a:rPr lang="en-US" dirty="0"/>
                  <a:t>: replace or augment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transformations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; then use linear models.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ABF0C-46EB-506D-5EF2-140FCC220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53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82B7-438E-C306-8136-E6BB76E5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A8CF1-8317-0B55-01F0-A06EA12389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b="0" dirty="0"/>
                  <a:t> as the m-</a:t>
                </a:r>
                <a:r>
                  <a:rPr lang="en-US" b="0" dirty="0" err="1"/>
                  <a:t>th</a:t>
                </a:r>
                <a:r>
                  <a:rPr lang="en-US" b="0" dirty="0"/>
                  <a:t> transformation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r>
                  <a:rPr lang="en-US" dirty="0"/>
                  <a:t>Models are of the form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And this is referred to as a </a:t>
                </a:r>
                <a:r>
                  <a:rPr lang="en-US" b="1" dirty="0">
                    <a:solidFill>
                      <a:schemeClr val="accent1"/>
                    </a:solidFill>
                  </a:rPr>
                  <a:t>linear basis expansion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A8CF1-8317-0B55-01F0-A06EA12389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3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19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4682B7-438E-C306-8136-E6BB76E57A0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4682B7-438E-C306-8136-E6BB76E57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A8CF1-8317-0B55-01F0-A06EA12389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Here are some examples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the original linear model.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a polynomial transformation.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for nonlinear transformations on single inputs.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br>
                  <a:rPr lang="en-US" dirty="0"/>
                </a:br>
                <a:r>
                  <a:rPr lang="en-US" dirty="0"/>
                  <a:t>an indicator function, which is 1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the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A8CF1-8317-0B55-01F0-A06EA12389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805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416D-24AB-E177-D3F6-9527D0C9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83858-B578-B873-5C00-8D110DB99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flexible (lower bias) models</a:t>
            </a:r>
          </a:p>
          <a:p>
            <a:pPr lvl="1"/>
            <a:r>
              <a:rPr lang="en-US" dirty="0"/>
              <a:t>Models can treat some variables differently</a:t>
            </a:r>
          </a:p>
          <a:p>
            <a:pPr lvl="1"/>
            <a:r>
              <a:rPr lang="en-US" dirty="0"/>
              <a:t>Models can treat some regions of the domain differently</a:t>
            </a:r>
          </a:p>
          <a:p>
            <a:r>
              <a:rPr lang="en-US" dirty="0"/>
              <a:t>Built off of the models we’ve already seen!</a:t>
            </a:r>
          </a:p>
        </p:txBody>
      </p:sp>
    </p:spTree>
    <p:extLst>
      <p:ext uri="{BB962C8B-B14F-4D97-AF65-F5344CB8AC3E}">
        <p14:creationId xmlns:p14="http://schemas.microsoft.com/office/powerpoint/2010/main" val="339986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416D-24AB-E177-D3F6-9527D0C9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83858-B578-B873-5C00-8D110DB99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opportunities for overfitting.</a:t>
            </a:r>
          </a:p>
          <a:p>
            <a:pPr lvl="1"/>
            <a:r>
              <a:rPr lang="en-US" dirty="0"/>
              <a:t>Testing sets for evaluation are key to ensure this does not happen. </a:t>
            </a:r>
          </a:p>
        </p:txBody>
      </p:sp>
    </p:spTree>
    <p:extLst>
      <p:ext uri="{BB962C8B-B14F-4D97-AF65-F5344CB8AC3E}">
        <p14:creationId xmlns:p14="http://schemas.microsoft.com/office/powerpoint/2010/main" val="3249488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Basis expansion methods are a set of techniques for transforming data, often in nonlinear ways.</a:t>
            </a:r>
          </a:p>
          <a:p>
            <a:r>
              <a:rPr lang="en-US" dirty="0"/>
              <a:t>These models have the potential of being lower bias because we can transform individual inputs and/or individual regions of the domain. </a:t>
            </a:r>
          </a:p>
          <a:p>
            <a:r>
              <a:rPr lang="en-US" dirty="0"/>
              <a:t>This does increase the possibility of overfitting; testing sets are necessary to reduce the likelihood </a:t>
            </a:r>
            <a:r>
              <a:rPr lang="en-US"/>
              <a:t>of this.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0667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3FDC491F-086E-4B34-BC7D-A1AFD2F3CCC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8678</TotalTime>
  <Words>329</Words>
  <Application>Microsoft Macintosh PowerPoint</Application>
  <PresentationFormat>Custom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 2</vt:lpstr>
      <vt:lpstr>Breeze</vt:lpstr>
      <vt:lpstr>Math 769: Statistical Learning</vt:lpstr>
      <vt:lpstr>What are Basis Expansion Methods?</vt:lpstr>
      <vt:lpstr>Last Module</vt:lpstr>
      <vt:lpstr>Objectives</vt:lpstr>
      <vt:lpstr>Introduction</vt:lpstr>
      <vt:lpstr>Mathematics</vt:lpstr>
      <vt:lpstr>Examples of h_m (X)</vt:lpstr>
      <vt:lpstr>Advantages</vt:lpstr>
      <vt:lpstr>Disadvantages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32</cp:revision>
  <dcterms:created xsi:type="dcterms:W3CDTF">2019-02-13T16:04:21Z</dcterms:created>
  <dcterms:modified xsi:type="dcterms:W3CDTF">2023-11-13T21:38:23Z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