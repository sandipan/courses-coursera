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5"/>
  </p:notesMasterIdLst>
  <p:sldIdLst>
    <p:sldId id="259" r:id="rId5"/>
    <p:sldId id="262" r:id="rId6"/>
    <p:sldId id="263" r:id="rId7"/>
    <p:sldId id="269" r:id="rId8"/>
    <p:sldId id="280" r:id="rId9"/>
    <p:sldId id="281" r:id="rId10"/>
    <p:sldId id="282" r:id="rId11"/>
    <p:sldId id="283" r:id="rId12"/>
    <p:sldId id="284" r:id="rId13"/>
    <p:sldId id="279" r:id="rId14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552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11/13/23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Smoothing Splines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Module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studied piecewise polynomials, also called splines.</a:t>
            </a:r>
          </a:p>
          <a:p>
            <a:r>
              <a:rPr lang="en-US" altLang="en-US" dirty="0"/>
              <a:t>Cubic splines are the most common form.</a:t>
            </a:r>
          </a:p>
          <a:p>
            <a:r>
              <a:rPr lang="en-US" altLang="en-US" dirty="0"/>
              <a:t>These have the property that their first three derivatives match up at the end points of each piece, giving a smoother look.  </a:t>
            </a:r>
          </a:p>
          <a:p>
            <a:r>
              <a:rPr lang="en-US" altLang="en-US" dirty="0"/>
              <a:t>The python package in SciPy does not allow us to pick these intervals.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Describe the motivation of smoothing splines</a:t>
            </a:r>
          </a:p>
          <a:p>
            <a:r>
              <a:rPr lang="en-US" altLang="en-US" dirty="0"/>
              <a:t>Define a </a:t>
            </a:r>
            <a:r>
              <a:rPr lang="en-US" altLang="en-US" b="1" dirty="0">
                <a:solidFill>
                  <a:schemeClr val="bg1"/>
                </a:solidFill>
              </a:rPr>
              <a:t>natural cubic spline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Define the </a:t>
            </a:r>
            <a:r>
              <a:rPr lang="en-US" altLang="en-US" b="1" dirty="0">
                <a:solidFill>
                  <a:schemeClr val="bg1"/>
                </a:solidFill>
              </a:rPr>
              <a:t>roughness penalty</a:t>
            </a:r>
            <a:r>
              <a:rPr lang="en-US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Knot-Free Splines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Knots are a cumbersome hyperparameter when considering piecewise polynomial models like cubic splines. </a:t>
                </a:r>
              </a:p>
              <a:p>
                <a:r>
                  <a:rPr lang="en-US" dirty="0"/>
                  <a:t>A knot-free spline model is called </a:t>
                </a:r>
                <a:r>
                  <a:rPr lang="en-US" b="1" dirty="0">
                    <a:solidFill>
                      <a:schemeClr val="bg1"/>
                    </a:solidFill>
                  </a:rPr>
                  <a:t>Smoothing Splines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The fit of the model is controlled by a </a:t>
                </a:r>
                <a:r>
                  <a:rPr lang="en-US" b="1" dirty="0">
                    <a:solidFill>
                      <a:schemeClr val="bg1"/>
                    </a:solidFill>
                  </a:rPr>
                  <a:t>regularization parameter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30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Smoothing Splines 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following problem:</a:t>
                </a:r>
              </a:p>
              <a:p>
                <a:pPr lvl="1"/>
                <a:r>
                  <a:rPr lang="en-US" dirty="0"/>
                  <a:t>Among all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two continuous derivatives, find the one that minimizes</a:t>
                </a:r>
              </a:p>
              <a:p>
                <a:pPr marL="698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first term measures closeness of data</a:t>
                </a:r>
              </a:p>
              <a:p>
                <a:r>
                  <a:rPr lang="en-US" dirty="0"/>
                  <a:t>The second term penalizes large curvature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3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0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Smoothing Splines 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98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interpolates the data will work.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/>
                  <a:t>, we end up performing OLS linear regression since no curvature is tolerated.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now one hyperparameter we need to tune, rather than picking the locations of all the knots.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30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38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Spline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98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solution is a natural spline, written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 a function whose knot exists at every unique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roughness penalty,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keeps the solution from being too wiggly.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30571" r="-710" b="-8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13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Cubic Spline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mathematics of the solution comes from </a:t>
                </a:r>
                <a:r>
                  <a:rPr lang="en-US" dirty="0" err="1"/>
                  <a:t>Sobolev</a:t>
                </a:r>
                <a:r>
                  <a:rPr lang="en-US" dirty="0"/>
                  <a:t> spaces—something one studies in functional analysis. </a:t>
                </a:r>
              </a:p>
              <a:p>
                <a:r>
                  <a:rPr lang="en-US" dirty="0"/>
                  <a:t>There is a related concept with the roughness </a:t>
                </a:r>
                <a:r>
                  <a:rPr lang="en-US" dirty="0" err="1"/>
                  <a:t>penality</a:t>
                </a:r>
                <a:r>
                  <a:rPr lang="en-US" dirty="0"/>
                  <a:t> that correspond to degrees of freedom. </a:t>
                </a:r>
              </a:p>
              <a:p>
                <a:pPr lvl="1"/>
                <a:r>
                  <a:rPr lang="en-US" dirty="0"/>
                  <a:t>When coding in R, we use degrees of freedom instead. </a:t>
                </a:r>
              </a:p>
              <a:p>
                <a:pPr lvl="1"/>
                <a:r>
                  <a:rPr lang="en-US" dirty="0"/>
                  <a:t>In python, however, we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 are several ways to evaluate this model; using a validation set to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and then a testing set to evaluate works well.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67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Smoothing splines solve the following problem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solution turns out to be </a:t>
                </a:r>
                <a:r>
                  <a:rPr lang="en-US" b="1" dirty="0">
                    <a:solidFill>
                      <a:schemeClr val="bg1"/>
                    </a:solidFill>
                  </a:rPr>
                  <a:t>natural cubic splines</a:t>
                </a:r>
                <a:r>
                  <a:rPr lang="en-US" dirty="0"/>
                  <a:t>, cubic splines with knots at every point. </a:t>
                </a:r>
              </a:p>
              <a:p>
                <a:r>
                  <a:rPr lang="en-US" dirty="0"/>
                  <a:t>Instead of choose knots, we have one hyperparameter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referred to as the </a:t>
                </a:r>
                <a:r>
                  <a:rPr lang="en-US" b="1" dirty="0">
                    <a:solidFill>
                      <a:schemeClr val="bg1"/>
                    </a:solidFill>
                  </a:rPr>
                  <a:t>roughness penalty</a:t>
                </a:r>
                <a:r>
                  <a:rPr lang="en-US" dirty="0"/>
                  <a:t>, that controls how wiggly the model is.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25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066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E43A985C-C776-4938-9B46-F323985FCD1B}"/>
</file>

<file path=customXml/itemProps3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9824</TotalTime>
  <Words>412</Words>
  <Application>Microsoft Macintosh PowerPoint</Application>
  <PresentationFormat>Custom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 2</vt:lpstr>
      <vt:lpstr>Breeze</vt:lpstr>
      <vt:lpstr>Math 769: Statistical Learning</vt:lpstr>
      <vt:lpstr>Smoothing Splines</vt:lpstr>
      <vt:lpstr>Last Module</vt:lpstr>
      <vt:lpstr>Objectives</vt:lpstr>
      <vt:lpstr>Knot-Free Splines</vt:lpstr>
      <vt:lpstr>Smoothing Splines Motivation</vt:lpstr>
      <vt:lpstr>Smoothing Splines Motivation</vt:lpstr>
      <vt:lpstr>Natural Spline</vt:lpstr>
      <vt:lpstr>Natural Cubic Spline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36</cp:revision>
  <dcterms:created xsi:type="dcterms:W3CDTF">2019-02-13T16:04:21Z</dcterms:created>
  <dcterms:modified xsi:type="dcterms:W3CDTF">2023-11-14T16:46:39Z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