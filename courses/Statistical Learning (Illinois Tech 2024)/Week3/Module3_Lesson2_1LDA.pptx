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8"/>
  </p:notesMasterIdLst>
  <p:sldIdLst>
    <p:sldId id="259" r:id="rId5"/>
    <p:sldId id="262" r:id="rId6"/>
    <p:sldId id="263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29"/>
  </p:normalViewPr>
  <p:slideViewPr>
    <p:cSldViewPr snapToGrid="0" snapToObjects="1">
      <p:cViewPr varScale="1">
        <p:scale>
          <a:sx n="55" d="100"/>
          <a:sy n="55" d="100"/>
        </p:scale>
        <p:origin x="1712" y="19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Linear Discriminant </a:t>
            </a:r>
            <a:br>
              <a:rPr lang="en-US" dirty="0"/>
            </a:br>
            <a:r>
              <a:rPr lang="en-US" dirty="0"/>
              <a:t>Analysis (LDA)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Lesson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two distinct approaches to classification with linear regression: ordinal and one-hot encoding</a:t>
            </a:r>
          </a:p>
          <a:p>
            <a:r>
              <a:rPr lang="en-US" altLang="en-US" dirty="0"/>
              <a:t>We also discussed the three metrics one can used when evaluating a classification model: accuracy, precision, and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State the problem of classification from the perspective of Statistical Decision Theory. </a:t>
            </a:r>
          </a:p>
          <a:p>
            <a:r>
              <a:rPr lang="en-US" altLang="en-US" dirty="0"/>
              <a:t>Define LDA and the estimates it performs based on the statistical framing of the classification problem. </a:t>
            </a:r>
          </a:p>
          <a:p>
            <a:r>
              <a:rPr lang="en-US" altLang="en-US" dirty="0"/>
              <a:t>State the LDA rule.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2B7-438E-C306-8136-E6BB76E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Discriminant Analysis (LDA)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A8CF1-8317-0B55-01F0-A06EA123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LDA is a supervised classification technique that aims to maximize the distance between classes while minimizing the variance within them via projection.</a:t>
            </a:r>
          </a:p>
          <a:p>
            <a:r>
              <a:rPr lang="en-US" dirty="0"/>
              <a:t>Two-class approach first developed by Ronald A. Fisher in the 1930s.</a:t>
            </a:r>
          </a:p>
          <a:p>
            <a:r>
              <a:rPr lang="en-US" dirty="0"/>
              <a:t>Multiple class approach was developed by C.R. Rao. </a:t>
            </a:r>
          </a:p>
        </p:txBody>
      </p:sp>
    </p:spTree>
    <p:extLst>
      <p:ext uri="{BB962C8B-B14F-4D97-AF65-F5344CB8AC3E}">
        <p14:creationId xmlns:p14="http://schemas.microsoft.com/office/powerpoint/2010/main" val="297119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Decision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From a statistical perspective, classification attempts to solve the following equation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 …,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a random variable giving the class label of an observation,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In other words, we want to find the most likely class.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86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Decision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use </a:t>
                </a:r>
                <a:r>
                  <a:rPr lang="en-US" dirty="0" err="1"/>
                  <a:t>Baye’s</a:t>
                </a:r>
                <a:r>
                  <a:rPr lang="en-US" dirty="0"/>
                  <a:t> rule, we need the </a:t>
                </a:r>
                <a:r>
                  <a:rPr lang="en-US" dirty="0">
                    <a:solidFill>
                      <a:schemeClr val="bg1"/>
                    </a:solidFill>
                  </a:rPr>
                  <a:t>prior probability of the class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Suppose we estimate this: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denominator is constant, so we can ignore it.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802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CD36-2D5B-8332-B5B2-72495C12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Discriminant Analysis (LDA)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Discriminant Analysis (LDA) assumes that the data within each class is normally distributed, 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assume all classes have a common covariance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With these assumptions, the problem reduces to finding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so that the following is maximized: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D59D25-AACB-D3A2-E01F-9D5EB00F9C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Maximizing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D59D25-AACB-D3A2-E01F-9D5EB00F9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0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1A08-E7B8-3242-3D56-E0AA9B490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function of the normal distribution: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Because we wish to maximize this and log() is monotonic, we can 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) which can be reduced to maximizing the </a:t>
                </a:r>
                <a:r>
                  <a:rPr lang="en-US" b="1" dirty="0">
                    <a:solidFill>
                      <a:schemeClr val="bg1"/>
                    </a:solidFill>
                  </a:rPr>
                  <a:t>discriminant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Notice that the discriminant is linear with respect to the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1A08-E7B8-3242-3D56-E0AA9B490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842" b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22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9D25-AACB-D3A2-E01F-9D5EB00F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for Maximization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1A08-E7B8-3242-3D56-E0AA9B490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with the following choices: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the number of samples in category j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the centroid of the data in category j 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lang="en-US" dirty="0"/>
                  <a:t>, where k is the number of categories. This is the pooled sample covariance matrix.</a:t>
                </a:r>
              </a:p>
              <a:p>
                <a:r>
                  <a:rPr lang="en-US" dirty="0"/>
                  <a:t>This turns out to maximize the distance between categories while minimize the variance within them.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1A08-E7B8-3242-3D56-E0AA9B490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46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BE6F-5490-24C8-E234-6F2784F8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A83B0-ABAC-EDC9-CE1C-957A3AB23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 the classification according to LDA follows this rule: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𝐿𝐷𝐴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each category, we end up with a linear function.</a:t>
                </a:r>
              </a:p>
              <a:p>
                <a:r>
                  <a:rPr lang="en-US" dirty="0"/>
                  <a:t>The decision boundaries are found in the same way as previous cases: setting these functions equal to one another.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A83B0-ABAC-EDC9-CE1C-957A3AB23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42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6C8F-AD86-7AE0-175C-3F5FD9B6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Reduced-Rank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96EF8-6C9B-F169-E5CA-74D9326D0D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there are k categories, LDA can naturally reduce the dimension of the problem to k-1 dimensions. </a:t>
                </a:r>
              </a:p>
              <a:p>
                <a:r>
                  <a:rPr lang="en-US" dirty="0"/>
                  <a:t>This is done by a projection characterized by a single linear transformation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constructed based on the centroids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and the diagonalization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will skip the details on this, but this is automatically done by most software. *Be aware of this dimensional conversion when coding!*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96EF8-6C9B-F169-E5CA-74D9326D0D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3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Discriminant Analysis (LDA) is a method of classification that attempts to look at the underlying statistical problem and maximize the distance between groups while minimizing the variance within them. </a:t>
            </a:r>
          </a:p>
          <a:p>
            <a:r>
              <a:rPr lang="en-US" dirty="0"/>
              <a:t>This clustering method can project the answer into a lower-dimensional space (k-1, where k is the number of categories). </a:t>
            </a:r>
          </a:p>
          <a:p>
            <a:r>
              <a:rPr lang="en-US" dirty="0"/>
              <a:t>One should be mindful of this projection when coding. </a:t>
            </a:r>
          </a:p>
        </p:txBody>
      </p:sp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3E45EA9F-1E1C-48E7-84C8-1C47CC9106C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8635</TotalTime>
  <Words>659</Words>
  <Application>Microsoft Macintosh PowerPoint</Application>
  <PresentationFormat>Custom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 2</vt:lpstr>
      <vt:lpstr>Breeze</vt:lpstr>
      <vt:lpstr>Math 769: Statistical Learning</vt:lpstr>
      <vt:lpstr>Linear Discriminant  Analysis (LDA)</vt:lpstr>
      <vt:lpstr>Last Lesson</vt:lpstr>
      <vt:lpstr>Objectives</vt:lpstr>
      <vt:lpstr>Linear Discriminant Analysis (LDA)</vt:lpstr>
      <vt:lpstr>Statistical Decision Theory</vt:lpstr>
      <vt:lpstr>Statistical Decision Theory</vt:lpstr>
      <vt:lpstr>Linear Discriminant Analysis (LDA) </vt:lpstr>
      <vt:lpstr>Maximizing h_j (x)π_j</vt:lpstr>
      <vt:lpstr>Estimates for Maximization</vt:lpstr>
      <vt:lpstr>LDA Rule</vt:lpstr>
      <vt:lpstr>Reduced-Rank LDA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26</cp:revision>
  <dcterms:created xsi:type="dcterms:W3CDTF">2019-02-13T16:04:21Z</dcterms:created>
  <dcterms:modified xsi:type="dcterms:W3CDTF">2023-12-04T04:59:51Z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2023-11-14T20:30:18Z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91a329f3-db20-45eb-89ac-3c06d05507fb</vt:lpwstr>
  </property>
  <property fmtid="{D5CDD505-2E9C-101B-9397-08002B2CF9AE}" pid="9" name="MSIP_Label_f2dee603-0001-4639-81f8-0608a53322f1_ContentBits">
    <vt:lpwstr>0</vt:lpwstr>
  </property>
</Properties>
</file>