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7" r:id="rId4"/>
  </p:sldMasterIdLst>
  <p:notesMasterIdLst>
    <p:notesMasterId r:id="rId28"/>
  </p:notesMasterIdLst>
  <p:sldIdLst>
    <p:sldId id="259" r:id="rId5"/>
    <p:sldId id="262" r:id="rId6"/>
    <p:sldId id="263" r:id="rId7"/>
    <p:sldId id="269" r:id="rId8"/>
    <p:sldId id="322" r:id="rId9"/>
    <p:sldId id="326" r:id="rId10"/>
    <p:sldId id="327" r:id="rId11"/>
    <p:sldId id="331" r:id="rId12"/>
    <p:sldId id="328" r:id="rId13"/>
    <p:sldId id="330" r:id="rId14"/>
    <p:sldId id="325" r:id="rId15"/>
    <p:sldId id="333" r:id="rId16"/>
    <p:sldId id="334" r:id="rId17"/>
    <p:sldId id="335" r:id="rId18"/>
    <p:sldId id="336" r:id="rId19"/>
    <p:sldId id="337" r:id="rId20"/>
    <p:sldId id="342" r:id="rId21"/>
    <p:sldId id="339" r:id="rId22"/>
    <p:sldId id="340" r:id="rId23"/>
    <p:sldId id="338" r:id="rId24"/>
    <p:sldId id="344" r:id="rId25"/>
    <p:sldId id="341" r:id="rId26"/>
    <p:sldId id="332" r:id="rId27"/>
  </p:sldIdLst>
  <p:sldSz cx="18288000" cy="10287000"/>
  <p:notesSz cx="6858000" cy="9144000"/>
  <p:defaultTextStyle>
    <a:defPPr>
      <a:defRPr lang="en-US"/>
    </a:defPPr>
    <a:lvl1pPr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9144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18288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27432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36576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45720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54864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64008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73152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40" userDrawn="1">
          <p15:clr>
            <a:srgbClr val="A4A3A4"/>
          </p15:clr>
        </p15:guide>
        <p15:guide id="2" pos="57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FFF"/>
    <a:srgbClr val="B5FF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/>
    <p:restoredTop sz="70000"/>
  </p:normalViewPr>
  <p:slideViewPr>
    <p:cSldViewPr snapToGrid="0" snapToObjects="1">
      <p:cViewPr varScale="1">
        <p:scale>
          <a:sx n="58" d="100"/>
          <a:sy n="58" d="100"/>
        </p:scale>
        <p:origin x="1096" y="216"/>
      </p:cViewPr>
      <p:guideLst>
        <p:guide orient="horz" pos="3240"/>
        <p:guide pos="57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0B339E-DD24-AF4D-951A-8F87C48A3888}" type="datetimeFigureOut">
              <a:rPr lang="en-US" smtClean="0"/>
              <a:t>12/6/23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12D538-1C4E-BA48-98E5-173D2FE01A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925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2A486D6-E442-077A-EEB3-88D208F2FC4C}"/>
              </a:ext>
            </a:extLst>
          </p:cNvPr>
          <p:cNvSpPr/>
          <p:nvPr/>
        </p:nvSpPr>
        <p:spPr>
          <a:xfrm>
            <a:off x="2657477" y="1943101"/>
            <a:ext cx="12973050" cy="4730750"/>
          </a:xfrm>
          <a:prstGeom prst="rect">
            <a:avLst/>
          </a:prstGeom>
          <a:noFill/>
          <a:ln w="12700" cap="flat" cmpd="sng">
            <a:solidFill>
              <a:schemeClr val="bg1"/>
            </a:solidFill>
            <a:prstDash val="solid"/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>
            <a:normAutofit/>
          </a:bodyPr>
          <a:lstStyle/>
          <a:p>
            <a:pPr defTabSz="1828800" fontAlgn="auto">
              <a:spcBef>
                <a:spcPts val="4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/>
            </a:pPr>
            <a:endParaRPr sz="64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5842" y="2286000"/>
            <a:ext cx="12996316" cy="2587300"/>
          </a:xfrm>
        </p:spPr>
        <p:txBody>
          <a:bodyPr lIns="182880" rIns="182880" rtlCol="0">
            <a:noAutofit/>
          </a:bodyPr>
          <a:lstStyle>
            <a:lvl1pPr marL="0" indent="0" algn="ctr" defTabSz="1828800" rtl="0" eaLnBrk="1" latinLnBrk="0" hangingPunct="1">
              <a:spcBef>
                <a:spcPct val="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7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5845" y="4948519"/>
            <a:ext cx="12996318" cy="1374962"/>
          </a:xfrm>
        </p:spPr>
        <p:txBody>
          <a:bodyPr rtlCol="0">
            <a:normAutofit/>
          </a:bodyPr>
          <a:lstStyle>
            <a:lvl1pPr marL="0" indent="0" algn="ctr" defTabSz="18288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572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6400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7315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6748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8550" y="2050699"/>
            <a:ext cx="16084552" cy="6888006"/>
          </a:xfrm>
        </p:spPr>
        <p:txBody>
          <a:bodyPr/>
          <a:lstStyle>
            <a:lvl1pPr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02593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8550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502142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56114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482098A7-74DB-47EC-8637-CFD1F5FF8EA6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098551" y="161926"/>
            <a:ext cx="16084550" cy="2003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A30E7C49-5D51-22BD-9218-005012D508B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098551" y="2400300"/>
            <a:ext cx="16084550" cy="651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pic>
        <p:nvPicPr>
          <p:cNvPr id="1028" name="Picture 5" descr="ILTECH_wht_horiz.png">
            <a:extLst>
              <a:ext uri="{FF2B5EF4-FFF2-40B4-BE49-F238E27FC236}">
                <a16:creationId xmlns:a16="http://schemas.microsoft.com/office/drawing/2014/main" id="{42D74730-BBC2-6B47-9AEF-9E8FDE440A0D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89076" y="9185276"/>
            <a:ext cx="35560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4" r:id="rId2"/>
    <p:sldLayoutId id="2147483675" r:id="rId3"/>
  </p:sldLayoutIdLst>
  <p:txStyles>
    <p:titleStyle>
      <a:lvl1pPr algn="ctr" rtl="0" fontAlgn="base">
        <a:spcBef>
          <a:spcPct val="0"/>
        </a:spcBef>
        <a:spcAft>
          <a:spcPct val="0"/>
        </a:spcAft>
        <a:defRPr sz="5600" b="1" kern="1200">
          <a:solidFill>
            <a:schemeClr val="accent1"/>
          </a:solidFill>
          <a:latin typeface="+mj-lt"/>
          <a:ea typeface="ＭＳ Ｐゴシック" panose="020B0600070205080204" pitchFamily="34" charset="-128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2pPr>
      <a:lvl3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3pPr>
      <a:lvl4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4pPr>
      <a:lvl5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5pPr>
      <a:lvl6pPr marL="9144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6pPr>
      <a:lvl7pPr marL="18288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7pPr>
      <a:lvl8pPr marL="27432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8pPr>
      <a:lvl9pPr marL="36576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9pPr>
    </p:titleStyle>
    <p:bodyStyle>
      <a:lvl1pPr marL="698500" indent="-698500" algn="l" rtl="0" fontAlgn="base">
        <a:spcBef>
          <a:spcPts val="4000"/>
        </a:spcBef>
        <a:spcAft>
          <a:spcPct val="0"/>
        </a:spcAft>
        <a:buClr>
          <a:schemeClr val="accent2"/>
        </a:buClr>
        <a:buSzPct val="100000"/>
        <a:buFont typeface="Wingdings 2" pitchFamily="2" charset="2"/>
        <a:buChar char=""/>
        <a:defRPr sz="48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1pPr>
      <a:lvl2pPr marL="1371600" indent="-673100" algn="l" rtl="0" fontAlgn="base">
        <a:spcBef>
          <a:spcPts val="1200"/>
        </a:spcBef>
        <a:spcAft>
          <a:spcPct val="0"/>
        </a:spcAft>
        <a:buClr>
          <a:srgbClr val="808080"/>
        </a:buClr>
        <a:buSzPct val="100000"/>
        <a:buFont typeface="Wingdings 2" pitchFamily="2" charset="2"/>
        <a:buChar char=""/>
        <a:defRPr sz="44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2pPr>
      <a:lvl3pPr marL="1936750" indent="-565150" algn="l" rtl="0" fontAlgn="base">
        <a:spcBef>
          <a:spcPts val="1200"/>
        </a:spcBef>
        <a:spcAft>
          <a:spcPct val="0"/>
        </a:spcAft>
        <a:buClr>
          <a:srgbClr val="969696"/>
        </a:buClr>
        <a:buSzPct val="100000"/>
        <a:buFont typeface="Wingdings 2" pitchFamily="2" charset="2"/>
        <a:buChar char=""/>
        <a:defRPr sz="40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3pPr>
      <a:lvl4pPr marL="2527300" indent="-590550" algn="l" rtl="0" fontAlgn="base">
        <a:spcBef>
          <a:spcPts val="1200"/>
        </a:spcBef>
        <a:spcAft>
          <a:spcPct val="0"/>
        </a:spcAft>
        <a:buClr>
          <a:srgbClr val="F8BC65"/>
        </a:buClr>
        <a:buSzPct val="100000"/>
        <a:buFont typeface="Wingdings 2" pitchFamily="2" charset="2"/>
        <a:buChar char=""/>
        <a:defRPr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4pPr>
      <a:lvl5pPr marL="3092450" indent="-565150" algn="l" rtl="0" fontAlgn="base">
        <a:spcBef>
          <a:spcPts val="1200"/>
        </a:spcBef>
        <a:spcAft>
          <a:spcPct val="0"/>
        </a:spcAft>
        <a:buClr>
          <a:srgbClr val="FBD299"/>
        </a:buClr>
        <a:buSzPct val="100000"/>
        <a:buFont typeface="Wingdings 2" pitchFamily="2" charset="2"/>
        <a:buChar char=""/>
        <a:defRPr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5pPr>
      <a:lvl6pPr marL="3657600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4235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4797426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5378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3600" kern="1200" dirty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3D2C4-084C-C545-00AC-430EC19B6C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44777" y="2286001"/>
            <a:ext cx="12998450" cy="2587626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Math 769: Statistical Learning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E803D9D7-D926-E270-BBAA-C017CB0F03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2807F-AA75-8289-ABFC-30F1E44E67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44777" y="2286001"/>
            <a:ext cx="12998450" cy="2587626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Support Vector Machines </a:t>
            </a:r>
            <a:br>
              <a:rPr lang="en-US" dirty="0"/>
            </a:br>
            <a:r>
              <a:rPr lang="en-US" dirty="0"/>
              <a:t>for Classification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D820C0-3BC8-687A-7D56-C3951CF5E8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44777" y="4949827"/>
            <a:ext cx="12998450" cy="1374774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Shahrzad Jamshidi, PhD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>
            <a:extLst>
              <a:ext uri="{FF2B5EF4-FFF2-40B4-BE49-F238E27FC236}">
                <a16:creationId xmlns:a16="http://schemas.microsoft.com/office/drawing/2014/main" id="{7437B09B-40A5-6CD5-DCB3-08809A79E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551" y="161926"/>
            <a:ext cx="16084550" cy="1549400"/>
          </a:xfrm>
        </p:spPr>
        <p:txBody>
          <a:bodyPr/>
          <a:lstStyle/>
          <a:p>
            <a:r>
              <a:rPr lang="en-US" altLang="en-US" dirty="0"/>
              <a:t>Last Time</a:t>
            </a:r>
          </a:p>
        </p:txBody>
      </p:sp>
      <p:sp>
        <p:nvSpPr>
          <p:cNvPr id="6146" name="Content Placeholder 2">
            <a:extLst>
              <a:ext uri="{FF2B5EF4-FFF2-40B4-BE49-F238E27FC236}">
                <a16:creationId xmlns:a16="http://schemas.microsoft.com/office/drawing/2014/main" id="{8DFB1FDB-789D-3A4E-B0C7-3BAF194C66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8551" y="2051050"/>
            <a:ext cx="16084550" cy="6886576"/>
          </a:xfrm>
        </p:spPr>
        <p:txBody>
          <a:bodyPr/>
          <a:lstStyle/>
          <a:p>
            <a:r>
              <a:rPr lang="en-US" altLang="en-US" dirty="0"/>
              <a:t>We discussed decision trees and random forest models for classification.</a:t>
            </a:r>
          </a:p>
          <a:p>
            <a:r>
              <a:rPr lang="en-US" altLang="en-US" dirty="0"/>
              <a:t>Decision trees split the data by one feature based on a metric such as Gini impurity. </a:t>
            </a:r>
          </a:p>
          <a:p>
            <a:r>
              <a:rPr lang="en-US" altLang="en-US" dirty="0"/>
              <a:t>The models are piece-wise constant. </a:t>
            </a:r>
          </a:p>
          <a:p>
            <a:r>
              <a:rPr lang="en-US" altLang="en-US" dirty="0"/>
              <a:t>Random forests are mixture models of several trees, constructed using bootstrapped samples and restrictions to random subsets of features.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>
            <a:extLst>
              <a:ext uri="{FF2B5EF4-FFF2-40B4-BE49-F238E27FC236}">
                <a16:creationId xmlns:a16="http://schemas.microsoft.com/office/drawing/2014/main" id="{7437B09B-40A5-6CD5-DCB3-08809A79E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551" y="161926"/>
            <a:ext cx="16084550" cy="1549400"/>
          </a:xfrm>
        </p:spPr>
        <p:txBody>
          <a:bodyPr/>
          <a:lstStyle/>
          <a:p>
            <a:r>
              <a:rPr lang="en-US" altLang="en-US" dirty="0"/>
              <a:t>Objectives</a:t>
            </a:r>
          </a:p>
        </p:txBody>
      </p:sp>
      <p:sp>
        <p:nvSpPr>
          <p:cNvPr id="6146" name="Content Placeholder 2">
            <a:extLst>
              <a:ext uri="{FF2B5EF4-FFF2-40B4-BE49-F238E27FC236}">
                <a16:creationId xmlns:a16="http://schemas.microsoft.com/office/drawing/2014/main" id="{8DFB1FDB-789D-3A4E-B0C7-3BAF194C66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8551" y="2051050"/>
            <a:ext cx="16084550" cy="6886576"/>
          </a:xfrm>
        </p:spPr>
        <p:txBody>
          <a:bodyPr/>
          <a:lstStyle/>
          <a:p>
            <a:r>
              <a:rPr lang="en-US" altLang="en-US" dirty="0"/>
              <a:t>Describe what a support vector machine is attempting to do. </a:t>
            </a:r>
          </a:p>
          <a:p>
            <a:r>
              <a:rPr lang="en-US" altLang="en-US" dirty="0"/>
              <a:t>Explain how class overlap is handled.</a:t>
            </a:r>
          </a:p>
          <a:p>
            <a:r>
              <a:rPr lang="en-US" altLang="en-US" dirty="0"/>
              <a:t>State the mathematical setup of the SVM problem. </a:t>
            </a:r>
          </a:p>
        </p:txBody>
      </p:sp>
    </p:spTree>
    <p:extLst>
      <p:ext uri="{BB962C8B-B14F-4D97-AF65-F5344CB8AC3E}">
        <p14:creationId xmlns:p14="http://schemas.microsoft.com/office/powerpoint/2010/main" val="27743940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40723-192D-3EB8-0B1E-A2215463E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Idea of Support Vector Machines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89E1FF-60C6-FC18-0E3A-403B67A61F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Support Vector Machines (SVMs) are supervised learning models used for classification and regression analysis.</a:t>
            </a:r>
          </a:p>
          <a:p>
            <a:pPr lvl="1"/>
            <a:r>
              <a:rPr lang="en-US" dirty="0"/>
              <a:t>We will focus on classification only.</a:t>
            </a:r>
          </a:p>
          <a:p>
            <a:r>
              <a:rPr lang="en-US" dirty="0"/>
              <a:t>SVMs attempt to find the best decision boundary (line, plane or hyperplane) that separates classes with a </a:t>
            </a:r>
            <a:r>
              <a:rPr lang="en-US" i="1" dirty="0"/>
              <a:t>maximum</a:t>
            </a:r>
            <a:r>
              <a:rPr lang="en-US" i="1" dirty="0">
                <a:solidFill>
                  <a:schemeClr val="bg1"/>
                </a:solidFill>
              </a:rPr>
              <a:t> margin</a:t>
            </a:r>
            <a:r>
              <a:rPr lang="en-US" dirty="0"/>
              <a:t>.</a:t>
            </a:r>
          </a:p>
          <a:p>
            <a:r>
              <a:rPr lang="en-US" dirty="0"/>
              <a:t>A </a:t>
            </a:r>
            <a:r>
              <a:rPr lang="en-US" b="1" dirty="0">
                <a:solidFill>
                  <a:schemeClr val="bg1"/>
                </a:solidFill>
              </a:rPr>
              <a:t>margin</a:t>
            </a:r>
            <a:r>
              <a:rPr lang="en-US" dirty="0"/>
              <a:t> is defined by the distance between the decision boundary and the nearest data points of each class, known as support vectors.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7245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85A5F-3E9A-D3D1-3168-9D138359C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Idea Shown Visually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15E0E8F5-FF71-712F-2523-CDFB270812E5}"/>
              </a:ext>
            </a:extLst>
          </p:cNvPr>
          <p:cNvGrpSpPr/>
          <p:nvPr/>
        </p:nvGrpSpPr>
        <p:grpSpPr>
          <a:xfrm>
            <a:off x="6558264" y="3212757"/>
            <a:ext cx="5165124" cy="5165124"/>
            <a:chOff x="6672648" y="2866768"/>
            <a:chExt cx="5165124" cy="5165124"/>
          </a:xfrm>
        </p:grpSpPr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2571B3E6-C329-50E1-82A2-6B2CD09E510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2648" y="2866768"/>
              <a:ext cx="0" cy="5165124"/>
            </a:xfrm>
            <a:prstGeom prst="straightConnector1">
              <a:avLst/>
            </a:prstGeom>
            <a:ln w="762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8D5D6CF1-8703-F3D8-AFC3-3E7A4103CC34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9255210" y="5449330"/>
              <a:ext cx="0" cy="5165124"/>
            </a:xfrm>
            <a:prstGeom prst="straightConnector1">
              <a:avLst/>
            </a:prstGeom>
            <a:ln w="762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sp>
        <p:nvSpPr>
          <p:cNvPr id="44" name="5-Point Star 43">
            <a:extLst>
              <a:ext uri="{FF2B5EF4-FFF2-40B4-BE49-F238E27FC236}">
                <a16:creationId xmlns:a16="http://schemas.microsoft.com/office/drawing/2014/main" id="{543CC6DE-BCF5-F71D-5211-369FEFCE8E8A}"/>
              </a:ext>
            </a:extLst>
          </p:cNvPr>
          <p:cNvSpPr>
            <a:spLocks noChangeAspect="1"/>
          </p:cNvSpPr>
          <p:nvPr/>
        </p:nvSpPr>
        <p:spPr>
          <a:xfrm>
            <a:off x="10972799" y="6663998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5" name="5-Point Star 44">
            <a:extLst>
              <a:ext uri="{FF2B5EF4-FFF2-40B4-BE49-F238E27FC236}">
                <a16:creationId xmlns:a16="http://schemas.microsoft.com/office/drawing/2014/main" id="{2E1F2420-15B3-C216-2BA6-6FB355B48195}"/>
              </a:ext>
            </a:extLst>
          </p:cNvPr>
          <p:cNvSpPr>
            <a:spLocks noChangeAspect="1"/>
          </p:cNvSpPr>
          <p:nvPr/>
        </p:nvSpPr>
        <p:spPr>
          <a:xfrm>
            <a:off x="11125199" y="7508380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6" name="5-Point Star 45">
            <a:extLst>
              <a:ext uri="{FF2B5EF4-FFF2-40B4-BE49-F238E27FC236}">
                <a16:creationId xmlns:a16="http://schemas.microsoft.com/office/drawing/2014/main" id="{52458FF5-4AFA-80CA-9708-0F4FB14EDA56}"/>
              </a:ext>
            </a:extLst>
          </p:cNvPr>
          <p:cNvSpPr>
            <a:spLocks noChangeAspect="1"/>
          </p:cNvSpPr>
          <p:nvPr/>
        </p:nvSpPr>
        <p:spPr>
          <a:xfrm>
            <a:off x="9963659" y="6816398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7" name="5-Point Star 46">
            <a:extLst>
              <a:ext uri="{FF2B5EF4-FFF2-40B4-BE49-F238E27FC236}">
                <a16:creationId xmlns:a16="http://schemas.microsoft.com/office/drawing/2014/main" id="{4F8590E7-5B51-F35B-3E32-6CB5FE151ED2}"/>
              </a:ext>
            </a:extLst>
          </p:cNvPr>
          <p:cNvSpPr>
            <a:spLocks noChangeAspect="1"/>
          </p:cNvSpPr>
          <p:nvPr/>
        </p:nvSpPr>
        <p:spPr>
          <a:xfrm rot="2219433">
            <a:off x="11125199" y="5333582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8" name="5-Point Star 47">
            <a:extLst>
              <a:ext uri="{FF2B5EF4-FFF2-40B4-BE49-F238E27FC236}">
                <a16:creationId xmlns:a16="http://schemas.microsoft.com/office/drawing/2014/main" id="{D143C6F5-31DC-2288-AE25-A4766470F96E}"/>
              </a:ext>
            </a:extLst>
          </p:cNvPr>
          <p:cNvSpPr>
            <a:spLocks noChangeAspect="1"/>
          </p:cNvSpPr>
          <p:nvPr/>
        </p:nvSpPr>
        <p:spPr>
          <a:xfrm rot="2219433">
            <a:off x="11277599" y="6177964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9" name="5-Point Star 48">
            <a:extLst>
              <a:ext uri="{FF2B5EF4-FFF2-40B4-BE49-F238E27FC236}">
                <a16:creationId xmlns:a16="http://schemas.microsoft.com/office/drawing/2014/main" id="{C6BDCCCB-388A-4902-3F8D-82D746B0B66A}"/>
              </a:ext>
            </a:extLst>
          </p:cNvPr>
          <p:cNvSpPr>
            <a:spLocks noChangeAspect="1"/>
          </p:cNvSpPr>
          <p:nvPr/>
        </p:nvSpPr>
        <p:spPr>
          <a:xfrm rot="2219433">
            <a:off x="10116059" y="5485982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0" name="5-Point Star 49">
            <a:extLst>
              <a:ext uri="{FF2B5EF4-FFF2-40B4-BE49-F238E27FC236}">
                <a16:creationId xmlns:a16="http://schemas.microsoft.com/office/drawing/2014/main" id="{A42EF5CF-66DF-DA2B-9956-FF290E185635}"/>
              </a:ext>
            </a:extLst>
          </p:cNvPr>
          <p:cNvSpPr>
            <a:spLocks noChangeAspect="1"/>
          </p:cNvSpPr>
          <p:nvPr/>
        </p:nvSpPr>
        <p:spPr>
          <a:xfrm rot="19221809">
            <a:off x="9444674" y="6816398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1" name="5-Point Star 50">
            <a:extLst>
              <a:ext uri="{FF2B5EF4-FFF2-40B4-BE49-F238E27FC236}">
                <a16:creationId xmlns:a16="http://schemas.microsoft.com/office/drawing/2014/main" id="{753953E6-4D5B-9C71-06D3-874B249DEF98}"/>
              </a:ext>
            </a:extLst>
          </p:cNvPr>
          <p:cNvSpPr>
            <a:spLocks noChangeAspect="1"/>
          </p:cNvSpPr>
          <p:nvPr/>
        </p:nvSpPr>
        <p:spPr>
          <a:xfrm rot="19221809">
            <a:off x="8435534" y="6968798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2" name="5-Point Star 51">
            <a:extLst>
              <a:ext uri="{FF2B5EF4-FFF2-40B4-BE49-F238E27FC236}">
                <a16:creationId xmlns:a16="http://schemas.microsoft.com/office/drawing/2014/main" id="{14AF48D9-0AAD-9064-F3AB-12F21BB976D2}"/>
              </a:ext>
            </a:extLst>
          </p:cNvPr>
          <p:cNvSpPr>
            <a:spLocks noChangeAspect="1"/>
          </p:cNvSpPr>
          <p:nvPr/>
        </p:nvSpPr>
        <p:spPr>
          <a:xfrm rot="21441242">
            <a:off x="9749474" y="6330364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3" name="5-Point Star 52">
            <a:extLst>
              <a:ext uri="{FF2B5EF4-FFF2-40B4-BE49-F238E27FC236}">
                <a16:creationId xmlns:a16="http://schemas.microsoft.com/office/drawing/2014/main" id="{102AA1E4-D41D-ED38-8823-654C4973415A}"/>
              </a:ext>
            </a:extLst>
          </p:cNvPr>
          <p:cNvSpPr>
            <a:spLocks noChangeAspect="1"/>
          </p:cNvSpPr>
          <p:nvPr/>
        </p:nvSpPr>
        <p:spPr>
          <a:xfrm rot="21103147">
            <a:off x="11125199" y="5753709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4" name="5-Point Star 53">
            <a:extLst>
              <a:ext uri="{FF2B5EF4-FFF2-40B4-BE49-F238E27FC236}">
                <a16:creationId xmlns:a16="http://schemas.microsoft.com/office/drawing/2014/main" id="{D85BDB10-FD7D-2FFE-3692-3B39C19C119B}"/>
              </a:ext>
            </a:extLst>
          </p:cNvPr>
          <p:cNvSpPr>
            <a:spLocks noChangeAspect="1"/>
          </p:cNvSpPr>
          <p:nvPr/>
        </p:nvSpPr>
        <p:spPr>
          <a:xfrm rot="1722580">
            <a:off x="11277599" y="4423293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5" name="5-Point Star 54">
            <a:extLst>
              <a:ext uri="{FF2B5EF4-FFF2-40B4-BE49-F238E27FC236}">
                <a16:creationId xmlns:a16="http://schemas.microsoft.com/office/drawing/2014/main" id="{21FCA0A1-3425-FA3B-7EA6-7186C923083A}"/>
              </a:ext>
            </a:extLst>
          </p:cNvPr>
          <p:cNvSpPr>
            <a:spLocks noChangeAspect="1"/>
          </p:cNvSpPr>
          <p:nvPr/>
        </p:nvSpPr>
        <p:spPr>
          <a:xfrm rot="1722580">
            <a:off x="11429999" y="5267675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6" name="5-Point Star 55">
            <a:extLst>
              <a:ext uri="{FF2B5EF4-FFF2-40B4-BE49-F238E27FC236}">
                <a16:creationId xmlns:a16="http://schemas.microsoft.com/office/drawing/2014/main" id="{7137E658-B0C7-04C6-351B-8CED364B0537}"/>
              </a:ext>
            </a:extLst>
          </p:cNvPr>
          <p:cNvSpPr>
            <a:spLocks noChangeAspect="1"/>
          </p:cNvSpPr>
          <p:nvPr/>
        </p:nvSpPr>
        <p:spPr>
          <a:xfrm>
            <a:off x="10111941" y="7434240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7" name="5-Point Star 56">
            <a:extLst>
              <a:ext uri="{FF2B5EF4-FFF2-40B4-BE49-F238E27FC236}">
                <a16:creationId xmlns:a16="http://schemas.microsoft.com/office/drawing/2014/main" id="{70DAC4EC-9A93-E622-5DBA-B93D47BC3F94}"/>
              </a:ext>
            </a:extLst>
          </p:cNvPr>
          <p:cNvSpPr>
            <a:spLocks noChangeAspect="1"/>
          </p:cNvSpPr>
          <p:nvPr/>
        </p:nvSpPr>
        <p:spPr>
          <a:xfrm>
            <a:off x="9102801" y="7586640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8" name="5-Point Star 57">
            <a:extLst>
              <a:ext uri="{FF2B5EF4-FFF2-40B4-BE49-F238E27FC236}">
                <a16:creationId xmlns:a16="http://schemas.microsoft.com/office/drawing/2014/main" id="{A5FDAEB5-F14D-C16A-BD51-B2F5ECDAD99B}"/>
              </a:ext>
            </a:extLst>
          </p:cNvPr>
          <p:cNvSpPr>
            <a:spLocks noChangeAspect="1"/>
          </p:cNvSpPr>
          <p:nvPr/>
        </p:nvSpPr>
        <p:spPr>
          <a:xfrm rot="19221809">
            <a:off x="8583816" y="7586640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9" name="5-Point Star 58">
            <a:extLst>
              <a:ext uri="{FF2B5EF4-FFF2-40B4-BE49-F238E27FC236}">
                <a16:creationId xmlns:a16="http://schemas.microsoft.com/office/drawing/2014/main" id="{B5168312-A2CE-BDAB-B07C-8060F09C44A9}"/>
              </a:ext>
            </a:extLst>
          </p:cNvPr>
          <p:cNvSpPr>
            <a:spLocks noChangeAspect="1"/>
          </p:cNvSpPr>
          <p:nvPr/>
        </p:nvSpPr>
        <p:spPr>
          <a:xfrm rot="21441242">
            <a:off x="8888616" y="7100606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97BECBF-A583-B842-412A-056A8A2063B7}"/>
              </a:ext>
            </a:extLst>
          </p:cNvPr>
          <p:cNvSpPr/>
          <p:nvPr/>
        </p:nvSpPr>
        <p:spPr>
          <a:xfrm>
            <a:off x="13567719" y="2644346"/>
            <a:ext cx="3212757" cy="2048403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5-Point Star 60">
            <a:extLst>
              <a:ext uri="{FF2B5EF4-FFF2-40B4-BE49-F238E27FC236}">
                <a16:creationId xmlns:a16="http://schemas.microsoft.com/office/drawing/2014/main" id="{A1AD327D-40DA-2CD5-BBD7-551F169316F5}"/>
              </a:ext>
            </a:extLst>
          </p:cNvPr>
          <p:cNvSpPr>
            <a:spLocks noChangeAspect="1"/>
          </p:cNvSpPr>
          <p:nvPr/>
        </p:nvSpPr>
        <p:spPr>
          <a:xfrm>
            <a:off x="14000207" y="4056708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697360D-5751-A5EE-9052-117917BB3723}"/>
              </a:ext>
            </a:extLst>
          </p:cNvPr>
          <p:cNvSpPr txBox="1"/>
          <p:nvPr/>
        </p:nvSpPr>
        <p:spPr>
          <a:xfrm>
            <a:off x="14556259" y="3892282"/>
            <a:ext cx="19029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Class 2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9D2C30E-7237-D8B4-0BBE-28CB28E10F4E}"/>
              </a:ext>
            </a:extLst>
          </p:cNvPr>
          <p:cNvSpPr txBox="1"/>
          <p:nvPr/>
        </p:nvSpPr>
        <p:spPr>
          <a:xfrm>
            <a:off x="14222626" y="2685427"/>
            <a:ext cx="19029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</a:rPr>
              <a:t>Legend</a:t>
            </a:r>
          </a:p>
        </p:txBody>
      </p:sp>
      <p:sp>
        <p:nvSpPr>
          <p:cNvPr id="64" name="5-Point Star 63">
            <a:extLst>
              <a:ext uri="{FF2B5EF4-FFF2-40B4-BE49-F238E27FC236}">
                <a16:creationId xmlns:a16="http://schemas.microsoft.com/office/drawing/2014/main" id="{D56B3AFF-4C5C-D6B2-D6C6-28995854DEFD}"/>
              </a:ext>
            </a:extLst>
          </p:cNvPr>
          <p:cNvSpPr>
            <a:spLocks noChangeAspect="1"/>
          </p:cNvSpPr>
          <p:nvPr/>
        </p:nvSpPr>
        <p:spPr>
          <a:xfrm rot="19221809">
            <a:off x="10046033" y="6355076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5" name="5-Point Star 64">
            <a:extLst>
              <a:ext uri="{FF2B5EF4-FFF2-40B4-BE49-F238E27FC236}">
                <a16:creationId xmlns:a16="http://schemas.microsoft.com/office/drawing/2014/main" id="{BE29E911-FB53-B8AB-F7FC-0650E5CB79E8}"/>
              </a:ext>
            </a:extLst>
          </p:cNvPr>
          <p:cNvSpPr>
            <a:spLocks noChangeAspect="1"/>
          </p:cNvSpPr>
          <p:nvPr/>
        </p:nvSpPr>
        <p:spPr>
          <a:xfrm rot="21441242">
            <a:off x="10499115" y="6486884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6" name="5-Point Star 65">
            <a:extLst>
              <a:ext uri="{FF2B5EF4-FFF2-40B4-BE49-F238E27FC236}">
                <a16:creationId xmlns:a16="http://schemas.microsoft.com/office/drawing/2014/main" id="{197EEDBA-2D3C-44B2-E7D4-036D53C84474}"/>
              </a:ext>
            </a:extLst>
          </p:cNvPr>
          <p:cNvSpPr>
            <a:spLocks noChangeAspect="1"/>
          </p:cNvSpPr>
          <p:nvPr/>
        </p:nvSpPr>
        <p:spPr>
          <a:xfrm>
            <a:off x="9201660" y="7314791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7" name="5-Point Star 66">
            <a:extLst>
              <a:ext uri="{FF2B5EF4-FFF2-40B4-BE49-F238E27FC236}">
                <a16:creationId xmlns:a16="http://schemas.microsoft.com/office/drawing/2014/main" id="{9A59A454-F297-698E-0BD7-F9B4A48B012B}"/>
              </a:ext>
            </a:extLst>
          </p:cNvPr>
          <p:cNvSpPr>
            <a:spLocks noChangeAspect="1"/>
          </p:cNvSpPr>
          <p:nvPr/>
        </p:nvSpPr>
        <p:spPr>
          <a:xfrm rot="2219433">
            <a:off x="9354060" y="5984375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8" name="5-Point Star 67">
            <a:extLst>
              <a:ext uri="{FF2B5EF4-FFF2-40B4-BE49-F238E27FC236}">
                <a16:creationId xmlns:a16="http://schemas.microsoft.com/office/drawing/2014/main" id="{C056B76C-2C88-EA20-5FF2-8AFD3675F220}"/>
              </a:ext>
            </a:extLst>
          </p:cNvPr>
          <p:cNvSpPr>
            <a:spLocks noChangeAspect="1"/>
          </p:cNvSpPr>
          <p:nvPr/>
        </p:nvSpPr>
        <p:spPr>
          <a:xfrm>
            <a:off x="9349942" y="7932633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9" name="5-Point Star 68">
            <a:extLst>
              <a:ext uri="{FF2B5EF4-FFF2-40B4-BE49-F238E27FC236}">
                <a16:creationId xmlns:a16="http://schemas.microsoft.com/office/drawing/2014/main" id="{BB5C643B-0E64-F010-FE56-718BEF10A30D}"/>
              </a:ext>
            </a:extLst>
          </p:cNvPr>
          <p:cNvSpPr>
            <a:spLocks noChangeAspect="1"/>
          </p:cNvSpPr>
          <p:nvPr/>
        </p:nvSpPr>
        <p:spPr>
          <a:xfrm rot="19221809">
            <a:off x="9284034" y="6853469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0" name="5-Point Star 69">
            <a:extLst>
              <a:ext uri="{FF2B5EF4-FFF2-40B4-BE49-F238E27FC236}">
                <a16:creationId xmlns:a16="http://schemas.microsoft.com/office/drawing/2014/main" id="{32D370B7-7918-F4B3-C439-3504D348078D}"/>
              </a:ext>
            </a:extLst>
          </p:cNvPr>
          <p:cNvSpPr>
            <a:spLocks noChangeAspect="1"/>
          </p:cNvSpPr>
          <p:nvPr/>
        </p:nvSpPr>
        <p:spPr>
          <a:xfrm rot="21441242">
            <a:off x="9737116" y="6985277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1" name="Heart 70">
            <a:extLst>
              <a:ext uri="{FF2B5EF4-FFF2-40B4-BE49-F238E27FC236}">
                <a16:creationId xmlns:a16="http://schemas.microsoft.com/office/drawing/2014/main" id="{4D5436AC-BFAA-0FF7-048E-601770BF0232}"/>
              </a:ext>
            </a:extLst>
          </p:cNvPr>
          <p:cNvSpPr>
            <a:spLocks/>
          </p:cNvSpPr>
          <p:nvPr/>
        </p:nvSpPr>
        <p:spPr>
          <a:xfrm>
            <a:off x="8078140" y="4382437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Heart 71">
            <a:extLst>
              <a:ext uri="{FF2B5EF4-FFF2-40B4-BE49-F238E27FC236}">
                <a16:creationId xmlns:a16="http://schemas.microsoft.com/office/drawing/2014/main" id="{0F4B212B-99CB-47A8-26A4-CCA726E59047}"/>
              </a:ext>
            </a:extLst>
          </p:cNvPr>
          <p:cNvSpPr>
            <a:spLocks/>
          </p:cNvSpPr>
          <p:nvPr/>
        </p:nvSpPr>
        <p:spPr>
          <a:xfrm rot="1029497">
            <a:off x="8230540" y="3719285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Heart 72">
            <a:extLst>
              <a:ext uri="{FF2B5EF4-FFF2-40B4-BE49-F238E27FC236}">
                <a16:creationId xmlns:a16="http://schemas.microsoft.com/office/drawing/2014/main" id="{AB2BD0EA-102F-480D-56F9-75E3535E5884}"/>
              </a:ext>
            </a:extLst>
          </p:cNvPr>
          <p:cNvSpPr>
            <a:spLocks/>
          </p:cNvSpPr>
          <p:nvPr/>
        </p:nvSpPr>
        <p:spPr>
          <a:xfrm rot="19355906">
            <a:off x="9091398" y="4382437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Heart 73">
            <a:extLst>
              <a:ext uri="{FF2B5EF4-FFF2-40B4-BE49-F238E27FC236}">
                <a16:creationId xmlns:a16="http://schemas.microsoft.com/office/drawing/2014/main" id="{D05DE051-A849-1724-CAFF-98FAC31D49CF}"/>
              </a:ext>
            </a:extLst>
          </p:cNvPr>
          <p:cNvSpPr>
            <a:spLocks/>
          </p:cNvSpPr>
          <p:nvPr/>
        </p:nvSpPr>
        <p:spPr>
          <a:xfrm rot="20385403">
            <a:off x="9243798" y="3719285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Heart 74">
            <a:extLst>
              <a:ext uri="{FF2B5EF4-FFF2-40B4-BE49-F238E27FC236}">
                <a16:creationId xmlns:a16="http://schemas.microsoft.com/office/drawing/2014/main" id="{20DEE981-6F40-D49A-736E-C4D53A25944D}"/>
              </a:ext>
            </a:extLst>
          </p:cNvPr>
          <p:cNvSpPr>
            <a:spLocks/>
          </p:cNvSpPr>
          <p:nvPr/>
        </p:nvSpPr>
        <p:spPr>
          <a:xfrm rot="19779827">
            <a:off x="7361446" y="4827285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Heart 75">
            <a:extLst>
              <a:ext uri="{FF2B5EF4-FFF2-40B4-BE49-F238E27FC236}">
                <a16:creationId xmlns:a16="http://schemas.microsoft.com/office/drawing/2014/main" id="{1A1D7525-F213-CF22-4BC1-5EC8F6DA5FD6}"/>
              </a:ext>
            </a:extLst>
          </p:cNvPr>
          <p:cNvSpPr>
            <a:spLocks/>
          </p:cNvSpPr>
          <p:nvPr/>
        </p:nvSpPr>
        <p:spPr>
          <a:xfrm rot="20809324">
            <a:off x="7513846" y="4164133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Heart 76">
            <a:extLst>
              <a:ext uri="{FF2B5EF4-FFF2-40B4-BE49-F238E27FC236}">
                <a16:creationId xmlns:a16="http://schemas.microsoft.com/office/drawing/2014/main" id="{181081EF-AEB2-E200-FB69-6E7CAEB89F9E}"/>
              </a:ext>
            </a:extLst>
          </p:cNvPr>
          <p:cNvSpPr>
            <a:spLocks/>
          </p:cNvSpPr>
          <p:nvPr/>
        </p:nvSpPr>
        <p:spPr>
          <a:xfrm rot="17535733">
            <a:off x="8374704" y="4827285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Heart 77">
            <a:extLst>
              <a:ext uri="{FF2B5EF4-FFF2-40B4-BE49-F238E27FC236}">
                <a16:creationId xmlns:a16="http://schemas.microsoft.com/office/drawing/2014/main" id="{A8E0FE29-B933-D5B5-D164-B2A298D18C04}"/>
              </a:ext>
            </a:extLst>
          </p:cNvPr>
          <p:cNvSpPr>
            <a:spLocks/>
          </p:cNvSpPr>
          <p:nvPr/>
        </p:nvSpPr>
        <p:spPr>
          <a:xfrm rot="18565230">
            <a:off x="8527104" y="4164133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Heart 78">
            <a:extLst>
              <a:ext uri="{FF2B5EF4-FFF2-40B4-BE49-F238E27FC236}">
                <a16:creationId xmlns:a16="http://schemas.microsoft.com/office/drawing/2014/main" id="{CF035E6A-74ED-B5F2-2F21-4D11197B0424}"/>
              </a:ext>
            </a:extLst>
          </p:cNvPr>
          <p:cNvSpPr>
            <a:spLocks/>
          </p:cNvSpPr>
          <p:nvPr/>
        </p:nvSpPr>
        <p:spPr>
          <a:xfrm>
            <a:off x="7291423" y="5152680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Heart 79">
            <a:extLst>
              <a:ext uri="{FF2B5EF4-FFF2-40B4-BE49-F238E27FC236}">
                <a16:creationId xmlns:a16="http://schemas.microsoft.com/office/drawing/2014/main" id="{73368FEB-7226-8E66-6AB2-B62ED8741917}"/>
              </a:ext>
            </a:extLst>
          </p:cNvPr>
          <p:cNvSpPr>
            <a:spLocks/>
          </p:cNvSpPr>
          <p:nvPr/>
        </p:nvSpPr>
        <p:spPr>
          <a:xfrm rot="1029497">
            <a:off x="7443823" y="4489528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Heart 80">
            <a:extLst>
              <a:ext uri="{FF2B5EF4-FFF2-40B4-BE49-F238E27FC236}">
                <a16:creationId xmlns:a16="http://schemas.microsoft.com/office/drawing/2014/main" id="{CB64F1B0-D029-CE84-E421-A26B4ED97039}"/>
              </a:ext>
            </a:extLst>
          </p:cNvPr>
          <p:cNvSpPr>
            <a:spLocks/>
          </p:cNvSpPr>
          <p:nvPr/>
        </p:nvSpPr>
        <p:spPr>
          <a:xfrm rot="18565230">
            <a:off x="7740387" y="4934376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Heart 81">
            <a:extLst>
              <a:ext uri="{FF2B5EF4-FFF2-40B4-BE49-F238E27FC236}">
                <a16:creationId xmlns:a16="http://schemas.microsoft.com/office/drawing/2014/main" id="{5D750AD8-3954-E67A-8614-FEAB035C4A50}"/>
              </a:ext>
            </a:extLst>
          </p:cNvPr>
          <p:cNvSpPr>
            <a:spLocks/>
          </p:cNvSpPr>
          <p:nvPr/>
        </p:nvSpPr>
        <p:spPr>
          <a:xfrm>
            <a:off x="8551818" y="3768715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Heart 82">
            <a:extLst>
              <a:ext uri="{FF2B5EF4-FFF2-40B4-BE49-F238E27FC236}">
                <a16:creationId xmlns:a16="http://schemas.microsoft.com/office/drawing/2014/main" id="{EA2E581D-F94E-2445-6CD9-097C6D99D9E5}"/>
              </a:ext>
            </a:extLst>
          </p:cNvPr>
          <p:cNvSpPr>
            <a:spLocks/>
          </p:cNvSpPr>
          <p:nvPr/>
        </p:nvSpPr>
        <p:spPr>
          <a:xfrm rot="1029497">
            <a:off x="8704218" y="3105563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Heart 83">
            <a:extLst>
              <a:ext uri="{FF2B5EF4-FFF2-40B4-BE49-F238E27FC236}">
                <a16:creationId xmlns:a16="http://schemas.microsoft.com/office/drawing/2014/main" id="{006CC6D5-0EB0-B940-7520-326AD6A4A845}"/>
              </a:ext>
            </a:extLst>
          </p:cNvPr>
          <p:cNvSpPr>
            <a:spLocks/>
          </p:cNvSpPr>
          <p:nvPr/>
        </p:nvSpPr>
        <p:spPr>
          <a:xfrm rot="19355906">
            <a:off x="9565076" y="3768715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Heart 84">
            <a:extLst>
              <a:ext uri="{FF2B5EF4-FFF2-40B4-BE49-F238E27FC236}">
                <a16:creationId xmlns:a16="http://schemas.microsoft.com/office/drawing/2014/main" id="{5DBEC741-9C27-7586-CC56-7CF1730F408F}"/>
              </a:ext>
            </a:extLst>
          </p:cNvPr>
          <p:cNvSpPr>
            <a:spLocks/>
          </p:cNvSpPr>
          <p:nvPr/>
        </p:nvSpPr>
        <p:spPr>
          <a:xfrm rot="20809324">
            <a:off x="7987524" y="3550411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Heart 85">
            <a:extLst>
              <a:ext uri="{FF2B5EF4-FFF2-40B4-BE49-F238E27FC236}">
                <a16:creationId xmlns:a16="http://schemas.microsoft.com/office/drawing/2014/main" id="{F6106B45-DD6E-6990-393A-1E8C011F301F}"/>
              </a:ext>
            </a:extLst>
          </p:cNvPr>
          <p:cNvSpPr>
            <a:spLocks/>
          </p:cNvSpPr>
          <p:nvPr/>
        </p:nvSpPr>
        <p:spPr>
          <a:xfrm rot="18565230">
            <a:off x="9000782" y="3550411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Heart 86">
            <a:extLst>
              <a:ext uri="{FF2B5EF4-FFF2-40B4-BE49-F238E27FC236}">
                <a16:creationId xmlns:a16="http://schemas.microsoft.com/office/drawing/2014/main" id="{5303387E-D7EF-5AF5-20A8-E4A285435BBC}"/>
              </a:ext>
            </a:extLst>
          </p:cNvPr>
          <p:cNvSpPr>
            <a:spLocks/>
          </p:cNvSpPr>
          <p:nvPr/>
        </p:nvSpPr>
        <p:spPr>
          <a:xfrm rot="1029497">
            <a:off x="7917501" y="3875806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Heart 87">
            <a:extLst>
              <a:ext uri="{FF2B5EF4-FFF2-40B4-BE49-F238E27FC236}">
                <a16:creationId xmlns:a16="http://schemas.microsoft.com/office/drawing/2014/main" id="{0E303146-563E-59F3-959F-F0064A770197}"/>
              </a:ext>
            </a:extLst>
          </p:cNvPr>
          <p:cNvSpPr>
            <a:spLocks/>
          </p:cNvSpPr>
          <p:nvPr/>
        </p:nvSpPr>
        <p:spPr>
          <a:xfrm rot="4521868">
            <a:off x="8873094" y="3941707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Heart 88">
            <a:extLst>
              <a:ext uri="{FF2B5EF4-FFF2-40B4-BE49-F238E27FC236}">
                <a16:creationId xmlns:a16="http://schemas.microsoft.com/office/drawing/2014/main" id="{7C9DCF2D-B1E7-FDCA-2362-CF99B845DD66}"/>
              </a:ext>
            </a:extLst>
          </p:cNvPr>
          <p:cNvSpPr>
            <a:spLocks/>
          </p:cNvSpPr>
          <p:nvPr/>
        </p:nvSpPr>
        <p:spPr>
          <a:xfrm rot="5551365">
            <a:off x="9025494" y="3278555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Heart 89">
            <a:extLst>
              <a:ext uri="{FF2B5EF4-FFF2-40B4-BE49-F238E27FC236}">
                <a16:creationId xmlns:a16="http://schemas.microsoft.com/office/drawing/2014/main" id="{A71E44C4-DB90-AA0F-5DF0-10FA0AE6BBA5}"/>
              </a:ext>
            </a:extLst>
          </p:cNvPr>
          <p:cNvSpPr>
            <a:spLocks/>
          </p:cNvSpPr>
          <p:nvPr/>
        </p:nvSpPr>
        <p:spPr>
          <a:xfrm rot="2277774">
            <a:off x="9886352" y="3941707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Heart 90">
            <a:extLst>
              <a:ext uri="{FF2B5EF4-FFF2-40B4-BE49-F238E27FC236}">
                <a16:creationId xmlns:a16="http://schemas.microsoft.com/office/drawing/2014/main" id="{4D0290BA-B122-817D-92E6-A6DE5FD775EF}"/>
              </a:ext>
            </a:extLst>
          </p:cNvPr>
          <p:cNvSpPr>
            <a:spLocks/>
          </p:cNvSpPr>
          <p:nvPr/>
        </p:nvSpPr>
        <p:spPr>
          <a:xfrm rot="3307271">
            <a:off x="10038752" y="3278555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Heart 91">
            <a:extLst>
              <a:ext uri="{FF2B5EF4-FFF2-40B4-BE49-F238E27FC236}">
                <a16:creationId xmlns:a16="http://schemas.microsoft.com/office/drawing/2014/main" id="{CE3CA145-3F0A-5C12-CC5F-C311E66B186C}"/>
              </a:ext>
            </a:extLst>
          </p:cNvPr>
          <p:cNvSpPr>
            <a:spLocks/>
          </p:cNvSpPr>
          <p:nvPr/>
        </p:nvSpPr>
        <p:spPr>
          <a:xfrm rot="3731192">
            <a:off x="8308800" y="3723403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Heart 92">
            <a:extLst>
              <a:ext uri="{FF2B5EF4-FFF2-40B4-BE49-F238E27FC236}">
                <a16:creationId xmlns:a16="http://schemas.microsoft.com/office/drawing/2014/main" id="{4F6F89B0-4372-0B2E-95BA-C04C51BA291F}"/>
              </a:ext>
            </a:extLst>
          </p:cNvPr>
          <p:cNvSpPr>
            <a:spLocks/>
          </p:cNvSpPr>
          <p:nvPr/>
        </p:nvSpPr>
        <p:spPr>
          <a:xfrm rot="1487098">
            <a:off x="9322058" y="3723403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Heart 93">
            <a:extLst>
              <a:ext uri="{FF2B5EF4-FFF2-40B4-BE49-F238E27FC236}">
                <a16:creationId xmlns:a16="http://schemas.microsoft.com/office/drawing/2014/main" id="{22D4B703-BC7A-8D6B-8AC2-778F5ACEA4F4}"/>
              </a:ext>
            </a:extLst>
          </p:cNvPr>
          <p:cNvSpPr>
            <a:spLocks/>
          </p:cNvSpPr>
          <p:nvPr/>
        </p:nvSpPr>
        <p:spPr>
          <a:xfrm rot="5551365">
            <a:off x="8238777" y="4048798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Heart 94">
            <a:extLst>
              <a:ext uri="{FF2B5EF4-FFF2-40B4-BE49-F238E27FC236}">
                <a16:creationId xmlns:a16="http://schemas.microsoft.com/office/drawing/2014/main" id="{04EB5C02-D63B-141E-5AA8-9AD2BA7A4B65}"/>
              </a:ext>
            </a:extLst>
          </p:cNvPr>
          <p:cNvSpPr>
            <a:spLocks/>
          </p:cNvSpPr>
          <p:nvPr/>
        </p:nvSpPr>
        <p:spPr>
          <a:xfrm rot="4521868">
            <a:off x="9346772" y="3327985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Heart 95">
            <a:extLst>
              <a:ext uri="{FF2B5EF4-FFF2-40B4-BE49-F238E27FC236}">
                <a16:creationId xmlns:a16="http://schemas.microsoft.com/office/drawing/2014/main" id="{C5F51962-2DDB-9404-B55A-A9509A44F489}"/>
              </a:ext>
            </a:extLst>
          </p:cNvPr>
          <p:cNvSpPr>
            <a:spLocks/>
          </p:cNvSpPr>
          <p:nvPr/>
        </p:nvSpPr>
        <p:spPr>
          <a:xfrm rot="2277774">
            <a:off x="10360030" y="3327985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Heart 96">
            <a:extLst>
              <a:ext uri="{FF2B5EF4-FFF2-40B4-BE49-F238E27FC236}">
                <a16:creationId xmlns:a16="http://schemas.microsoft.com/office/drawing/2014/main" id="{154FD3D1-8D2C-8A44-80EB-E15ED7404E0F}"/>
              </a:ext>
            </a:extLst>
          </p:cNvPr>
          <p:cNvSpPr>
            <a:spLocks/>
          </p:cNvSpPr>
          <p:nvPr/>
        </p:nvSpPr>
        <p:spPr>
          <a:xfrm rot="3731192">
            <a:off x="8782478" y="3109681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Heart 97">
            <a:extLst>
              <a:ext uri="{FF2B5EF4-FFF2-40B4-BE49-F238E27FC236}">
                <a16:creationId xmlns:a16="http://schemas.microsoft.com/office/drawing/2014/main" id="{8637BA9F-682E-4399-507D-2B81B4A3624F}"/>
              </a:ext>
            </a:extLst>
          </p:cNvPr>
          <p:cNvSpPr>
            <a:spLocks/>
          </p:cNvSpPr>
          <p:nvPr/>
        </p:nvSpPr>
        <p:spPr>
          <a:xfrm rot="1487098">
            <a:off x="9795736" y="3109681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Heart 98">
            <a:extLst>
              <a:ext uri="{FF2B5EF4-FFF2-40B4-BE49-F238E27FC236}">
                <a16:creationId xmlns:a16="http://schemas.microsoft.com/office/drawing/2014/main" id="{B7A4EB01-E000-3B08-5929-AEA5F96753EB}"/>
              </a:ext>
            </a:extLst>
          </p:cNvPr>
          <p:cNvSpPr>
            <a:spLocks/>
          </p:cNvSpPr>
          <p:nvPr/>
        </p:nvSpPr>
        <p:spPr>
          <a:xfrm rot="5551365">
            <a:off x="8712455" y="3435076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Heart 99">
            <a:extLst>
              <a:ext uri="{FF2B5EF4-FFF2-40B4-BE49-F238E27FC236}">
                <a16:creationId xmlns:a16="http://schemas.microsoft.com/office/drawing/2014/main" id="{48666977-11D0-45F9-CC11-090DD706BEFF}"/>
              </a:ext>
            </a:extLst>
          </p:cNvPr>
          <p:cNvSpPr>
            <a:spLocks/>
          </p:cNvSpPr>
          <p:nvPr/>
        </p:nvSpPr>
        <p:spPr>
          <a:xfrm>
            <a:off x="13988052" y="3583145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2F315BE7-8A68-869A-D5B1-E39916C629AC}"/>
              </a:ext>
            </a:extLst>
          </p:cNvPr>
          <p:cNvSpPr txBox="1"/>
          <p:nvPr/>
        </p:nvSpPr>
        <p:spPr>
          <a:xfrm>
            <a:off x="14535661" y="3402132"/>
            <a:ext cx="19029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Class 1</a:t>
            </a:r>
          </a:p>
        </p:txBody>
      </p:sp>
    </p:spTree>
    <p:extLst>
      <p:ext uri="{BB962C8B-B14F-4D97-AF65-F5344CB8AC3E}">
        <p14:creationId xmlns:p14="http://schemas.microsoft.com/office/powerpoint/2010/main" val="564658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85A5F-3E9A-D3D1-3168-9D138359C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Idea Shown Visually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15E0E8F5-FF71-712F-2523-CDFB270812E5}"/>
              </a:ext>
            </a:extLst>
          </p:cNvPr>
          <p:cNvGrpSpPr/>
          <p:nvPr/>
        </p:nvGrpSpPr>
        <p:grpSpPr>
          <a:xfrm>
            <a:off x="6558264" y="3212757"/>
            <a:ext cx="5165124" cy="5165124"/>
            <a:chOff x="6672648" y="2866768"/>
            <a:chExt cx="5165124" cy="5165124"/>
          </a:xfrm>
        </p:grpSpPr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2571B3E6-C329-50E1-82A2-6B2CD09E510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2648" y="2866768"/>
              <a:ext cx="0" cy="5165124"/>
            </a:xfrm>
            <a:prstGeom prst="straightConnector1">
              <a:avLst/>
            </a:prstGeom>
            <a:ln w="762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8D5D6CF1-8703-F3D8-AFC3-3E7A4103CC34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9255210" y="5449330"/>
              <a:ext cx="0" cy="5165124"/>
            </a:xfrm>
            <a:prstGeom prst="straightConnector1">
              <a:avLst/>
            </a:prstGeom>
            <a:ln w="762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sp>
        <p:nvSpPr>
          <p:cNvPr id="44" name="5-Point Star 43">
            <a:extLst>
              <a:ext uri="{FF2B5EF4-FFF2-40B4-BE49-F238E27FC236}">
                <a16:creationId xmlns:a16="http://schemas.microsoft.com/office/drawing/2014/main" id="{543CC6DE-BCF5-F71D-5211-369FEFCE8E8A}"/>
              </a:ext>
            </a:extLst>
          </p:cNvPr>
          <p:cNvSpPr>
            <a:spLocks noChangeAspect="1"/>
          </p:cNvSpPr>
          <p:nvPr/>
        </p:nvSpPr>
        <p:spPr>
          <a:xfrm>
            <a:off x="10972799" y="6663998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5" name="5-Point Star 44">
            <a:extLst>
              <a:ext uri="{FF2B5EF4-FFF2-40B4-BE49-F238E27FC236}">
                <a16:creationId xmlns:a16="http://schemas.microsoft.com/office/drawing/2014/main" id="{2E1F2420-15B3-C216-2BA6-6FB355B48195}"/>
              </a:ext>
            </a:extLst>
          </p:cNvPr>
          <p:cNvSpPr>
            <a:spLocks noChangeAspect="1"/>
          </p:cNvSpPr>
          <p:nvPr/>
        </p:nvSpPr>
        <p:spPr>
          <a:xfrm>
            <a:off x="11125199" y="7508380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6" name="5-Point Star 45">
            <a:extLst>
              <a:ext uri="{FF2B5EF4-FFF2-40B4-BE49-F238E27FC236}">
                <a16:creationId xmlns:a16="http://schemas.microsoft.com/office/drawing/2014/main" id="{52458FF5-4AFA-80CA-9708-0F4FB14EDA56}"/>
              </a:ext>
            </a:extLst>
          </p:cNvPr>
          <p:cNvSpPr>
            <a:spLocks noChangeAspect="1"/>
          </p:cNvSpPr>
          <p:nvPr/>
        </p:nvSpPr>
        <p:spPr>
          <a:xfrm>
            <a:off x="9963659" y="6816398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7" name="5-Point Star 46">
            <a:extLst>
              <a:ext uri="{FF2B5EF4-FFF2-40B4-BE49-F238E27FC236}">
                <a16:creationId xmlns:a16="http://schemas.microsoft.com/office/drawing/2014/main" id="{4F8590E7-5B51-F35B-3E32-6CB5FE151ED2}"/>
              </a:ext>
            </a:extLst>
          </p:cNvPr>
          <p:cNvSpPr>
            <a:spLocks noChangeAspect="1"/>
          </p:cNvSpPr>
          <p:nvPr/>
        </p:nvSpPr>
        <p:spPr>
          <a:xfrm rot="2219433">
            <a:off x="11125199" y="5333582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8" name="5-Point Star 47">
            <a:extLst>
              <a:ext uri="{FF2B5EF4-FFF2-40B4-BE49-F238E27FC236}">
                <a16:creationId xmlns:a16="http://schemas.microsoft.com/office/drawing/2014/main" id="{D143C6F5-31DC-2288-AE25-A4766470F96E}"/>
              </a:ext>
            </a:extLst>
          </p:cNvPr>
          <p:cNvSpPr>
            <a:spLocks noChangeAspect="1"/>
          </p:cNvSpPr>
          <p:nvPr/>
        </p:nvSpPr>
        <p:spPr>
          <a:xfrm rot="2219433">
            <a:off x="11277599" y="6177964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9" name="5-Point Star 48">
            <a:extLst>
              <a:ext uri="{FF2B5EF4-FFF2-40B4-BE49-F238E27FC236}">
                <a16:creationId xmlns:a16="http://schemas.microsoft.com/office/drawing/2014/main" id="{C6BDCCCB-388A-4902-3F8D-82D746B0B66A}"/>
              </a:ext>
            </a:extLst>
          </p:cNvPr>
          <p:cNvSpPr>
            <a:spLocks noChangeAspect="1"/>
          </p:cNvSpPr>
          <p:nvPr/>
        </p:nvSpPr>
        <p:spPr>
          <a:xfrm rot="2219433">
            <a:off x="10116059" y="5485982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0" name="5-Point Star 49">
            <a:extLst>
              <a:ext uri="{FF2B5EF4-FFF2-40B4-BE49-F238E27FC236}">
                <a16:creationId xmlns:a16="http://schemas.microsoft.com/office/drawing/2014/main" id="{A42EF5CF-66DF-DA2B-9956-FF290E185635}"/>
              </a:ext>
            </a:extLst>
          </p:cNvPr>
          <p:cNvSpPr>
            <a:spLocks noChangeAspect="1"/>
          </p:cNvSpPr>
          <p:nvPr/>
        </p:nvSpPr>
        <p:spPr>
          <a:xfrm rot="19221809">
            <a:off x="9444674" y="6816398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1" name="5-Point Star 50">
            <a:extLst>
              <a:ext uri="{FF2B5EF4-FFF2-40B4-BE49-F238E27FC236}">
                <a16:creationId xmlns:a16="http://schemas.microsoft.com/office/drawing/2014/main" id="{753953E6-4D5B-9C71-06D3-874B249DEF98}"/>
              </a:ext>
            </a:extLst>
          </p:cNvPr>
          <p:cNvSpPr>
            <a:spLocks noChangeAspect="1"/>
          </p:cNvSpPr>
          <p:nvPr/>
        </p:nvSpPr>
        <p:spPr>
          <a:xfrm rot="19221809">
            <a:off x="8435534" y="6968798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2" name="5-Point Star 51">
            <a:extLst>
              <a:ext uri="{FF2B5EF4-FFF2-40B4-BE49-F238E27FC236}">
                <a16:creationId xmlns:a16="http://schemas.microsoft.com/office/drawing/2014/main" id="{14AF48D9-0AAD-9064-F3AB-12F21BB976D2}"/>
              </a:ext>
            </a:extLst>
          </p:cNvPr>
          <p:cNvSpPr>
            <a:spLocks noChangeAspect="1"/>
          </p:cNvSpPr>
          <p:nvPr/>
        </p:nvSpPr>
        <p:spPr>
          <a:xfrm rot="21441242">
            <a:off x="9749474" y="6330364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3" name="5-Point Star 52">
            <a:extLst>
              <a:ext uri="{FF2B5EF4-FFF2-40B4-BE49-F238E27FC236}">
                <a16:creationId xmlns:a16="http://schemas.microsoft.com/office/drawing/2014/main" id="{102AA1E4-D41D-ED38-8823-654C4973415A}"/>
              </a:ext>
            </a:extLst>
          </p:cNvPr>
          <p:cNvSpPr>
            <a:spLocks noChangeAspect="1"/>
          </p:cNvSpPr>
          <p:nvPr/>
        </p:nvSpPr>
        <p:spPr>
          <a:xfrm rot="21103147">
            <a:off x="11125199" y="5753709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4" name="5-Point Star 53">
            <a:extLst>
              <a:ext uri="{FF2B5EF4-FFF2-40B4-BE49-F238E27FC236}">
                <a16:creationId xmlns:a16="http://schemas.microsoft.com/office/drawing/2014/main" id="{D85BDB10-FD7D-2FFE-3692-3B39C19C119B}"/>
              </a:ext>
            </a:extLst>
          </p:cNvPr>
          <p:cNvSpPr>
            <a:spLocks noChangeAspect="1"/>
          </p:cNvSpPr>
          <p:nvPr/>
        </p:nvSpPr>
        <p:spPr>
          <a:xfrm rot="1722580">
            <a:off x="11277599" y="4423293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5" name="5-Point Star 54">
            <a:extLst>
              <a:ext uri="{FF2B5EF4-FFF2-40B4-BE49-F238E27FC236}">
                <a16:creationId xmlns:a16="http://schemas.microsoft.com/office/drawing/2014/main" id="{21FCA0A1-3425-FA3B-7EA6-7186C923083A}"/>
              </a:ext>
            </a:extLst>
          </p:cNvPr>
          <p:cNvSpPr>
            <a:spLocks noChangeAspect="1"/>
          </p:cNvSpPr>
          <p:nvPr/>
        </p:nvSpPr>
        <p:spPr>
          <a:xfrm rot="1722580">
            <a:off x="11429999" y="5267675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6" name="5-Point Star 55">
            <a:extLst>
              <a:ext uri="{FF2B5EF4-FFF2-40B4-BE49-F238E27FC236}">
                <a16:creationId xmlns:a16="http://schemas.microsoft.com/office/drawing/2014/main" id="{7137E658-B0C7-04C6-351B-8CED364B0537}"/>
              </a:ext>
            </a:extLst>
          </p:cNvPr>
          <p:cNvSpPr>
            <a:spLocks noChangeAspect="1"/>
          </p:cNvSpPr>
          <p:nvPr/>
        </p:nvSpPr>
        <p:spPr>
          <a:xfrm>
            <a:off x="10111941" y="7434240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7" name="5-Point Star 56">
            <a:extLst>
              <a:ext uri="{FF2B5EF4-FFF2-40B4-BE49-F238E27FC236}">
                <a16:creationId xmlns:a16="http://schemas.microsoft.com/office/drawing/2014/main" id="{70DAC4EC-9A93-E622-5DBA-B93D47BC3F94}"/>
              </a:ext>
            </a:extLst>
          </p:cNvPr>
          <p:cNvSpPr>
            <a:spLocks noChangeAspect="1"/>
          </p:cNvSpPr>
          <p:nvPr/>
        </p:nvSpPr>
        <p:spPr>
          <a:xfrm>
            <a:off x="9102801" y="7586640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8" name="5-Point Star 57">
            <a:extLst>
              <a:ext uri="{FF2B5EF4-FFF2-40B4-BE49-F238E27FC236}">
                <a16:creationId xmlns:a16="http://schemas.microsoft.com/office/drawing/2014/main" id="{A5FDAEB5-F14D-C16A-BD51-B2F5ECDAD99B}"/>
              </a:ext>
            </a:extLst>
          </p:cNvPr>
          <p:cNvSpPr>
            <a:spLocks noChangeAspect="1"/>
          </p:cNvSpPr>
          <p:nvPr/>
        </p:nvSpPr>
        <p:spPr>
          <a:xfrm rot="19221809">
            <a:off x="8583816" y="7586640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9" name="5-Point Star 58">
            <a:extLst>
              <a:ext uri="{FF2B5EF4-FFF2-40B4-BE49-F238E27FC236}">
                <a16:creationId xmlns:a16="http://schemas.microsoft.com/office/drawing/2014/main" id="{B5168312-A2CE-BDAB-B07C-8060F09C44A9}"/>
              </a:ext>
            </a:extLst>
          </p:cNvPr>
          <p:cNvSpPr>
            <a:spLocks noChangeAspect="1"/>
          </p:cNvSpPr>
          <p:nvPr/>
        </p:nvSpPr>
        <p:spPr>
          <a:xfrm rot="21441242">
            <a:off x="8888616" y="7100606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97BECBF-A583-B842-412A-056A8A2063B7}"/>
              </a:ext>
            </a:extLst>
          </p:cNvPr>
          <p:cNvSpPr/>
          <p:nvPr/>
        </p:nvSpPr>
        <p:spPr>
          <a:xfrm>
            <a:off x="13567719" y="2644346"/>
            <a:ext cx="3212757" cy="2048403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5-Point Star 60">
            <a:extLst>
              <a:ext uri="{FF2B5EF4-FFF2-40B4-BE49-F238E27FC236}">
                <a16:creationId xmlns:a16="http://schemas.microsoft.com/office/drawing/2014/main" id="{A1AD327D-40DA-2CD5-BBD7-551F169316F5}"/>
              </a:ext>
            </a:extLst>
          </p:cNvPr>
          <p:cNvSpPr>
            <a:spLocks noChangeAspect="1"/>
          </p:cNvSpPr>
          <p:nvPr/>
        </p:nvSpPr>
        <p:spPr>
          <a:xfrm>
            <a:off x="14000207" y="4056708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697360D-5751-A5EE-9052-117917BB3723}"/>
              </a:ext>
            </a:extLst>
          </p:cNvPr>
          <p:cNvSpPr txBox="1"/>
          <p:nvPr/>
        </p:nvSpPr>
        <p:spPr>
          <a:xfrm>
            <a:off x="14556259" y="3892282"/>
            <a:ext cx="19029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Class 2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9D2C30E-7237-D8B4-0BBE-28CB28E10F4E}"/>
              </a:ext>
            </a:extLst>
          </p:cNvPr>
          <p:cNvSpPr txBox="1"/>
          <p:nvPr/>
        </p:nvSpPr>
        <p:spPr>
          <a:xfrm>
            <a:off x="14222626" y="2685427"/>
            <a:ext cx="19029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</a:rPr>
              <a:t>Legend</a:t>
            </a:r>
          </a:p>
        </p:txBody>
      </p:sp>
      <p:sp>
        <p:nvSpPr>
          <p:cNvPr id="64" name="5-Point Star 63">
            <a:extLst>
              <a:ext uri="{FF2B5EF4-FFF2-40B4-BE49-F238E27FC236}">
                <a16:creationId xmlns:a16="http://schemas.microsoft.com/office/drawing/2014/main" id="{D56B3AFF-4C5C-D6B2-D6C6-28995854DEFD}"/>
              </a:ext>
            </a:extLst>
          </p:cNvPr>
          <p:cNvSpPr>
            <a:spLocks noChangeAspect="1"/>
          </p:cNvSpPr>
          <p:nvPr/>
        </p:nvSpPr>
        <p:spPr>
          <a:xfrm rot="19221809">
            <a:off x="10046033" y="6355076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5" name="5-Point Star 64">
            <a:extLst>
              <a:ext uri="{FF2B5EF4-FFF2-40B4-BE49-F238E27FC236}">
                <a16:creationId xmlns:a16="http://schemas.microsoft.com/office/drawing/2014/main" id="{BE29E911-FB53-B8AB-F7FC-0650E5CB79E8}"/>
              </a:ext>
            </a:extLst>
          </p:cNvPr>
          <p:cNvSpPr>
            <a:spLocks noChangeAspect="1"/>
          </p:cNvSpPr>
          <p:nvPr/>
        </p:nvSpPr>
        <p:spPr>
          <a:xfrm rot="21441242">
            <a:off x="10499115" y="6486884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6" name="5-Point Star 65">
            <a:extLst>
              <a:ext uri="{FF2B5EF4-FFF2-40B4-BE49-F238E27FC236}">
                <a16:creationId xmlns:a16="http://schemas.microsoft.com/office/drawing/2014/main" id="{197EEDBA-2D3C-44B2-E7D4-036D53C84474}"/>
              </a:ext>
            </a:extLst>
          </p:cNvPr>
          <p:cNvSpPr>
            <a:spLocks noChangeAspect="1"/>
          </p:cNvSpPr>
          <p:nvPr/>
        </p:nvSpPr>
        <p:spPr>
          <a:xfrm>
            <a:off x="9201660" y="7314791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7" name="5-Point Star 66">
            <a:extLst>
              <a:ext uri="{FF2B5EF4-FFF2-40B4-BE49-F238E27FC236}">
                <a16:creationId xmlns:a16="http://schemas.microsoft.com/office/drawing/2014/main" id="{9A59A454-F297-698E-0BD7-F9B4A48B012B}"/>
              </a:ext>
            </a:extLst>
          </p:cNvPr>
          <p:cNvSpPr>
            <a:spLocks noChangeAspect="1"/>
          </p:cNvSpPr>
          <p:nvPr/>
        </p:nvSpPr>
        <p:spPr>
          <a:xfrm rot="2219433">
            <a:off x="9354060" y="5984375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8" name="5-Point Star 67">
            <a:extLst>
              <a:ext uri="{FF2B5EF4-FFF2-40B4-BE49-F238E27FC236}">
                <a16:creationId xmlns:a16="http://schemas.microsoft.com/office/drawing/2014/main" id="{C056B76C-2C88-EA20-5FF2-8AFD3675F220}"/>
              </a:ext>
            </a:extLst>
          </p:cNvPr>
          <p:cNvSpPr>
            <a:spLocks noChangeAspect="1"/>
          </p:cNvSpPr>
          <p:nvPr/>
        </p:nvSpPr>
        <p:spPr>
          <a:xfrm>
            <a:off x="9349942" y="7932633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9" name="5-Point Star 68">
            <a:extLst>
              <a:ext uri="{FF2B5EF4-FFF2-40B4-BE49-F238E27FC236}">
                <a16:creationId xmlns:a16="http://schemas.microsoft.com/office/drawing/2014/main" id="{BB5C643B-0E64-F010-FE56-718BEF10A30D}"/>
              </a:ext>
            </a:extLst>
          </p:cNvPr>
          <p:cNvSpPr>
            <a:spLocks noChangeAspect="1"/>
          </p:cNvSpPr>
          <p:nvPr/>
        </p:nvSpPr>
        <p:spPr>
          <a:xfrm rot="19221809">
            <a:off x="9284034" y="6853469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0" name="5-Point Star 69">
            <a:extLst>
              <a:ext uri="{FF2B5EF4-FFF2-40B4-BE49-F238E27FC236}">
                <a16:creationId xmlns:a16="http://schemas.microsoft.com/office/drawing/2014/main" id="{32D370B7-7918-F4B3-C439-3504D348078D}"/>
              </a:ext>
            </a:extLst>
          </p:cNvPr>
          <p:cNvSpPr>
            <a:spLocks noChangeAspect="1"/>
          </p:cNvSpPr>
          <p:nvPr/>
        </p:nvSpPr>
        <p:spPr>
          <a:xfrm rot="21441242">
            <a:off x="9737116" y="6985277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1" name="Heart 70">
            <a:extLst>
              <a:ext uri="{FF2B5EF4-FFF2-40B4-BE49-F238E27FC236}">
                <a16:creationId xmlns:a16="http://schemas.microsoft.com/office/drawing/2014/main" id="{4D5436AC-BFAA-0FF7-048E-601770BF0232}"/>
              </a:ext>
            </a:extLst>
          </p:cNvPr>
          <p:cNvSpPr>
            <a:spLocks/>
          </p:cNvSpPr>
          <p:nvPr/>
        </p:nvSpPr>
        <p:spPr>
          <a:xfrm>
            <a:off x="8078140" y="4382437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Heart 71">
            <a:extLst>
              <a:ext uri="{FF2B5EF4-FFF2-40B4-BE49-F238E27FC236}">
                <a16:creationId xmlns:a16="http://schemas.microsoft.com/office/drawing/2014/main" id="{0F4B212B-99CB-47A8-26A4-CCA726E59047}"/>
              </a:ext>
            </a:extLst>
          </p:cNvPr>
          <p:cNvSpPr>
            <a:spLocks/>
          </p:cNvSpPr>
          <p:nvPr/>
        </p:nvSpPr>
        <p:spPr>
          <a:xfrm rot="1029497">
            <a:off x="8230540" y="3719285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Heart 72">
            <a:extLst>
              <a:ext uri="{FF2B5EF4-FFF2-40B4-BE49-F238E27FC236}">
                <a16:creationId xmlns:a16="http://schemas.microsoft.com/office/drawing/2014/main" id="{AB2BD0EA-102F-480D-56F9-75E3535E5884}"/>
              </a:ext>
            </a:extLst>
          </p:cNvPr>
          <p:cNvSpPr>
            <a:spLocks/>
          </p:cNvSpPr>
          <p:nvPr/>
        </p:nvSpPr>
        <p:spPr>
          <a:xfrm rot="19355906">
            <a:off x="9091398" y="4382437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Heart 73">
            <a:extLst>
              <a:ext uri="{FF2B5EF4-FFF2-40B4-BE49-F238E27FC236}">
                <a16:creationId xmlns:a16="http://schemas.microsoft.com/office/drawing/2014/main" id="{D05DE051-A849-1724-CAFF-98FAC31D49CF}"/>
              </a:ext>
            </a:extLst>
          </p:cNvPr>
          <p:cNvSpPr>
            <a:spLocks/>
          </p:cNvSpPr>
          <p:nvPr/>
        </p:nvSpPr>
        <p:spPr>
          <a:xfrm rot="20385403">
            <a:off x="9243798" y="3719285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Heart 74">
            <a:extLst>
              <a:ext uri="{FF2B5EF4-FFF2-40B4-BE49-F238E27FC236}">
                <a16:creationId xmlns:a16="http://schemas.microsoft.com/office/drawing/2014/main" id="{20DEE981-6F40-D49A-736E-C4D53A25944D}"/>
              </a:ext>
            </a:extLst>
          </p:cNvPr>
          <p:cNvSpPr>
            <a:spLocks/>
          </p:cNvSpPr>
          <p:nvPr/>
        </p:nvSpPr>
        <p:spPr>
          <a:xfrm rot="19779827">
            <a:off x="7361446" y="4827285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Heart 75">
            <a:extLst>
              <a:ext uri="{FF2B5EF4-FFF2-40B4-BE49-F238E27FC236}">
                <a16:creationId xmlns:a16="http://schemas.microsoft.com/office/drawing/2014/main" id="{1A1D7525-F213-CF22-4BC1-5EC8F6DA5FD6}"/>
              </a:ext>
            </a:extLst>
          </p:cNvPr>
          <p:cNvSpPr>
            <a:spLocks/>
          </p:cNvSpPr>
          <p:nvPr/>
        </p:nvSpPr>
        <p:spPr>
          <a:xfrm rot="20809324">
            <a:off x="7513846" y="4164133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Heart 76">
            <a:extLst>
              <a:ext uri="{FF2B5EF4-FFF2-40B4-BE49-F238E27FC236}">
                <a16:creationId xmlns:a16="http://schemas.microsoft.com/office/drawing/2014/main" id="{181081EF-AEB2-E200-FB69-6E7CAEB89F9E}"/>
              </a:ext>
            </a:extLst>
          </p:cNvPr>
          <p:cNvSpPr>
            <a:spLocks/>
          </p:cNvSpPr>
          <p:nvPr/>
        </p:nvSpPr>
        <p:spPr>
          <a:xfrm rot="17535733">
            <a:off x="8374704" y="4827285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Heart 77">
            <a:extLst>
              <a:ext uri="{FF2B5EF4-FFF2-40B4-BE49-F238E27FC236}">
                <a16:creationId xmlns:a16="http://schemas.microsoft.com/office/drawing/2014/main" id="{A8E0FE29-B933-D5B5-D164-B2A298D18C04}"/>
              </a:ext>
            </a:extLst>
          </p:cNvPr>
          <p:cNvSpPr>
            <a:spLocks/>
          </p:cNvSpPr>
          <p:nvPr/>
        </p:nvSpPr>
        <p:spPr>
          <a:xfrm rot="18565230">
            <a:off x="8527104" y="4164133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Heart 78">
            <a:extLst>
              <a:ext uri="{FF2B5EF4-FFF2-40B4-BE49-F238E27FC236}">
                <a16:creationId xmlns:a16="http://schemas.microsoft.com/office/drawing/2014/main" id="{CF035E6A-74ED-B5F2-2F21-4D11197B0424}"/>
              </a:ext>
            </a:extLst>
          </p:cNvPr>
          <p:cNvSpPr>
            <a:spLocks/>
          </p:cNvSpPr>
          <p:nvPr/>
        </p:nvSpPr>
        <p:spPr>
          <a:xfrm>
            <a:off x="7291423" y="5152680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Heart 79">
            <a:extLst>
              <a:ext uri="{FF2B5EF4-FFF2-40B4-BE49-F238E27FC236}">
                <a16:creationId xmlns:a16="http://schemas.microsoft.com/office/drawing/2014/main" id="{73368FEB-7226-8E66-6AB2-B62ED8741917}"/>
              </a:ext>
            </a:extLst>
          </p:cNvPr>
          <p:cNvSpPr>
            <a:spLocks/>
          </p:cNvSpPr>
          <p:nvPr/>
        </p:nvSpPr>
        <p:spPr>
          <a:xfrm rot="1029497">
            <a:off x="7443823" y="4489528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Heart 80">
            <a:extLst>
              <a:ext uri="{FF2B5EF4-FFF2-40B4-BE49-F238E27FC236}">
                <a16:creationId xmlns:a16="http://schemas.microsoft.com/office/drawing/2014/main" id="{CB64F1B0-D029-CE84-E421-A26B4ED97039}"/>
              </a:ext>
            </a:extLst>
          </p:cNvPr>
          <p:cNvSpPr>
            <a:spLocks/>
          </p:cNvSpPr>
          <p:nvPr/>
        </p:nvSpPr>
        <p:spPr>
          <a:xfrm rot="18565230">
            <a:off x="7740387" y="4934376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Heart 81">
            <a:extLst>
              <a:ext uri="{FF2B5EF4-FFF2-40B4-BE49-F238E27FC236}">
                <a16:creationId xmlns:a16="http://schemas.microsoft.com/office/drawing/2014/main" id="{5D750AD8-3954-E67A-8614-FEAB035C4A50}"/>
              </a:ext>
            </a:extLst>
          </p:cNvPr>
          <p:cNvSpPr>
            <a:spLocks/>
          </p:cNvSpPr>
          <p:nvPr/>
        </p:nvSpPr>
        <p:spPr>
          <a:xfrm>
            <a:off x="8551818" y="3768715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Heart 82">
            <a:extLst>
              <a:ext uri="{FF2B5EF4-FFF2-40B4-BE49-F238E27FC236}">
                <a16:creationId xmlns:a16="http://schemas.microsoft.com/office/drawing/2014/main" id="{EA2E581D-F94E-2445-6CD9-097C6D99D9E5}"/>
              </a:ext>
            </a:extLst>
          </p:cNvPr>
          <p:cNvSpPr>
            <a:spLocks/>
          </p:cNvSpPr>
          <p:nvPr/>
        </p:nvSpPr>
        <p:spPr>
          <a:xfrm rot="1029497">
            <a:off x="8704218" y="3105563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Heart 83">
            <a:extLst>
              <a:ext uri="{FF2B5EF4-FFF2-40B4-BE49-F238E27FC236}">
                <a16:creationId xmlns:a16="http://schemas.microsoft.com/office/drawing/2014/main" id="{006CC6D5-0EB0-B940-7520-326AD6A4A845}"/>
              </a:ext>
            </a:extLst>
          </p:cNvPr>
          <p:cNvSpPr>
            <a:spLocks/>
          </p:cNvSpPr>
          <p:nvPr/>
        </p:nvSpPr>
        <p:spPr>
          <a:xfrm rot="19355906">
            <a:off x="9565076" y="3768715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Heart 84">
            <a:extLst>
              <a:ext uri="{FF2B5EF4-FFF2-40B4-BE49-F238E27FC236}">
                <a16:creationId xmlns:a16="http://schemas.microsoft.com/office/drawing/2014/main" id="{5DBEC741-9C27-7586-CC56-7CF1730F408F}"/>
              </a:ext>
            </a:extLst>
          </p:cNvPr>
          <p:cNvSpPr>
            <a:spLocks/>
          </p:cNvSpPr>
          <p:nvPr/>
        </p:nvSpPr>
        <p:spPr>
          <a:xfrm rot="20809324">
            <a:off x="7987524" y="3550411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Heart 85">
            <a:extLst>
              <a:ext uri="{FF2B5EF4-FFF2-40B4-BE49-F238E27FC236}">
                <a16:creationId xmlns:a16="http://schemas.microsoft.com/office/drawing/2014/main" id="{F6106B45-DD6E-6990-393A-1E8C011F301F}"/>
              </a:ext>
            </a:extLst>
          </p:cNvPr>
          <p:cNvSpPr>
            <a:spLocks/>
          </p:cNvSpPr>
          <p:nvPr/>
        </p:nvSpPr>
        <p:spPr>
          <a:xfrm rot="18565230">
            <a:off x="9000782" y="3550411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Heart 86">
            <a:extLst>
              <a:ext uri="{FF2B5EF4-FFF2-40B4-BE49-F238E27FC236}">
                <a16:creationId xmlns:a16="http://schemas.microsoft.com/office/drawing/2014/main" id="{5303387E-D7EF-5AF5-20A8-E4A285435BBC}"/>
              </a:ext>
            </a:extLst>
          </p:cNvPr>
          <p:cNvSpPr>
            <a:spLocks/>
          </p:cNvSpPr>
          <p:nvPr/>
        </p:nvSpPr>
        <p:spPr>
          <a:xfrm rot="1029497">
            <a:off x="7917501" y="3875806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Heart 87">
            <a:extLst>
              <a:ext uri="{FF2B5EF4-FFF2-40B4-BE49-F238E27FC236}">
                <a16:creationId xmlns:a16="http://schemas.microsoft.com/office/drawing/2014/main" id="{0E303146-563E-59F3-959F-F0064A770197}"/>
              </a:ext>
            </a:extLst>
          </p:cNvPr>
          <p:cNvSpPr>
            <a:spLocks/>
          </p:cNvSpPr>
          <p:nvPr/>
        </p:nvSpPr>
        <p:spPr>
          <a:xfrm rot="4521868">
            <a:off x="8873094" y="3941707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Heart 88">
            <a:extLst>
              <a:ext uri="{FF2B5EF4-FFF2-40B4-BE49-F238E27FC236}">
                <a16:creationId xmlns:a16="http://schemas.microsoft.com/office/drawing/2014/main" id="{7C9DCF2D-B1E7-FDCA-2362-CF99B845DD66}"/>
              </a:ext>
            </a:extLst>
          </p:cNvPr>
          <p:cNvSpPr>
            <a:spLocks/>
          </p:cNvSpPr>
          <p:nvPr/>
        </p:nvSpPr>
        <p:spPr>
          <a:xfrm rot="5551365">
            <a:off x="9025494" y="3278555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Heart 89">
            <a:extLst>
              <a:ext uri="{FF2B5EF4-FFF2-40B4-BE49-F238E27FC236}">
                <a16:creationId xmlns:a16="http://schemas.microsoft.com/office/drawing/2014/main" id="{A71E44C4-DB90-AA0F-5DF0-10FA0AE6BBA5}"/>
              </a:ext>
            </a:extLst>
          </p:cNvPr>
          <p:cNvSpPr>
            <a:spLocks/>
          </p:cNvSpPr>
          <p:nvPr/>
        </p:nvSpPr>
        <p:spPr>
          <a:xfrm rot="2277774">
            <a:off x="9886352" y="3941707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Heart 90">
            <a:extLst>
              <a:ext uri="{FF2B5EF4-FFF2-40B4-BE49-F238E27FC236}">
                <a16:creationId xmlns:a16="http://schemas.microsoft.com/office/drawing/2014/main" id="{4D0290BA-B122-817D-92E6-A6DE5FD775EF}"/>
              </a:ext>
            </a:extLst>
          </p:cNvPr>
          <p:cNvSpPr>
            <a:spLocks/>
          </p:cNvSpPr>
          <p:nvPr/>
        </p:nvSpPr>
        <p:spPr>
          <a:xfrm rot="3307271">
            <a:off x="10038752" y="3278555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Heart 91">
            <a:extLst>
              <a:ext uri="{FF2B5EF4-FFF2-40B4-BE49-F238E27FC236}">
                <a16:creationId xmlns:a16="http://schemas.microsoft.com/office/drawing/2014/main" id="{CE3CA145-3F0A-5C12-CC5F-C311E66B186C}"/>
              </a:ext>
            </a:extLst>
          </p:cNvPr>
          <p:cNvSpPr>
            <a:spLocks/>
          </p:cNvSpPr>
          <p:nvPr/>
        </p:nvSpPr>
        <p:spPr>
          <a:xfrm rot="3731192">
            <a:off x="8308800" y="3723403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Heart 92">
            <a:extLst>
              <a:ext uri="{FF2B5EF4-FFF2-40B4-BE49-F238E27FC236}">
                <a16:creationId xmlns:a16="http://schemas.microsoft.com/office/drawing/2014/main" id="{4F6F89B0-4372-0B2E-95BA-C04C51BA291F}"/>
              </a:ext>
            </a:extLst>
          </p:cNvPr>
          <p:cNvSpPr>
            <a:spLocks/>
          </p:cNvSpPr>
          <p:nvPr/>
        </p:nvSpPr>
        <p:spPr>
          <a:xfrm rot="1487098">
            <a:off x="9322058" y="3723403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Heart 93">
            <a:extLst>
              <a:ext uri="{FF2B5EF4-FFF2-40B4-BE49-F238E27FC236}">
                <a16:creationId xmlns:a16="http://schemas.microsoft.com/office/drawing/2014/main" id="{22D4B703-BC7A-8D6B-8AC2-778F5ACEA4F4}"/>
              </a:ext>
            </a:extLst>
          </p:cNvPr>
          <p:cNvSpPr>
            <a:spLocks/>
          </p:cNvSpPr>
          <p:nvPr/>
        </p:nvSpPr>
        <p:spPr>
          <a:xfrm rot="5551365">
            <a:off x="8238777" y="4048798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Heart 94">
            <a:extLst>
              <a:ext uri="{FF2B5EF4-FFF2-40B4-BE49-F238E27FC236}">
                <a16:creationId xmlns:a16="http://schemas.microsoft.com/office/drawing/2014/main" id="{04EB5C02-D63B-141E-5AA8-9AD2BA7A4B65}"/>
              </a:ext>
            </a:extLst>
          </p:cNvPr>
          <p:cNvSpPr>
            <a:spLocks/>
          </p:cNvSpPr>
          <p:nvPr/>
        </p:nvSpPr>
        <p:spPr>
          <a:xfrm rot="4521868">
            <a:off x="9346772" y="3327985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Heart 95">
            <a:extLst>
              <a:ext uri="{FF2B5EF4-FFF2-40B4-BE49-F238E27FC236}">
                <a16:creationId xmlns:a16="http://schemas.microsoft.com/office/drawing/2014/main" id="{C5F51962-2DDB-9404-B55A-A9509A44F489}"/>
              </a:ext>
            </a:extLst>
          </p:cNvPr>
          <p:cNvSpPr>
            <a:spLocks/>
          </p:cNvSpPr>
          <p:nvPr/>
        </p:nvSpPr>
        <p:spPr>
          <a:xfrm rot="2277774">
            <a:off x="10360030" y="3327985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Heart 96">
            <a:extLst>
              <a:ext uri="{FF2B5EF4-FFF2-40B4-BE49-F238E27FC236}">
                <a16:creationId xmlns:a16="http://schemas.microsoft.com/office/drawing/2014/main" id="{154FD3D1-8D2C-8A44-80EB-E15ED7404E0F}"/>
              </a:ext>
            </a:extLst>
          </p:cNvPr>
          <p:cNvSpPr>
            <a:spLocks/>
          </p:cNvSpPr>
          <p:nvPr/>
        </p:nvSpPr>
        <p:spPr>
          <a:xfrm rot="3731192">
            <a:off x="8782478" y="3109681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Heart 97">
            <a:extLst>
              <a:ext uri="{FF2B5EF4-FFF2-40B4-BE49-F238E27FC236}">
                <a16:creationId xmlns:a16="http://schemas.microsoft.com/office/drawing/2014/main" id="{8637BA9F-682E-4399-507D-2B81B4A3624F}"/>
              </a:ext>
            </a:extLst>
          </p:cNvPr>
          <p:cNvSpPr>
            <a:spLocks/>
          </p:cNvSpPr>
          <p:nvPr/>
        </p:nvSpPr>
        <p:spPr>
          <a:xfrm rot="1487098">
            <a:off x="9795736" y="3109681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Heart 98">
            <a:extLst>
              <a:ext uri="{FF2B5EF4-FFF2-40B4-BE49-F238E27FC236}">
                <a16:creationId xmlns:a16="http://schemas.microsoft.com/office/drawing/2014/main" id="{B7A4EB01-E000-3B08-5929-AEA5F96753EB}"/>
              </a:ext>
            </a:extLst>
          </p:cNvPr>
          <p:cNvSpPr>
            <a:spLocks/>
          </p:cNvSpPr>
          <p:nvPr/>
        </p:nvSpPr>
        <p:spPr>
          <a:xfrm rot="5551365">
            <a:off x="8712455" y="3435076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Heart 99">
            <a:extLst>
              <a:ext uri="{FF2B5EF4-FFF2-40B4-BE49-F238E27FC236}">
                <a16:creationId xmlns:a16="http://schemas.microsoft.com/office/drawing/2014/main" id="{48666977-11D0-45F9-CC11-090DD706BEFF}"/>
              </a:ext>
            </a:extLst>
          </p:cNvPr>
          <p:cNvSpPr>
            <a:spLocks/>
          </p:cNvSpPr>
          <p:nvPr/>
        </p:nvSpPr>
        <p:spPr>
          <a:xfrm>
            <a:off x="13988052" y="3583145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2F315BE7-8A68-869A-D5B1-E39916C629AC}"/>
              </a:ext>
            </a:extLst>
          </p:cNvPr>
          <p:cNvSpPr txBox="1"/>
          <p:nvPr/>
        </p:nvSpPr>
        <p:spPr>
          <a:xfrm>
            <a:off x="14535661" y="3402132"/>
            <a:ext cx="19029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Class 1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05BB60D-7616-9CA3-81A3-30E0651A87D4}"/>
              </a:ext>
            </a:extLst>
          </p:cNvPr>
          <p:cNvCxnSpPr>
            <a:cxnSpLocks/>
          </p:cNvCxnSpPr>
          <p:nvPr/>
        </p:nvCxnSpPr>
        <p:spPr>
          <a:xfrm flipV="1">
            <a:off x="6104238" y="2891481"/>
            <a:ext cx="5906530" cy="60548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18465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FB3E8EC-F333-7DFB-7DC3-80D7BB9A94AE}"/>
              </a:ext>
            </a:extLst>
          </p:cNvPr>
          <p:cNvSpPr/>
          <p:nvPr/>
        </p:nvSpPr>
        <p:spPr>
          <a:xfrm rot="2673689">
            <a:off x="8630057" y="1687855"/>
            <a:ext cx="864973" cy="8402730"/>
          </a:xfrm>
          <a:prstGeom prst="rect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785A5F-3E9A-D3D1-3168-9D138359C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Idea Shown Visually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15E0E8F5-FF71-712F-2523-CDFB270812E5}"/>
              </a:ext>
            </a:extLst>
          </p:cNvPr>
          <p:cNvGrpSpPr/>
          <p:nvPr/>
        </p:nvGrpSpPr>
        <p:grpSpPr>
          <a:xfrm>
            <a:off x="6558264" y="3212757"/>
            <a:ext cx="5165124" cy="5165124"/>
            <a:chOff x="6672648" y="2866768"/>
            <a:chExt cx="5165124" cy="5165124"/>
          </a:xfrm>
        </p:grpSpPr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2571B3E6-C329-50E1-82A2-6B2CD09E510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2648" y="2866768"/>
              <a:ext cx="0" cy="5165124"/>
            </a:xfrm>
            <a:prstGeom prst="straightConnector1">
              <a:avLst/>
            </a:prstGeom>
            <a:ln w="762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8D5D6CF1-8703-F3D8-AFC3-3E7A4103CC34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9255210" y="5449330"/>
              <a:ext cx="0" cy="5165124"/>
            </a:xfrm>
            <a:prstGeom prst="straightConnector1">
              <a:avLst/>
            </a:prstGeom>
            <a:ln w="762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sp>
        <p:nvSpPr>
          <p:cNvPr id="44" name="5-Point Star 43">
            <a:extLst>
              <a:ext uri="{FF2B5EF4-FFF2-40B4-BE49-F238E27FC236}">
                <a16:creationId xmlns:a16="http://schemas.microsoft.com/office/drawing/2014/main" id="{543CC6DE-BCF5-F71D-5211-369FEFCE8E8A}"/>
              </a:ext>
            </a:extLst>
          </p:cNvPr>
          <p:cNvSpPr>
            <a:spLocks noChangeAspect="1"/>
          </p:cNvSpPr>
          <p:nvPr/>
        </p:nvSpPr>
        <p:spPr>
          <a:xfrm>
            <a:off x="10972799" y="6663998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5" name="5-Point Star 44">
            <a:extLst>
              <a:ext uri="{FF2B5EF4-FFF2-40B4-BE49-F238E27FC236}">
                <a16:creationId xmlns:a16="http://schemas.microsoft.com/office/drawing/2014/main" id="{2E1F2420-15B3-C216-2BA6-6FB355B48195}"/>
              </a:ext>
            </a:extLst>
          </p:cNvPr>
          <p:cNvSpPr>
            <a:spLocks noChangeAspect="1"/>
          </p:cNvSpPr>
          <p:nvPr/>
        </p:nvSpPr>
        <p:spPr>
          <a:xfrm>
            <a:off x="11125199" y="7508380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6" name="5-Point Star 45">
            <a:extLst>
              <a:ext uri="{FF2B5EF4-FFF2-40B4-BE49-F238E27FC236}">
                <a16:creationId xmlns:a16="http://schemas.microsoft.com/office/drawing/2014/main" id="{52458FF5-4AFA-80CA-9708-0F4FB14EDA56}"/>
              </a:ext>
            </a:extLst>
          </p:cNvPr>
          <p:cNvSpPr>
            <a:spLocks noChangeAspect="1"/>
          </p:cNvSpPr>
          <p:nvPr/>
        </p:nvSpPr>
        <p:spPr>
          <a:xfrm>
            <a:off x="9963659" y="6816398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7" name="5-Point Star 46">
            <a:extLst>
              <a:ext uri="{FF2B5EF4-FFF2-40B4-BE49-F238E27FC236}">
                <a16:creationId xmlns:a16="http://schemas.microsoft.com/office/drawing/2014/main" id="{4F8590E7-5B51-F35B-3E32-6CB5FE151ED2}"/>
              </a:ext>
            </a:extLst>
          </p:cNvPr>
          <p:cNvSpPr>
            <a:spLocks noChangeAspect="1"/>
          </p:cNvSpPr>
          <p:nvPr/>
        </p:nvSpPr>
        <p:spPr>
          <a:xfrm rot="2219433">
            <a:off x="11125199" y="5333582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8" name="5-Point Star 47">
            <a:extLst>
              <a:ext uri="{FF2B5EF4-FFF2-40B4-BE49-F238E27FC236}">
                <a16:creationId xmlns:a16="http://schemas.microsoft.com/office/drawing/2014/main" id="{D143C6F5-31DC-2288-AE25-A4766470F96E}"/>
              </a:ext>
            </a:extLst>
          </p:cNvPr>
          <p:cNvSpPr>
            <a:spLocks noChangeAspect="1"/>
          </p:cNvSpPr>
          <p:nvPr/>
        </p:nvSpPr>
        <p:spPr>
          <a:xfrm rot="2219433">
            <a:off x="11277599" y="6177964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9" name="5-Point Star 48">
            <a:extLst>
              <a:ext uri="{FF2B5EF4-FFF2-40B4-BE49-F238E27FC236}">
                <a16:creationId xmlns:a16="http://schemas.microsoft.com/office/drawing/2014/main" id="{C6BDCCCB-388A-4902-3F8D-82D746B0B66A}"/>
              </a:ext>
            </a:extLst>
          </p:cNvPr>
          <p:cNvSpPr>
            <a:spLocks noChangeAspect="1"/>
          </p:cNvSpPr>
          <p:nvPr/>
        </p:nvSpPr>
        <p:spPr>
          <a:xfrm rot="2219433">
            <a:off x="10116059" y="5485982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0" name="5-Point Star 49">
            <a:extLst>
              <a:ext uri="{FF2B5EF4-FFF2-40B4-BE49-F238E27FC236}">
                <a16:creationId xmlns:a16="http://schemas.microsoft.com/office/drawing/2014/main" id="{A42EF5CF-66DF-DA2B-9956-FF290E185635}"/>
              </a:ext>
            </a:extLst>
          </p:cNvPr>
          <p:cNvSpPr>
            <a:spLocks noChangeAspect="1"/>
          </p:cNvSpPr>
          <p:nvPr/>
        </p:nvSpPr>
        <p:spPr>
          <a:xfrm rot="19221809">
            <a:off x="9444674" y="6816398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1" name="5-Point Star 50">
            <a:extLst>
              <a:ext uri="{FF2B5EF4-FFF2-40B4-BE49-F238E27FC236}">
                <a16:creationId xmlns:a16="http://schemas.microsoft.com/office/drawing/2014/main" id="{753953E6-4D5B-9C71-06D3-874B249DEF98}"/>
              </a:ext>
            </a:extLst>
          </p:cNvPr>
          <p:cNvSpPr>
            <a:spLocks noChangeAspect="1"/>
          </p:cNvSpPr>
          <p:nvPr/>
        </p:nvSpPr>
        <p:spPr>
          <a:xfrm rot="19221809">
            <a:off x="8435534" y="6968798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2" name="5-Point Star 51">
            <a:extLst>
              <a:ext uri="{FF2B5EF4-FFF2-40B4-BE49-F238E27FC236}">
                <a16:creationId xmlns:a16="http://schemas.microsoft.com/office/drawing/2014/main" id="{14AF48D9-0AAD-9064-F3AB-12F21BB976D2}"/>
              </a:ext>
            </a:extLst>
          </p:cNvPr>
          <p:cNvSpPr>
            <a:spLocks noChangeAspect="1"/>
          </p:cNvSpPr>
          <p:nvPr/>
        </p:nvSpPr>
        <p:spPr>
          <a:xfrm rot="21441242">
            <a:off x="9749474" y="6330364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3" name="5-Point Star 52">
            <a:extLst>
              <a:ext uri="{FF2B5EF4-FFF2-40B4-BE49-F238E27FC236}">
                <a16:creationId xmlns:a16="http://schemas.microsoft.com/office/drawing/2014/main" id="{102AA1E4-D41D-ED38-8823-654C4973415A}"/>
              </a:ext>
            </a:extLst>
          </p:cNvPr>
          <p:cNvSpPr>
            <a:spLocks noChangeAspect="1"/>
          </p:cNvSpPr>
          <p:nvPr/>
        </p:nvSpPr>
        <p:spPr>
          <a:xfrm rot="21103147">
            <a:off x="11125199" y="5753709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4" name="5-Point Star 53">
            <a:extLst>
              <a:ext uri="{FF2B5EF4-FFF2-40B4-BE49-F238E27FC236}">
                <a16:creationId xmlns:a16="http://schemas.microsoft.com/office/drawing/2014/main" id="{D85BDB10-FD7D-2FFE-3692-3B39C19C119B}"/>
              </a:ext>
            </a:extLst>
          </p:cNvPr>
          <p:cNvSpPr>
            <a:spLocks noChangeAspect="1"/>
          </p:cNvSpPr>
          <p:nvPr/>
        </p:nvSpPr>
        <p:spPr>
          <a:xfrm rot="1722580">
            <a:off x="11277599" y="4423293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5" name="5-Point Star 54">
            <a:extLst>
              <a:ext uri="{FF2B5EF4-FFF2-40B4-BE49-F238E27FC236}">
                <a16:creationId xmlns:a16="http://schemas.microsoft.com/office/drawing/2014/main" id="{21FCA0A1-3425-FA3B-7EA6-7186C923083A}"/>
              </a:ext>
            </a:extLst>
          </p:cNvPr>
          <p:cNvSpPr>
            <a:spLocks noChangeAspect="1"/>
          </p:cNvSpPr>
          <p:nvPr/>
        </p:nvSpPr>
        <p:spPr>
          <a:xfrm rot="1722580">
            <a:off x="11429999" y="5267675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6" name="5-Point Star 55">
            <a:extLst>
              <a:ext uri="{FF2B5EF4-FFF2-40B4-BE49-F238E27FC236}">
                <a16:creationId xmlns:a16="http://schemas.microsoft.com/office/drawing/2014/main" id="{7137E658-B0C7-04C6-351B-8CED364B0537}"/>
              </a:ext>
            </a:extLst>
          </p:cNvPr>
          <p:cNvSpPr>
            <a:spLocks noChangeAspect="1"/>
          </p:cNvSpPr>
          <p:nvPr/>
        </p:nvSpPr>
        <p:spPr>
          <a:xfrm>
            <a:off x="10111941" y="7434240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7" name="5-Point Star 56">
            <a:extLst>
              <a:ext uri="{FF2B5EF4-FFF2-40B4-BE49-F238E27FC236}">
                <a16:creationId xmlns:a16="http://schemas.microsoft.com/office/drawing/2014/main" id="{70DAC4EC-9A93-E622-5DBA-B93D47BC3F94}"/>
              </a:ext>
            </a:extLst>
          </p:cNvPr>
          <p:cNvSpPr>
            <a:spLocks noChangeAspect="1"/>
          </p:cNvSpPr>
          <p:nvPr/>
        </p:nvSpPr>
        <p:spPr>
          <a:xfrm>
            <a:off x="9102801" y="7586640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8" name="5-Point Star 57">
            <a:extLst>
              <a:ext uri="{FF2B5EF4-FFF2-40B4-BE49-F238E27FC236}">
                <a16:creationId xmlns:a16="http://schemas.microsoft.com/office/drawing/2014/main" id="{A5FDAEB5-F14D-C16A-BD51-B2F5ECDAD99B}"/>
              </a:ext>
            </a:extLst>
          </p:cNvPr>
          <p:cNvSpPr>
            <a:spLocks noChangeAspect="1"/>
          </p:cNvSpPr>
          <p:nvPr/>
        </p:nvSpPr>
        <p:spPr>
          <a:xfrm rot="19221809">
            <a:off x="8583816" y="7586640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9" name="5-Point Star 58">
            <a:extLst>
              <a:ext uri="{FF2B5EF4-FFF2-40B4-BE49-F238E27FC236}">
                <a16:creationId xmlns:a16="http://schemas.microsoft.com/office/drawing/2014/main" id="{B5168312-A2CE-BDAB-B07C-8060F09C44A9}"/>
              </a:ext>
            </a:extLst>
          </p:cNvPr>
          <p:cNvSpPr>
            <a:spLocks noChangeAspect="1"/>
          </p:cNvSpPr>
          <p:nvPr/>
        </p:nvSpPr>
        <p:spPr>
          <a:xfrm rot="21441242">
            <a:off x="8888616" y="7100606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97BECBF-A583-B842-412A-056A8A2063B7}"/>
              </a:ext>
            </a:extLst>
          </p:cNvPr>
          <p:cNvSpPr/>
          <p:nvPr/>
        </p:nvSpPr>
        <p:spPr>
          <a:xfrm>
            <a:off x="13567719" y="2644346"/>
            <a:ext cx="3212757" cy="2048403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5-Point Star 60">
            <a:extLst>
              <a:ext uri="{FF2B5EF4-FFF2-40B4-BE49-F238E27FC236}">
                <a16:creationId xmlns:a16="http://schemas.microsoft.com/office/drawing/2014/main" id="{A1AD327D-40DA-2CD5-BBD7-551F169316F5}"/>
              </a:ext>
            </a:extLst>
          </p:cNvPr>
          <p:cNvSpPr>
            <a:spLocks noChangeAspect="1"/>
          </p:cNvSpPr>
          <p:nvPr/>
        </p:nvSpPr>
        <p:spPr>
          <a:xfrm>
            <a:off x="14000207" y="4056708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697360D-5751-A5EE-9052-117917BB3723}"/>
              </a:ext>
            </a:extLst>
          </p:cNvPr>
          <p:cNvSpPr txBox="1"/>
          <p:nvPr/>
        </p:nvSpPr>
        <p:spPr>
          <a:xfrm>
            <a:off x="14556259" y="3892282"/>
            <a:ext cx="19029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Class 2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9D2C30E-7237-D8B4-0BBE-28CB28E10F4E}"/>
              </a:ext>
            </a:extLst>
          </p:cNvPr>
          <p:cNvSpPr txBox="1"/>
          <p:nvPr/>
        </p:nvSpPr>
        <p:spPr>
          <a:xfrm>
            <a:off x="14222626" y="2685427"/>
            <a:ext cx="19029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</a:rPr>
              <a:t>Legend</a:t>
            </a:r>
          </a:p>
        </p:txBody>
      </p:sp>
      <p:sp>
        <p:nvSpPr>
          <p:cNvPr id="64" name="5-Point Star 63">
            <a:extLst>
              <a:ext uri="{FF2B5EF4-FFF2-40B4-BE49-F238E27FC236}">
                <a16:creationId xmlns:a16="http://schemas.microsoft.com/office/drawing/2014/main" id="{D56B3AFF-4C5C-D6B2-D6C6-28995854DEFD}"/>
              </a:ext>
            </a:extLst>
          </p:cNvPr>
          <p:cNvSpPr>
            <a:spLocks noChangeAspect="1"/>
          </p:cNvSpPr>
          <p:nvPr/>
        </p:nvSpPr>
        <p:spPr>
          <a:xfrm rot="19221809">
            <a:off x="10046033" y="6355076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5" name="5-Point Star 64">
            <a:extLst>
              <a:ext uri="{FF2B5EF4-FFF2-40B4-BE49-F238E27FC236}">
                <a16:creationId xmlns:a16="http://schemas.microsoft.com/office/drawing/2014/main" id="{BE29E911-FB53-B8AB-F7FC-0650E5CB79E8}"/>
              </a:ext>
            </a:extLst>
          </p:cNvPr>
          <p:cNvSpPr>
            <a:spLocks noChangeAspect="1"/>
          </p:cNvSpPr>
          <p:nvPr/>
        </p:nvSpPr>
        <p:spPr>
          <a:xfrm rot="21441242">
            <a:off x="10499115" y="6486884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6" name="5-Point Star 65">
            <a:extLst>
              <a:ext uri="{FF2B5EF4-FFF2-40B4-BE49-F238E27FC236}">
                <a16:creationId xmlns:a16="http://schemas.microsoft.com/office/drawing/2014/main" id="{197EEDBA-2D3C-44B2-E7D4-036D53C84474}"/>
              </a:ext>
            </a:extLst>
          </p:cNvPr>
          <p:cNvSpPr>
            <a:spLocks noChangeAspect="1"/>
          </p:cNvSpPr>
          <p:nvPr/>
        </p:nvSpPr>
        <p:spPr>
          <a:xfrm>
            <a:off x="9201660" y="7314791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7" name="5-Point Star 66">
            <a:extLst>
              <a:ext uri="{FF2B5EF4-FFF2-40B4-BE49-F238E27FC236}">
                <a16:creationId xmlns:a16="http://schemas.microsoft.com/office/drawing/2014/main" id="{9A59A454-F297-698E-0BD7-F9B4A48B012B}"/>
              </a:ext>
            </a:extLst>
          </p:cNvPr>
          <p:cNvSpPr>
            <a:spLocks noChangeAspect="1"/>
          </p:cNvSpPr>
          <p:nvPr/>
        </p:nvSpPr>
        <p:spPr>
          <a:xfrm rot="2219433">
            <a:off x="9354060" y="5984375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8" name="5-Point Star 67">
            <a:extLst>
              <a:ext uri="{FF2B5EF4-FFF2-40B4-BE49-F238E27FC236}">
                <a16:creationId xmlns:a16="http://schemas.microsoft.com/office/drawing/2014/main" id="{C056B76C-2C88-EA20-5FF2-8AFD3675F220}"/>
              </a:ext>
            </a:extLst>
          </p:cNvPr>
          <p:cNvSpPr>
            <a:spLocks noChangeAspect="1"/>
          </p:cNvSpPr>
          <p:nvPr/>
        </p:nvSpPr>
        <p:spPr>
          <a:xfrm>
            <a:off x="9349942" y="7932633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9" name="5-Point Star 68">
            <a:extLst>
              <a:ext uri="{FF2B5EF4-FFF2-40B4-BE49-F238E27FC236}">
                <a16:creationId xmlns:a16="http://schemas.microsoft.com/office/drawing/2014/main" id="{BB5C643B-0E64-F010-FE56-718BEF10A30D}"/>
              </a:ext>
            </a:extLst>
          </p:cNvPr>
          <p:cNvSpPr>
            <a:spLocks noChangeAspect="1"/>
          </p:cNvSpPr>
          <p:nvPr/>
        </p:nvSpPr>
        <p:spPr>
          <a:xfrm rot="19221809">
            <a:off x="9284034" y="6853469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0" name="5-Point Star 69">
            <a:extLst>
              <a:ext uri="{FF2B5EF4-FFF2-40B4-BE49-F238E27FC236}">
                <a16:creationId xmlns:a16="http://schemas.microsoft.com/office/drawing/2014/main" id="{32D370B7-7918-F4B3-C439-3504D348078D}"/>
              </a:ext>
            </a:extLst>
          </p:cNvPr>
          <p:cNvSpPr>
            <a:spLocks noChangeAspect="1"/>
          </p:cNvSpPr>
          <p:nvPr/>
        </p:nvSpPr>
        <p:spPr>
          <a:xfrm rot="21441242">
            <a:off x="9737116" y="6985277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1" name="Heart 70">
            <a:extLst>
              <a:ext uri="{FF2B5EF4-FFF2-40B4-BE49-F238E27FC236}">
                <a16:creationId xmlns:a16="http://schemas.microsoft.com/office/drawing/2014/main" id="{4D5436AC-BFAA-0FF7-048E-601770BF0232}"/>
              </a:ext>
            </a:extLst>
          </p:cNvPr>
          <p:cNvSpPr>
            <a:spLocks/>
          </p:cNvSpPr>
          <p:nvPr/>
        </p:nvSpPr>
        <p:spPr>
          <a:xfrm>
            <a:off x="8078140" y="4382437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Heart 71">
            <a:extLst>
              <a:ext uri="{FF2B5EF4-FFF2-40B4-BE49-F238E27FC236}">
                <a16:creationId xmlns:a16="http://schemas.microsoft.com/office/drawing/2014/main" id="{0F4B212B-99CB-47A8-26A4-CCA726E59047}"/>
              </a:ext>
            </a:extLst>
          </p:cNvPr>
          <p:cNvSpPr>
            <a:spLocks/>
          </p:cNvSpPr>
          <p:nvPr/>
        </p:nvSpPr>
        <p:spPr>
          <a:xfrm rot="1029497">
            <a:off x="8230540" y="3719285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Heart 72">
            <a:extLst>
              <a:ext uri="{FF2B5EF4-FFF2-40B4-BE49-F238E27FC236}">
                <a16:creationId xmlns:a16="http://schemas.microsoft.com/office/drawing/2014/main" id="{AB2BD0EA-102F-480D-56F9-75E3535E5884}"/>
              </a:ext>
            </a:extLst>
          </p:cNvPr>
          <p:cNvSpPr>
            <a:spLocks/>
          </p:cNvSpPr>
          <p:nvPr/>
        </p:nvSpPr>
        <p:spPr>
          <a:xfrm rot="19355906">
            <a:off x="9091398" y="4382437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Heart 73">
            <a:extLst>
              <a:ext uri="{FF2B5EF4-FFF2-40B4-BE49-F238E27FC236}">
                <a16:creationId xmlns:a16="http://schemas.microsoft.com/office/drawing/2014/main" id="{D05DE051-A849-1724-CAFF-98FAC31D49CF}"/>
              </a:ext>
            </a:extLst>
          </p:cNvPr>
          <p:cNvSpPr>
            <a:spLocks/>
          </p:cNvSpPr>
          <p:nvPr/>
        </p:nvSpPr>
        <p:spPr>
          <a:xfrm rot="20385403">
            <a:off x="9243798" y="3719285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Heart 74">
            <a:extLst>
              <a:ext uri="{FF2B5EF4-FFF2-40B4-BE49-F238E27FC236}">
                <a16:creationId xmlns:a16="http://schemas.microsoft.com/office/drawing/2014/main" id="{20DEE981-6F40-D49A-736E-C4D53A25944D}"/>
              </a:ext>
            </a:extLst>
          </p:cNvPr>
          <p:cNvSpPr>
            <a:spLocks/>
          </p:cNvSpPr>
          <p:nvPr/>
        </p:nvSpPr>
        <p:spPr>
          <a:xfrm rot="19779827">
            <a:off x="7361446" y="4827285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Heart 75">
            <a:extLst>
              <a:ext uri="{FF2B5EF4-FFF2-40B4-BE49-F238E27FC236}">
                <a16:creationId xmlns:a16="http://schemas.microsoft.com/office/drawing/2014/main" id="{1A1D7525-F213-CF22-4BC1-5EC8F6DA5FD6}"/>
              </a:ext>
            </a:extLst>
          </p:cNvPr>
          <p:cNvSpPr>
            <a:spLocks/>
          </p:cNvSpPr>
          <p:nvPr/>
        </p:nvSpPr>
        <p:spPr>
          <a:xfrm rot="20809324">
            <a:off x="7513846" y="4164133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Heart 76">
            <a:extLst>
              <a:ext uri="{FF2B5EF4-FFF2-40B4-BE49-F238E27FC236}">
                <a16:creationId xmlns:a16="http://schemas.microsoft.com/office/drawing/2014/main" id="{181081EF-AEB2-E200-FB69-6E7CAEB89F9E}"/>
              </a:ext>
            </a:extLst>
          </p:cNvPr>
          <p:cNvSpPr>
            <a:spLocks/>
          </p:cNvSpPr>
          <p:nvPr/>
        </p:nvSpPr>
        <p:spPr>
          <a:xfrm rot="17535733">
            <a:off x="8374704" y="4827285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Heart 77">
            <a:extLst>
              <a:ext uri="{FF2B5EF4-FFF2-40B4-BE49-F238E27FC236}">
                <a16:creationId xmlns:a16="http://schemas.microsoft.com/office/drawing/2014/main" id="{A8E0FE29-B933-D5B5-D164-B2A298D18C04}"/>
              </a:ext>
            </a:extLst>
          </p:cNvPr>
          <p:cNvSpPr>
            <a:spLocks/>
          </p:cNvSpPr>
          <p:nvPr/>
        </p:nvSpPr>
        <p:spPr>
          <a:xfrm rot="18565230">
            <a:off x="8527104" y="4164133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Heart 78">
            <a:extLst>
              <a:ext uri="{FF2B5EF4-FFF2-40B4-BE49-F238E27FC236}">
                <a16:creationId xmlns:a16="http://schemas.microsoft.com/office/drawing/2014/main" id="{CF035E6A-74ED-B5F2-2F21-4D11197B0424}"/>
              </a:ext>
            </a:extLst>
          </p:cNvPr>
          <p:cNvSpPr>
            <a:spLocks/>
          </p:cNvSpPr>
          <p:nvPr/>
        </p:nvSpPr>
        <p:spPr>
          <a:xfrm>
            <a:off x="7291423" y="5152680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Heart 79">
            <a:extLst>
              <a:ext uri="{FF2B5EF4-FFF2-40B4-BE49-F238E27FC236}">
                <a16:creationId xmlns:a16="http://schemas.microsoft.com/office/drawing/2014/main" id="{73368FEB-7226-8E66-6AB2-B62ED8741917}"/>
              </a:ext>
            </a:extLst>
          </p:cNvPr>
          <p:cNvSpPr>
            <a:spLocks/>
          </p:cNvSpPr>
          <p:nvPr/>
        </p:nvSpPr>
        <p:spPr>
          <a:xfrm rot="1029497">
            <a:off x="7443823" y="4489528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Heart 80">
            <a:extLst>
              <a:ext uri="{FF2B5EF4-FFF2-40B4-BE49-F238E27FC236}">
                <a16:creationId xmlns:a16="http://schemas.microsoft.com/office/drawing/2014/main" id="{CB64F1B0-D029-CE84-E421-A26B4ED97039}"/>
              </a:ext>
            </a:extLst>
          </p:cNvPr>
          <p:cNvSpPr>
            <a:spLocks/>
          </p:cNvSpPr>
          <p:nvPr/>
        </p:nvSpPr>
        <p:spPr>
          <a:xfrm rot="18565230">
            <a:off x="7740387" y="4934376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Heart 81">
            <a:extLst>
              <a:ext uri="{FF2B5EF4-FFF2-40B4-BE49-F238E27FC236}">
                <a16:creationId xmlns:a16="http://schemas.microsoft.com/office/drawing/2014/main" id="{5D750AD8-3954-E67A-8614-FEAB035C4A50}"/>
              </a:ext>
            </a:extLst>
          </p:cNvPr>
          <p:cNvSpPr>
            <a:spLocks/>
          </p:cNvSpPr>
          <p:nvPr/>
        </p:nvSpPr>
        <p:spPr>
          <a:xfrm>
            <a:off x="8551818" y="3768715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Heart 82">
            <a:extLst>
              <a:ext uri="{FF2B5EF4-FFF2-40B4-BE49-F238E27FC236}">
                <a16:creationId xmlns:a16="http://schemas.microsoft.com/office/drawing/2014/main" id="{EA2E581D-F94E-2445-6CD9-097C6D99D9E5}"/>
              </a:ext>
            </a:extLst>
          </p:cNvPr>
          <p:cNvSpPr>
            <a:spLocks/>
          </p:cNvSpPr>
          <p:nvPr/>
        </p:nvSpPr>
        <p:spPr>
          <a:xfrm rot="1029497">
            <a:off x="8704218" y="3105563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Heart 83">
            <a:extLst>
              <a:ext uri="{FF2B5EF4-FFF2-40B4-BE49-F238E27FC236}">
                <a16:creationId xmlns:a16="http://schemas.microsoft.com/office/drawing/2014/main" id="{006CC6D5-0EB0-B940-7520-326AD6A4A845}"/>
              </a:ext>
            </a:extLst>
          </p:cNvPr>
          <p:cNvSpPr>
            <a:spLocks/>
          </p:cNvSpPr>
          <p:nvPr/>
        </p:nvSpPr>
        <p:spPr>
          <a:xfrm rot="19355906">
            <a:off x="9565076" y="3768715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Heart 84">
            <a:extLst>
              <a:ext uri="{FF2B5EF4-FFF2-40B4-BE49-F238E27FC236}">
                <a16:creationId xmlns:a16="http://schemas.microsoft.com/office/drawing/2014/main" id="{5DBEC741-9C27-7586-CC56-7CF1730F408F}"/>
              </a:ext>
            </a:extLst>
          </p:cNvPr>
          <p:cNvSpPr>
            <a:spLocks/>
          </p:cNvSpPr>
          <p:nvPr/>
        </p:nvSpPr>
        <p:spPr>
          <a:xfrm rot="20809324">
            <a:off x="7987524" y="3550411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Heart 85">
            <a:extLst>
              <a:ext uri="{FF2B5EF4-FFF2-40B4-BE49-F238E27FC236}">
                <a16:creationId xmlns:a16="http://schemas.microsoft.com/office/drawing/2014/main" id="{F6106B45-DD6E-6990-393A-1E8C011F301F}"/>
              </a:ext>
            </a:extLst>
          </p:cNvPr>
          <p:cNvSpPr>
            <a:spLocks/>
          </p:cNvSpPr>
          <p:nvPr/>
        </p:nvSpPr>
        <p:spPr>
          <a:xfrm rot="18565230">
            <a:off x="9000782" y="3550411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Heart 86">
            <a:extLst>
              <a:ext uri="{FF2B5EF4-FFF2-40B4-BE49-F238E27FC236}">
                <a16:creationId xmlns:a16="http://schemas.microsoft.com/office/drawing/2014/main" id="{5303387E-D7EF-5AF5-20A8-E4A285435BBC}"/>
              </a:ext>
            </a:extLst>
          </p:cNvPr>
          <p:cNvSpPr>
            <a:spLocks/>
          </p:cNvSpPr>
          <p:nvPr/>
        </p:nvSpPr>
        <p:spPr>
          <a:xfrm rot="1029497">
            <a:off x="7917501" y="3875806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Heart 87">
            <a:extLst>
              <a:ext uri="{FF2B5EF4-FFF2-40B4-BE49-F238E27FC236}">
                <a16:creationId xmlns:a16="http://schemas.microsoft.com/office/drawing/2014/main" id="{0E303146-563E-59F3-959F-F0064A770197}"/>
              </a:ext>
            </a:extLst>
          </p:cNvPr>
          <p:cNvSpPr>
            <a:spLocks/>
          </p:cNvSpPr>
          <p:nvPr/>
        </p:nvSpPr>
        <p:spPr>
          <a:xfrm rot="4521868">
            <a:off x="8873094" y="3941707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Heart 88">
            <a:extLst>
              <a:ext uri="{FF2B5EF4-FFF2-40B4-BE49-F238E27FC236}">
                <a16:creationId xmlns:a16="http://schemas.microsoft.com/office/drawing/2014/main" id="{7C9DCF2D-B1E7-FDCA-2362-CF99B845DD66}"/>
              </a:ext>
            </a:extLst>
          </p:cNvPr>
          <p:cNvSpPr>
            <a:spLocks/>
          </p:cNvSpPr>
          <p:nvPr/>
        </p:nvSpPr>
        <p:spPr>
          <a:xfrm rot="5551365">
            <a:off x="9025494" y="3278555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Heart 89">
            <a:extLst>
              <a:ext uri="{FF2B5EF4-FFF2-40B4-BE49-F238E27FC236}">
                <a16:creationId xmlns:a16="http://schemas.microsoft.com/office/drawing/2014/main" id="{A71E44C4-DB90-AA0F-5DF0-10FA0AE6BBA5}"/>
              </a:ext>
            </a:extLst>
          </p:cNvPr>
          <p:cNvSpPr>
            <a:spLocks/>
          </p:cNvSpPr>
          <p:nvPr/>
        </p:nvSpPr>
        <p:spPr>
          <a:xfrm rot="2277774">
            <a:off x="9886352" y="3941707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Heart 90">
            <a:extLst>
              <a:ext uri="{FF2B5EF4-FFF2-40B4-BE49-F238E27FC236}">
                <a16:creationId xmlns:a16="http://schemas.microsoft.com/office/drawing/2014/main" id="{4D0290BA-B122-817D-92E6-A6DE5FD775EF}"/>
              </a:ext>
            </a:extLst>
          </p:cNvPr>
          <p:cNvSpPr>
            <a:spLocks/>
          </p:cNvSpPr>
          <p:nvPr/>
        </p:nvSpPr>
        <p:spPr>
          <a:xfrm rot="3307271">
            <a:off x="10038752" y="3278555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Heart 91">
            <a:extLst>
              <a:ext uri="{FF2B5EF4-FFF2-40B4-BE49-F238E27FC236}">
                <a16:creationId xmlns:a16="http://schemas.microsoft.com/office/drawing/2014/main" id="{CE3CA145-3F0A-5C12-CC5F-C311E66B186C}"/>
              </a:ext>
            </a:extLst>
          </p:cNvPr>
          <p:cNvSpPr>
            <a:spLocks/>
          </p:cNvSpPr>
          <p:nvPr/>
        </p:nvSpPr>
        <p:spPr>
          <a:xfrm rot="3731192">
            <a:off x="8308800" y="3723403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Heart 92">
            <a:extLst>
              <a:ext uri="{FF2B5EF4-FFF2-40B4-BE49-F238E27FC236}">
                <a16:creationId xmlns:a16="http://schemas.microsoft.com/office/drawing/2014/main" id="{4F6F89B0-4372-0B2E-95BA-C04C51BA291F}"/>
              </a:ext>
            </a:extLst>
          </p:cNvPr>
          <p:cNvSpPr>
            <a:spLocks/>
          </p:cNvSpPr>
          <p:nvPr/>
        </p:nvSpPr>
        <p:spPr>
          <a:xfrm rot="1487098">
            <a:off x="9322058" y="3723403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Heart 93">
            <a:extLst>
              <a:ext uri="{FF2B5EF4-FFF2-40B4-BE49-F238E27FC236}">
                <a16:creationId xmlns:a16="http://schemas.microsoft.com/office/drawing/2014/main" id="{22D4B703-BC7A-8D6B-8AC2-778F5ACEA4F4}"/>
              </a:ext>
            </a:extLst>
          </p:cNvPr>
          <p:cNvSpPr>
            <a:spLocks/>
          </p:cNvSpPr>
          <p:nvPr/>
        </p:nvSpPr>
        <p:spPr>
          <a:xfrm rot="5551365">
            <a:off x="8238777" y="4048798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Heart 94">
            <a:extLst>
              <a:ext uri="{FF2B5EF4-FFF2-40B4-BE49-F238E27FC236}">
                <a16:creationId xmlns:a16="http://schemas.microsoft.com/office/drawing/2014/main" id="{04EB5C02-D63B-141E-5AA8-9AD2BA7A4B65}"/>
              </a:ext>
            </a:extLst>
          </p:cNvPr>
          <p:cNvSpPr>
            <a:spLocks/>
          </p:cNvSpPr>
          <p:nvPr/>
        </p:nvSpPr>
        <p:spPr>
          <a:xfrm rot="4521868">
            <a:off x="9346772" y="3327985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Heart 95">
            <a:extLst>
              <a:ext uri="{FF2B5EF4-FFF2-40B4-BE49-F238E27FC236}">
                <a16:creationId xmlns:a16="http://schemas.microsoft.com/office/drawing/2014/main" id="{C5F51962-2DDB-9404-B55A-A9509A44F489}"/>
              </a:ext>
            </a:extLst>
          </p:cNvPr>
          <p:cNvSpPr>
            <a:spLocks/>
          </p:cNvSpPr>
          <p:nvPr/>
        </p:nvSpPr>
        <p:spPr>
          <a:xfrm rot="2277774">
            <a:off x="10360030" y="3327985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Heart 96">
            <a:extLst>
              <a:ext uri="{FF2B5EF4-FFF2-40B4-BE49-F238E27FC236}">
                <a16:creationId xmlns:a16="http://schemas.microsoft.com/office/drawing/2014/main" id="{154FD3D1-8D2C-8A44-80EB-E15ED7404E0F}"/>
              </a:ext>
            </a:extLst>
          </p:cNvPr>
          <p:cNvSpPr>
            <a:spLocks/>
          </p:cNvSpPr>
          <p:nvPr/>
        </p:nvSpPr>
        <p:spPr>
          <a:xfrm rot="3731192">
            <a:off x="8782478" y="3109681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Heart 97">
            <a:extLst>
              <a:ext uri="{FF2B5EF4-FFF2-40B4-BE49-F238E27FC236}">
                <a16:creationId xmlns:a16="http://schemas.microsoft.com/office/drawing/2014/main" id="{8637BA9F-682E-4399-507D-2B81B4A3624F}"/>
              </a:ext>
            </a:extLst>
          </p:cNvPr>
          <p:cNvSpPr>
            <a:spLocks/>
          </p:cNvSpPr>
          <p:nvPr/>
        </p:nvSpPr>
        <p:spPr>
          <a:xfrm rot="1487098">
            <a:off x="9795736" y="3109681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Heart 98">
            <a:extLst>
              <a:ext uri="{FF2B5EF4-FFF2-40B4-BE49-F238E27FC236}">
                <a16:creationId xmlns:a16="http://schemas.microsoft.com/office/drawing/2014/main" id="{B7A4EB01-E000-3B08-5929-AEA5F96753EB}"/>
              </a:ext>
            </a:extLst>
          </p:cNvPr>
          <p:cNvSpPr>
            <a:spLocks/>
          </p:cNvSpPr>
          <p:nvPr/>
        </p:nvSpPr>
        <p:spPr>
          <a:xfrm rot="5551365">
            <a:off x="8712455" y="3435076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Heart 99">
            <a:extLst>
              <a:ext uri="{FF2B5EF4-FFF2-40B4-BE49-F238E27FC236}">
                <a16:creationId xmlns:a16="http://schemas.microsoft.com/office/drawing/2014/main" id="{48666977-11D0-45F9-CC11-090DD706BEFF}"/>
              </a:ext>
            </a:extLst>
          </p:cNvPr>
          <p:cNvSpPr>
            <a:spLocks/>
          </p:cNvSpPr>
          <p:nvPr/>
        </p:nvSpPr>
        <p:spPr>
          <a:xfrm>
            <a:off x="13988052" y="3583145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2F315BE7-8A68-869A-D5B1-E39916C629AC}"/>
              </a:ext>
            </a:extLst>
          </p:cNvPr>
          <p:cNvSpPr txBox="1"/>
          <p:nvPr/>
        </p:nvSpPr>
        <p:spPr>
          <a:xfrm>
            <a:off x="14535661" y="3402132"/>
            <a:ext cx="19029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Class 1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05BB60D-7616-9CA3-81A3-30E0651A87D4}"/>
              </a:ext>
            </a:extLst>
          </p:cNvPr>
          <p:cNvCxnSpPr>
            <a:cxnSpLocks/>
          </p:cNvCxnSpPr>
          <p:nvPr/>
        </p:nvCxnSpPr>
        <p:spPr>
          <a:xfrm flipV="1">
            <a:off x="6128952" y="2842053"/>
            <a:ext cx="5906530" cy="60548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D7CD2CE-F491-86D3-08B6-602771680034}"/>
              </a:ext>
            </a:extLst>
          </p:cNvPr>
          <p:cNvCxnSpPr>
            <a:cxnSpLocks/>
          </p:cNvCxnSpPr>
          <p:nvPr/>
        </p:nvCxnSpPr>
        <p:spPr>
          <a:xfrm flipV="1">
            <a:off x="6503778" y="3043881"/>
            <a:ext cx="5906530" cy="605481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7687578-ED0C-9474-3C62-5D2914508423}"/>
              </a:ext>
            </a:extLst>
          </p:cNvPr>
          <p:cNvCxnSpPr>
            <a:cxnSpLocks/>
          </p:cNvCxnSpPr>
          <p:nvPr/>
        </p:nvCxnSpPr>
        <p:spPr>
          <a:xfrm flipV="1">
            <a:off x="5717061" y="2702006"/>
            <a:ext cx="5906530" cy="605481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E5F471B-A9B2-AC1C-8695-664CEF72C46E}"/>
              </a:ext>
            </a:extLst>
          </p:cNvPr>
          <p:cNvCxnSpPr>
            <a:cxnSpLocks/>
          </p:cNvCxnSpPr>
          <p:nvPr/>
        </p:nvCxnSpPr>
        <p:spPr>
          <a:xfrm>
            <a:off x="9144000" y="5760350"/>
            <a:ext cx="320136" cy="320136"/>
          </a:xfrm>
          <a:prstGeom prst="line">
            <a:avLst/>
          </a:prstGeom>
          <a:ln w="101600">
            <a:solidFill>
              <a:srgbClr val="00BFF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43594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265B4FA-2DFF-8432-BC5F-94F919713A27}"/>
              </a:ext>
            </a:extLst>
          </p:cNvPr>
          <p:cNvSpPr/>
          <p:nvPr/>
        </p:nvSpPr>
        <p:spPr>
          <a:xfrm rot="3360000">
            <a:off x="8364136" y="1093253"/>
            <a:ext cx="500184" cy="8260416"/>
          </a:xfrm>
          <a:prstGeom prst="rect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785A5F-3E9A-D3D1-3168-9D138359C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Idea Shown Visually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15E0E8F5-FF71-712F-2523-CDFB270812E5}"/>
              </a:ext>
            </a:extLst>
          </p:cNvPr>
          <p:cNvGrpSpPr/>
          <p:nvPr/>
        </p:nvGrpSpPr>
        <p:grpSpPr>
          <a:xfrm>
            <a:off x="6558264" y="3212757"/>
            <a:ext cx="5165124" cy="5165124"/>
            <a:chOff x="6672648" y="2866768"/>
            <a:chExt cx="5165124" cy="5165124"/>
          </a:xfrm>
        </p:grpSpPr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2571B3E6-C329-50E1-82A2-6B2CD09E510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2648" y="2866768"/>
              <a:ext cx="0" cy="5165124"/>
            </a:xfrm>
            <a:prstGeom prst="straightConnector1">
              <a:avLst/>
            </a:prstGeom>
            <a:ln w="762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8D5D6CF1-8703-F3D8-AFC3-3E7A4103CC34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9255210" y="5449330"/>
              <a:ext cx="0" cy="5165124"/>
            </a:xfrm>
            <a:prstGeom prst="straightConnector1">
              <a:avLst/>
            </a:prstGeom>
            <a:ln w="762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sp>
        <p:nvSpPr>
          <p:cNvPr id="44" name="5-Point Star 43">
            <a:extLst>
              <a:ext uri="{FF2B5EF4-FFF2-40B4-BE49-F238E27FC236}">
                <a16:creationId xmlns:a16="http://schemas.microsoft.com/office/drawing/2014/main" id="{543CC6DE-BCF5-F71D-5211-369FEFCE8E8A}"/>
              </a:ext>
            </a:extLst>
          </p:cNvPr>
          <p:cNvSpPr>
            <a:spLocks noChangeAspect="1"/>
          </p:cNvSpPr>
          <p:nvPr/>
        </p:nvSpPr>
        <p:spPr>
          <a:xfrm>
            <a:off x="10972799" y="6663998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5" name="5-Point Star 44">
            <a:extLst>
              <a:ext uri="{FF2B5EF4-FFF2-40B4-BE49-F238E27FC236}">
                <a16:creationId xmlns:a16="http://schemas.microsoft.com/office/drawing/2014/main" id="{2E1F2420-15B3-C216-2BA6-6FB355B48195}"/>
              </a:ext>
            </a:extLst>
          </p:cNvPr>
          <p:cNvSpPr>
            <a:spLocks noChangeAspect="1"/>
          </p:cNvSpPr>
          <p:nvPr/>
        </p:nvSpPr>
        <p:spPr>
          <a:xfrm>
            <a:off x="11125199" y="7508380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6" name="5-Point Star 45">
            <a:extLst>
              <a:ext uri="{FF2B5EF4-FFF2-40B4-BE49-F238E27FC236}">
                <a16:creationId xmlns:a16="http://schemas.microsoft.com/office/drawing/2014/main" id="{52458FF5-4AFA-80CA-9708-0F4FB14EDA56}"/>
              </a:ext>
            </a:extLst>
          </p:cNvPr>
          <p:cNvSpPr>
            <a:spLocks noChangeAspect="1"/>
          </p:cNvSpPr>
          <p:nvPr/>
        </p:nvSpPr>
        <p:spPr>
          <a:xfrm>
            <a:off x="9963659" y="6816398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7" name="5-Point Star 46">
            <a:extLst>
              <a:ext uri="{FF2B5EF4-FFF2-40B4-BE49-F238E27FC236}">
                <a16:creationId xmlns:a16="http://schemas.microsoft.com/office/drawing/2014/main" id="{4F8590E7-5B51-F35B-3E32-6CB5FE151ED2}"/>
              </a:ext>
            </a:extLst>
          </p:cNvPr>
          <p:cNvSpPr>
            <a:spLocks noChangeAspect="1"/>
          </p:cNvSpPr>
          <p:nvPr/>
        </p:nvSpPr>
        <p:spPr>
          <a:xfrm rot="2219433">
            <a:off x="11125199" y="5333582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8" name="5-Point Star 47">
            <a:extLst>
              <a:ext uri="{FF2B5EF4-FFF2-40B4-BE49-F238E27FC236}">
                <a16:creationId xmlns:a16="http://schemas.microsoft.com/office/drawing/2014/main" id="{D143C6F5-31DC-2288-AE25-A4766470F96E}"/>
              </a:ext>
            </a:extLst>
          </p:cNvPr>
          <p:cNvSpPr>
            <a:spLocks noChangeAspect="1"/>
          </p:cNvSpPr>
          <p:nvPr/>
        </p:nvSpPr>
        <p:spPr>
          <a:xfrm rot="2219433">
            <a:off x="11277599" y="6177964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9" name="5-Point Star 48">
            <a:extLst>
              <a:ext uri="{FF2B5EF4-FFF2-40B4-BE49-F238E27FC236}">
                <a16:creationId xmlns:a16="http://schemas.microsoft.com/office/drawing/2014/main" id="{C6BDCCCB-388A-4902-3F8D-82D746B0B66A}"/>
              </a:ext>
            </a:extLst>
          </p:cNvPr>
          <p:cNvSpPr>
            <a:spLocks noChangeAspect="1"/>
          </p:cNvSpPr>
          <p:nvPr/>
        </p:nvSpPr>
        <p:spPr>
          <a:xfrm rot="2219433">
            <a:off x="10116059" y="5485982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0" name="5-Point Star 49">
            <a:extLst>
              <a:ext uri="{FF2B5EF4-FFF2-40B4-BE49-F238E27FC236}">
                <a16:creationId xmlns:a16="http://schemas.microsoft.com/office/drawing/2014/main" id="{A42EF5CF-66DF-DA2B-9956-FF290E185635}"/>
              </a:ext>
            </a:extLst>
          </p:cNvPr>
          <p:cNvSpPr>
            <a:spLocks noChangeAspect="1"/>
          </p:cNvSpPr>
          <p:nvPr/>
        </p:nvSpPr>
        <p:spPr>
          <a:xfrm rot="19221809">
            <a:off x="9444674" y="6816398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1" name="5-Point Star 50">
            <a:extLst>
              <a:ext uri="{FF2B5EF4-FFF2-40B4-BE49-F238E27FC236}">
                <a16:creationId xmlns:a16="http://schemas.microsoft.com/office/drawing/2014/main" id="{753953E6-4D5B-9C71-06D3-874B249DEF98}"/>
              </a:ext>
            </a:extLst>
          </p:cNvPr>
          <p:cNvSpPr>
            <a:spLocks noChangeAspect="1"/>
          </p:cNvSpPr>
          <p:nvPr/>
        </p:nvSpPr>
        <p:spPr>
          <a:xfrm rot="19221809">
            <a:off x="8435534" y="6968798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2" name="5-Point Star 51">
            <a:extLst>
              <a:ext uri="{FF2B5EF4-FFF2-40B4-BE49-F238E27FC236}">
                <a16:creationId xmlns:a16="http://schemas.microsoft.com/office/drawing/2014/main" id="{14AF48D9-0AAD-9064-F3AB-12F21BB976D2}"/>
              </a:ext>
            </a:extLst>
          </p:cNvPr>
          <p:cNvSpPr>
            <a:spLocks noChangeAspect="1"/>
          </p:cNvSpPr>
          <p:nvPr/>
        </p:nvSpPr>
        <p:spPr>
          <a:xfrm rot="21441242">
            <a:off x="9749474" y="6330364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3" name="5-Point Star 52">
            <a:extLst>
              <a:ext uri="{FF2B5EF4-FFF2-40B4-BE49-F238E27FC236}">
                <a16:creationId xmlns:a16="http://schemas.microsoft.com/office/drawing/2014/main" id="{102AA1E4-D41D-ED38-8823-654C4973415A}"/>
              </a:ext>
            </a:extLst>
          </p:cNvPr>
          <p:cNvSpPr>
            <a:spLocks noChangeAspect="1"/>
          </p:cNvSpPr>
          <p:nvPr/>
        </p:nvSpPr>
        <p:spPr>
          <a:xfrm rot="21103147">
            <a:off x="11125199" y="5753709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4" name="5-Point Star 53">
            <a:extLst>
              <a:ext uri="{FF2B5EF4-FFF2-40B4-BE49-F238E27FC236}">
                <a16:creationId xmlns:a16="http://schemas.microsoft.com/office/drawing/2014/main" id="{D85BDB10-FD7D-2FFE-3692-3B39C19C119B}"/>
              </a:ext>
            </a:extLst>
          </p:cNvPr>
          <p:cNvSpPr>
            <a:spLocks noChangeAspect="1"/>
          </p:cNvSpPr>
          <p:nvPr/>
        </p:nvSpPr>
        <p:spPr>
          <a:xfrm rot="1722580">
            <a:off x="11277599" y="4423293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5" name="5-Point Star 54">
            <a:extLst>
              <a:ext uri="{FF2B5EF4-FFF2-40B4-BE49-F238E27FC236}">
                <a16:creationId xmlns:a16="http://schemas.microsoft.com/office/drawing/2014/main" id="{21FCA0A1-3425-FA3B-7EA6-7186C923083A}"/>
              </a:ext>
            </a:extLst>
          </p:cNvPr>
          <p:cNvSpPr>
            <a:spLocks noChangeAspect="1"/>
          </p:cNvSpPr>
          <p:nvPr/>
        </p:nvSpPr>
        <p:spPr>
          <a:xfrm rot="1722580">
            <a:off x="11429999" y="5267675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6" name="5-Point Star 55">
            <a:extLst>
              <a:ext uri="{FF2B5EF4-FFF2-40B4-BE49-F238E27FC236}">
                <a16:creationId xmlns:a16="http://schemas.microsoft.com/office/drawing/2014/main" id="{7137E658-B0C7-04C6-351B-8CED364B0537}"/>
              </a:ext>
            </a:extLst>
          </p:cNvPr>
          <p:cNvSpPr>
            <a:spLocks noChangeAspect="1"/>
          </p:cNvSpPr>
          <p:nvPr/>
        </p:nvSpPr>
        <p:spPr>
          <a:xfrm>
            <a:off x="10111941" y="7434240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7" name="5-Point Star 56">
            <a:extLst>
              <a:ext uri="{FF2B5EF4-FFF2-40B4-BE49-F238E27FC236}">
                <a16:creationId xmlns:a16="http://schemas.microsoft.com/office/drawing/2014/main" id="{70DAC4EC-9A93-E622-5DBA-B93D47BC3F94}"/>
              </a:ext>
            </a:extLst>
          </p:cNvPr>
          <p:cNvSpPr>
            <a:spLocks noChangeAspect="1"/>
          </p:cNvSpPr>
          <p:nvPr/>
        </p:nvSpPr>
        <p:spPr>
          <a:xfrm>
            <a:off x="9102801" y="7586640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8" name="5-Point Star 57">
            <a:extLst>
              <a:ext uri="{FF2B5EF4-FFF2-40B4-BE49-F238E27FC236}">
                <a16:creationId xmlns:a16="http://schemas.microsoft.com/office/drawing/2014/main" id="{A5FDAEB5-F14D-C16A-BD51-B2F5ECDAD99B}"/>
              </a:ext>
            </a:extLst>
          </p:cNvPr>
          <p:cNvSpPr>
            <a:spLocks noChangeAspect="1"/>
          </p:cNvSpPr>
          <p:nvPr/>
        </p:nvSpPr>
        <p:spPr>
          <a:xfrm rot="19221809">
            <a:off x="8583816" y="7586640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9" name="5-Point Star 58">
            <a:extLst>
              <a:ext uri="{FF2B5EF4-FFF2-40B4-BE49-F238E27FC236}">
                <a16:creationId xmlns:a16="http://schemas.microsoft.com/office/drawing/2014/main" id="{B5168312-A2CE-BDAB-B07C-8060F09C44A9}"/>
              </a:ext>
            </a:extLst>
          </p:cNvPr>
          <p:cNvSpPr>
            <a:spLocks noChangeAspect="1"/>
          </p:cNvSpPr>
          <p:nvPr/>
        </p:nvSpPr>
        <p:spPr>
          <a:xfrm rot="21441242">
            <a:off x="8888616" y="7100606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97BECBF-A583-B842-412A-056A8A2063B7}"/>
              </a:ext>
            </a:extLst>
          </p:cNvPr>
          <p:cNvSpPr/>
          <p:nvPr/>
        </p:nvSpPr>
        <p:spPr>
          <a:xfrm>
            <a:off x="13567719" y="2644346"/>
            <a:ext cx="3212757" cy="2048403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5-Point Star 60">
            <a:extLst>
              <a:ext uri="{FF2B5EF4-FFF2-40B4-BE49-F238E27FC236}">
                <a16:creationId xmlns:a16="http://schemas.microsoft.com/office/drawing/2014/main" id="{A1AD327D-40DA-2CD5-BBD7-551F169316F5}"/>
              </a:ext>
            </a:extLst>
          </p:cNvPr>
          <p:cNvSpPr>
            <a:spLocks noChangeAspect="1"/>
          </p:cNvSpPr>
          <p:nvPr/>
        </p:nvSpPr>
        <p:spPr>
          <a:xfrm>
            <a:off x="14000207" y="4056708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697360D-5751-A5EE-9052-117917BB3723}"/>
              </a:ext>
            </a:extLst>
          </p:cNvPr>
          <p:cNvSpPr txBox="1"/>
          <p:nvPr/>
        </p:nvSpPr>
        <p:spPr>
          <a:xfrm>
            <a:off x="14556259" y="3892282"/>
            <a:ext cx="19029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Class 2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9D2C30E-7237-D8B4-0BBE-28CB28E10F4E}"/>
              </a:ext>
            </a:extLst>
          </p:cNvPr>
          <p:cNvSpPr txBox="1"/>
          <p:nvPr/>
        </p:nvSpPr>
        <p:spPr>
          <a:xfrm>
            <a:off x="14222626" y="2685427"/>
            <a:ext cx="19029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</a:rPr>
              <a:t>Legend</a:t>
            </a:r>
          </a:p>
        </p:txBody>
      </p:sp>
      <p:sp>
        <p:nvSpPr>
          <p:cNvPr id="64" name="5-Point Star 63">
            <a:extLst>
              <a:ext uri="{FF2B5EF4-FFF2-40B4-BE49-F238E27FC236}">
                <a16:creationId xmlns:a16="http://schemas.microsoft.com/office/drawing/2014/main" id="{D56B3AFF-4C5C-D6B2-D6C6-28995854DEFD}"/>
              </a:ext>
            </a:extLst>
          </p:cNvPr>
          <p:cNvSpPr>
            <a:spLocks noChangeAspect="1"/>
          </p:cNvSpPr>
          <p:nvPr/>
        </p:nvSpPr>
        <p:spPr>
          <a:xfrm rot="19221809">
            <a:off x="10046033" y="6355076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5" name="5-Point Star 64">
            <a:extLst>
              <a:ext uri="{FF2B5EF4-FFF2-40B4-BE49-F238E27FC236}">
                <a16:creationId xmlns:a16="http://schemas.microsoft.com/office/drawing/2014/main" id="{BE29E911-FB53-B8AB-F7FC-0650E5CB79E8}"/>
              </a:ext>
            </a:extLst>
          </p:cNvPr>
          <p:cNvSpPr>
            <a:spLocks noChangeAspect="1"/>
          </p:cNvSpPr>
          <p:nvPr/>
        </p:nvSpPr>
        <p:spPr>
          <a:xfrm rot="21441242">
            <a:off x="10499115" y="6486884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6" name="5-Point Star 65">
            <a:extLst>
              <a:ext uri="{FF2B5EF4-FFF2-40B4-BE49-F238E27FC236}">
                <a16:creationId xmlns:a16="http://schemas.microsoft.com/office/drawing/2014/main" id="{197EEDBA-2D3C-44B2-E7D4-036D53C84474}"/>
              </a:ext>
            </a:extLst>
          </p:cNvPr>
          <p:cNvSpPr>
            <a:spLocks noChangeAspect="1"/>
          </p:cNvSpPr>
          <p:nvPr/>
        </p:nvSpPr>
        <p:spPr>
          <a:xfrm>
            <a:off x="9201660" y="7314791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7" name="5-Point Star 66">
            <a:extLst>
              <a:ext uri="{FF2B5EF4-FFF2-40B4-BE49-F238E27FC236}">
                <a16:creationId xmlns:a16="http://schemas.microsoft.com/office/drawing/2014/main" id="{9A59A454-F297-698E-0BD7-F9B4A48B012B}"/>
              </a:ext>
            </a:extLst>
          </p:cNvPr>
          <p:cNvSpPr>
            <a:spLocks noChangeAspect="1"/>
          </p:cNvSpPr>
          <p:nvPr/>
        </p:nvSpPr>
        <p:spPr>
          <a:xfrm rot="2219433">
            <a:off x="9354060" y="5984375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8" name="5-Point Star 67">
            <a:extLst>
              <a:ext uri="{FF2B5EF4-FFF2-40B4-BE49-F238E27FC236}">
                <a16:creationId xmlns:a16="http://schemas.microsoft.com/office/drawing/2014/main" id="{C056B76C-2C88-EA20-5FF2-8AFD3675F220}"/>
              </a:ext>
            </a:extLst>
          </p:cNvPr>
          <p:cNvSpPr>
            <a:spLocks noChangeAspect="1"/>
          </p:cNvSpPr>
          <p:nvPr/>
        </p:nvSpPr>
        <p:spPr>
          <a:xfrm>
            <a:off x="9349942" y="7932633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9" name="5-Point Star 68">
            <a:extLst>
              <a:ext uri="{FF2B5EF4-FFF2-40B4-BE49-F238E27FC236}">
                <a16:creationId xmlns:a16="http://schemas.microsoft.com/office/drawing/2014/main" id="{BB5C643B-0E64-F010-FE56-718BEF10A30D}"/>
              </a:ext>
            </a:extLst>
          </p:cNvPr>
          <p:cNvSpPr>
            <a:spLocks noChangeAspect="1"/>
          </p:cNvSpPr>
          <p:nvPr/>
        </p:nvSpPr>
        <p:spPr>
          <a:xfrm rot="19221809">
            <a:off x="9284034" y="6853469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0" name="5-Point Star 69">
            <a:extLst>
              <a:ext uri="{FF2B5EF4-FFF2-40B4-BE49-F238E27FC236}">
                <a16:creationId xmlns:a16="http://schemas.microsoft.com/office/drawing/2014/main" id="{32D370B7-7918-F4B3-C439-3504D348078D}"/>
              </a:ext>
            </a:extLst>
          </p:cNvPr>
          <p:cNvSpPr>
            <a:spLocks noChangeAspect="1"/>
          </p:cNvSpPr>
          <p:nvPr/>
        </p:nvSpPr>
        <p:spPr>
          <a:xfrm rot="21441242">
            <a:off x="9737116" y="6985277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1" name="Heart 70">
            <a:extLst>
              <a:ext uri="{FF2B5EF4-FFF2-40B4-BE49-F238E27FC236}">
                <a16:creationId xmlns:a16="http://schemas.microsoft.com/office/drawing/2014/main" id="{4D5436AC-BFAA-0FF7-048E-601770BF0232}"/>
              </a:ext>
            </a:extLst>
          </p:cNvPr>
          <p:cNvSpPr>
            <a:spLocks/>
          </p:cNvSpPr>
          <p:nvPr/>
        </p:nvSpPr>
        <p:spPr>
          <a:xfrm>
            <a:off x="8078140" y="4382437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Heart 71">
            <a:extLst>
              <a:ext uri="{FF2B5EF4-FFF2-40B4-BE49-F238E27FC236}">
                <a16:creationId xmlns:a16="http://schemas.microsoft.com/office/drawing/2014/main" id="{0F4B212B-99CB-47A8-26A4-CCA726E59047}"/>
              </a:ext>
            </a:extLst>
          </p:cNvPr>
          <p:cNvSpPr>
            <a:spLocks/>
          </p:cNvSpPr>
          <p:nvPr/>
        </p:nvSpPr>
        <p:spPr>
          <a:xfrm rot="1029497">
            <a:off x="8230540" y="3719285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Heart 72">
            <a:extLst>
              <a:ext uri="{FF2B5EF4-FFF2-40B4-BE49-F238E27FC236}">
                <a16:creationId xmlns:a16="http://schemas.microsoft.com/office/drawing/2014/main" id="{AB2BD0EA-102F-480D-56F9-75E3535E5884}"/>
              </a:ext>
            </a:extLst>
          </p:cNvPr>
          <p:cNvSpPr>
            <a:spLocks/>
          </p:cNvSpPr>
          <p:nvPr/>
        </p:nvSpPr>
        <p:spPr>
          <a:xfrm rot="19355906">
            <a:off x="9091398" y="4382437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Heart 73">
            <a:extLst>
              <a:ext uri="{FF2B5EF4-FFF2-40B4-BE49-F238E27FC236}">
                <a16:creationId xmlns:a16="http://schemas.microsoft.com/office/drawing/2014/main" id="{D05DE051-A849-1724-CAFF-98FAC31D49CF}"/>
              </a:ext>
            </a:extLst>
          </p:cNvPr>
          <p:cNvSpPr>
            <a:spLocks/>
          </p:cNvSpPr>
          <p:nvPr/>
        </p:nvSpPr>
        <p:spPr>
          <a:xfrm rot="20385403">
            <a:off x="9243798" y="3719285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Heart 74">
            <a:extLst>
              <a:ext uri="{FF2B5EF4-FFF2-40B4-BE49-F238E27FC236}">
                <a16:creationId xmlns:a16="http://schemas.microsoft.com/office/drawing/2014/main" id="{20DEE981-6F40-D49A-736E-C4D53A25944D}"/>
              </a:ext>
            </a:extLst>
          </p:cNvPr>
          <p:cNvSpPr>
            <a:spLocks/>
          </p:cNvSpPr>
          <p:nvPr/>
        </p:nvSpPr>
        <p:spPr>
          <a:xfrm rot="19779827">
            <a:off x="7361446" y="4827285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Heart 75">
            <a:extLst>
              <a:ext uri="{FF2B5EF4-FFF2-40B4-BE49-F238E27FC236}">
                <a16:creationId xmlns:a16="http://schemas.microsoft.com/office/drawing/2014/main" id="{1A1D7525-F213-CF22-4BC1-5EC8F6DA5FD6}"/>
              </a:ext>
            </a:extLst>
          </p:cNvPr>
          <p:cNvSpPr>
            <a:spLocks/>
          </p:cNvSpPr>
          <p:nvPr/>
        </p:nvSpPr>
        <p:spPr>
          <a:xfrm rot="20809324">
            <a:off x="7513846" y="4164133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Heart 76">
            <a:extLst>
              <a:ext uri="{FF2B5EF4-FFF2-40B4-BE49-F238E27FC236}">
                <a16:creationId xmlns:a16="http://schemas.microsoft.com/office/drawing/2014/main" id="{181081EF-AEB2-E200-FB69-6E7CAEB89F9E}"/>
              </a:ext>
            </a:extLst>
          </p:cNvPr>
          <p:cNvSpPr>
            <a:spLocks/>
          </p:cNvSpPr>
          <p:nvPr/>
        </p:nvSpPr>
        <p:spPr>
          <a:xfrm rot="17535733">
            <a:off x="8374704" y="4827285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Heart 77">
            <a:extLst>
              <a:ext uri="{FF2B5EF4-FFF2-40B4-BE49-F238E27FC236}">
                <a16:creationId xmlns:a16="http://schemas.microsoft.com/office/drawing/2014/main" id="{A8E0FE29-B933-D5B5-D164-B2A298D18C04}"/>
              </a:ext>
            </a:extLst>
          </p:cNvPr>
          <p:cNvSpPr>
            <a:spLocks/>
          </p:cNvSpPr>
          <p:nvPr/>
        </p:nvSpPr>
        <p:spPr>
          <a:xfrm rot="18565230">
            <a:off x="8527104" y="4164133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Heart 78">
            <a:extLst>
              <a:ext uri="{FF2B5EF4-FFF2-40B4-BE49-F238E27FC236}">
                <a16:creationId xmlns:a16="http://schemas.microsoft.com/office/drawing/2014/main" id="{CF035E6A-74ED-B5F2-2F21-4D11197B0424}"/>
              </a:ext>
            </a:extLst>
          </p:cNvPr>
          <p:cNvSpPr>
            <a:spLocks/>
          </p:cNvSpPr>
          <p:nvPr/>
        </p:nvSpPr>
        <p:spPr>
          <a:xfrm>
            <a:off x="7291423" y="5152680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Heart 79">
            <a:extLst>
              <a:ext uri="{FF2B5EF4-FFF2-40B4-BE49-F238E27FC236}">
                <a16:creationId xmlns:a16="http://schemas.microsoft.com/office/drawing/2014/main" id="{73368FEB-7226-8E66-6AB2-B62ED8741917}"/>
              </a:ext>
            </a:extLst>
          </p:cNvPr>
          <p:cNvSpPr>
            <a:spLocks/>
          </p:cNvSpPr>
          <p:nvPr/>
        </p:nvSpPr>
        <p:spPr>
          <a:xfrm rot="1029497">
            <a:off x="7443823" y="4489528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Heart 80">
            <a:extLst>
              <a:ext uri="{FF2B5EF4-FFF2-40B4-BE49-F238E27FC236}">
                <a16:creationId xmlns:a16="http://schemas.microsoft.com/office/drawing/2014/main" id="{CB64F1B0-D029-CE84-E421-A26B4ED97039}"/>
              </a:ext>
            </a:extLst>
          </p:cNvPr>
          <p:cNvSpPr>
            <a:spLocks/>
          </p:cNvSpPr>
          <p:nvPr/>
        </p:nvSpPr>
        <p:spPr>
          <a:xfrm rot="18565230">
            <a:off x="7740387" y="4934376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Heart 81">
            <a:extLst>
              <a:ext uri="{FF2B5EF4-FFF2-40B4-BE49-F238E27FC236}">
                <a16:creationId xmlns:a16="http://schemas.microsoft.com/office/drawing/2014/main" id="{5D750AD8-3954-E67A-8614-FEAB035C4A50}"/>
              </a:ext>
            </a:extLst>
          </p:cNvPr>
          <p:cNvSpPr>
            <a:spLocks/>
          </p:cNvSpPr>
          <p:nvPr/>
        </p:nvSpPr>
        <p:spPr>
          <a:xfrm>
            <a:off x="8551818" y="3768715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Heart 82">
            <a:extLst>
              <a:ext uri="{FF2B5EF4-FFF2-40B4-BE49-F238E27FC236}">
                <a16:creationId xmlns:a16="http://schemas.microsoft.com/office/drawing/2014/main" id="{EA2E581D-F94E-2445-6CD9-097C6D99D9E5}"/>
              </a:ext>
            </a:extLst>
          </p:cNvPr>
          <p:cNvSpPr>
            <a:spLocks/>
          </p:cNvSpPr>
          <p:nvPr/>
        </p:nvSpPr>
        <p:spPr>
          <a:xfrm rot="1029497">
            <a:off x="8704218" y="3105563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Heart 83">
            <a:extLst>
              <a:ext uri="{FF2B5EF4-FFF2-40B4-BE49-F238E27FC236}">
                <a16:creationId xmlns:a16="http://schemas.microsoft.com/office/drawing/2014/main" id="{006CC6D5-0EB0-B940-7520-326AD6A4A845}"/>
              </a:ext>
            </a:extLst>
          </p:cNvPr>
          <p:cNvSpPr>
            <a:spLocks/>
          </p:cNvSpPr>
          <p:nvPr/>
        </p:nvSpPr>
        <p:spPr>
          <a:xfrm rot="19355906">
            <a:off x="9565076" y="3768715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Heart 84">
            <a:extLst>
              <a:ext uri="{FF2B5EF4-FFF2-40B4-BE49-F238E27FC236}">
                <a16:creationId xmlns:a16="http://schemas.microsoft.com/office/drawing/2014/main" id="{5DBEC741-9C27-7586-CC56-7CF1730F408F}"/>
              </a:ext>
            </a:extLst>
          </p:cNvPr>
          <p:cNvSpPr>
            <a:spLocks/>
          </p:cNvSpPr>
          <p:nvPr/>
        </p:nvSpPr>
        <p:spPr>
          <a:xfrm rot="20809324">
            <a:off x="7987524" y="3550411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Heart 85">
            <a:extLst>
              <a:ext uri="{FF2B5EF4-FFF2-40B4-BE49-F238E27FC236}">
                <a16:creationId xmlns:a16="http://schemas.microsoft.com/office/drawing/2014/main" id="{F6106B45-DD6E-6990-393A-1E8C011F301F}"/>
              </a:ext>
            </a:extLst>
          </p:cNvPr>
          <p:cNvSpPr>
            <a:spLocks/>
          </p:cNvSpPr>
          <p:nvPr/>
        </p:nvSpPr>
        <p:spPr>
          <a:xfrm rot="18565230">
            <a:off x="9000782" y="3550411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Heart 86">
            <a:extLst>
              <a:ext uri="{FF2B5EF4-FFF2-40B4-BE49-F238E27FC236}">
                <a16:creationId xmlns:a16="http://schemas.microsoft.com/office/drawing/2014/main" id="{5303387E-D7EF-5AF5-20A8-E4A285435BBC}"/>
              </a:ext>
            </a:extLst>
          </p:cNvPr>
          <p:cNvSpPr>
            <a:spLocks/>
          </p:cNvSpPr>
          <p:nvPr/>
        </p:nvSpPr>
        <p:spPr>
          <a:xfrm rot="1029497">
            <a:off x="7917501" y="3875806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Heart 87">
            <a:extLst>
              <a:ext uri="{FF2B5EF4-FFF2-40B4-BE49-F238E27FC236}">
                <a16:creationId xmlns:a16="http://schemas.microsoft.com/office/drawing/2014/main" id="{0E303146-563E-59F3-959F-F0064A770197}"/>
              </a:ext>
            </a:extLst>
          </p:cNvPr>
          <p:cNvSpPr>
            <a:spLocks/>
          </p:cNvSpPr>
          <p:nvPr/>
        </p:nvSpPr>
        <p:spPr>
          <a:xfrm rot="4521868">
            <a:off x="8873094" y="3941707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Heart 88">
            <a:extLst>
              <a:ext uri="{FF2B5EF4-FFF2-40B4-BE49-F238E27FC236}">
                <a16:creationId xmlns:a16="http://schemas.microsoft.com/office/drawing/2014/main" id="{7C9DCF2D-B1E7-FDCA-2362-CF99B845DD66}"/>
              </a:ext>
            </a:extLst>
          </p:cNvPr>
          <p:cNvSpPr>
            <a:spLocks/>
          </p:cNvSpPr>
          <p:nvPr/>
        </p:nvSpPr>
        <p:spPr>
          <a:xfrm rot="5551365">
            <a:off x="9025494" y="3278555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Heart 89">
            <a:extLst>
              <a:ext uri="{FF2B5EF4-FFF2-40B4-BE49-F238E27FC236}">
                <a16:creationId xmlns:a16="http://schemas.microsoft.com/office/drawing/2014/main" id="{A71E44C4-DB90-AA0F-5DF0-10FA0AE6BBA5}"/>
              </a:ext>
            </a:extLst>
          </p:cNvPr>
          <p:cNvSpPr>
            <a:spLocks/>
          </p:cNvSpPr>
          <p:nvPr/>
        </p:nvSpPr>
        <p:spPr>
          <a:xfrm rot="2277774">
            <a:off x="9886352" y="3941707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Heart 90">
            <a:extLst>
              <a:ext uri="{FF2B5EF4-FFF2-40B4-BE49-F238E27FC236}">
                <a16:creationId xmlns:a16="http://schemas.microsoft.com/office/drawing/2014/main" id="{4D0290BA-B122-817D-92E6-A6DE5FD775EF}"/>
              </a:ext>
            </a:extLst>
          </p:cNvPr>
          <p:cNvSpPr>
            <a:spLocks/>
          </p:cNvSpPr>
          <p:nvPr/>
        </p:nvSpPr>
        <p:spPr>
          <a:xfrm rot="3307271">
            <a:off x="10038752" y="3278555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Heart 91">
            <a:extLst>
              <a:ext uri="{FF2B5EF4-FFF2-40B4-BE49-F238E27FC236}">
                <a16:creationId xmlns:a16="http://schemas.microsoft.com/office/drawing/2014/main" id="{CE3CA145-3F0A-5C12-CC5F-C311E66B186C}"/>
              </a:ext>
            </a:extLst>
          </p:cNvPr>
          <p:cNvSpPr>
            <a:spLocks/>
          </p:cNvSpPr>
          <p:nvPr/>
        </p:nvSpPr>
        <p:spPr>
          <a:xfrm rot="3731192">
            <a:off x="8308800" y="3723403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Heart 92">
            <a:extLst>
              <a:ext uri="{FF2B5EF4-FFF2-40B4-BE49-F238E27FC236}">
                <a16:creationId xmlns:a16="http://schemas.microsoft.com/office/drawing/2014/main" id="{4F6F89B0-4372-0B2E-95BA-C04C51BA291F}"/>
              </a:ext>
            </a:extLst>
          </p:cNvPr>
          <p:cNvSpPr>
            <a:spLocks/>
          </p:cNvSpPr>
          <p:nvPr/>
        </p:nvSpPr>
        <p:spPr>
          <a:xfrm rot="1487098">
            <a:off x="9322058" y="3723403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Heart 93">
            <a:extLst>
              <a:ext uri="{FF2B5EF4-FFF2-40B4-BE49-F238E27FC236}">
                <a16:creationId xmlns:a16="http://schemas.microsoft.com/office/drawing/2014/main" id="{22D4B703-BC7A-8D6B-8AC2-778F5ACEA4F4}"/>
              </a:ext>
            </a:extLst>
          </p:cNvPr>
          <p:cNvSpPr>
            <a:spLocks/>
          </p:cNvSpPr>
          <p:nvPr/>
        </p:nvSpPr>
        <p:spPr>
          <a:xfrm rot="5551365">
            <a:off x="8238777" y="4048798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Heart 94">
            <a:extLst>
              <a:ext uri="{FF2B5EF4-FFF2-40B4-BE49-F238E27FC236}">
                <a16:creationId xmlns:a16="http://schemas.microsoft.com/office/drawing/2014/main" id="{04EB5C02-D63B-141E-5AA8-9AD2BA7A4B65}"/>
              </a:ext>
            </a:extLst>
          </p:cNvPr>
          <p:cNvSpPr>
            <a:spLocks/>
          </p:cNvSpPr>
          <p:nvPr/>
        </p:nvSpPr>
        <p:spPr>
          <a:xfrm rot="4521868">
            <a:off x="9346772" y="3327985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Heart 95">
            <a:extLst>
              <a:ext uri="{FF2B5EF4-FFF2-40B4-BE49-F238E27FC236}">
                <a16:creationId xmlns:a16="http://schemas.microsoft.com/office/drawing/2014/main" id="{C5F51962-2DDB-9404-B55A-A9509A44F489}"/>
              </a:ext>
            </a:extLst>
          </p:cNvPr>
          <p:cNvSpPr>
            <a:spLocks/>
          </p:cNvSpPr>
          <p:nvPr/>
        </p:nvSpPr>
        <p:spPr>
          <a:xfrm rot="2277774">
            <a:off x="10360030" y="3327985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Heart 96">
            <a:extLst>
              <a:ext uri="{FF2B5EF4-FFF2-40B4-BE49-F238E27FC236}">
                <a16:creationId xmlns:a16="http://schemas.microsoft.com/office/drawing/2014/main" id="{154FD3D1-8D2C-8A44-80EB-E15ED7404E0F}"/>
              </a:ext>
            </a:extLst>
          </p:cNvPr>
          <p:cNvSpPr>
            <a:spLocks/>
          </p:cNvSpPr>
          <p:nvPr/>
        </p:nvSpPr>
        <p:spPr>
          <a:xfrm rot="3731192">
            <a:off x="8782478" y="3109681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Heart 97">
            <a:extLst>
              <a:ext uri="{FF2B5EF4-FFF2-40B4-BE49-F238E27FC236}">
                <a16:creationId xmlns:a16="http://schemas.microsoft.com/office/drawing/2014/main" id="{8637BA9F-682E-4399-507D-2B81B4A3624F}"/>
              </a:ext>
            </a:extLst>
          </p:cNvPr>
          <p:cNvSpPr>
            <a:spLocks/>
          </p:cNvSpPr>
          <p:nvPr/>
        </p:nvSpPr>
        <p:spPr>
          <a:xfrm rot="1487098">
            <a:off x="9795736" y="3109681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Heart 98">
            <a:extLst>
              <a:ext uri="{FF2B5EF4-FFF2-40B4-BE49-F238E27FC236}">
                <a16:creationId xmlns:a16="http://schemas.microsoft.com/office/drawing/2014/main" id="{B7A4EB01-E000-3B08-5929-AEA5F96753EB}"/>
              </a:ext>
            </a:extLst>
          </p:cNvPr>
          <p:cNvSpPr>
            <a:spLocks/>
          </p:cNvSpPr>
          <p:nvPr/>
        </p:nvSpPr>
        <p:spPr>
          <a:xfrm rot="5551365">
            <a:off x="8712455" y="3435076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Heart 99">
            <a:extLst>
              <a:ext uri="{FF2B5EF4-FFF2-40B4-BE49-F238E27FC236}">
                <a16:creationId xmlns:a16="http://schemas.microsoft.com/office/drawing/2014/main" id="{48666977-11D0-45F9-CC11-090DD706BEFF}"/>
              </a:ext>
            </a:extLst>
          </p:cNvPr>
          <p:cNvSpPr>
            <a:spLocks/>
          </p:cNvSpPr>
          <p:nvPr/>
        </p:nvSpPr>
        <p:spPr>
          <a:xfrm>
            <a:off x="13988052" y="3583145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2F315BE7-8A68-869A-D5B1-E39916C629AC}"/>
              </a:ext>
            </a:extLst>
          </p:cNvPr>
          <p:cNvSpPr txBox="1"/>
          <p:nvPr/>
        </p:nvSpPr>
        <p:spPr>
          <a:xfrm>
            <a:off x="14535661" y="3402132"/>
            <a:ext cx="19029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Class 1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05BB60D-7616-9CA3-81A3-30E0651A87D4}"/>
              </a:ext>
            </a:extLst>
          </p:cNvPr>
          <p:cNvCxnSpPr>
            <a:cxnSpLocks/>
          </p:cNvCxnSpPr>
          <p:nvPr/>
        </p:nvCxnSpPr>
        <p:spPr>
          <a:xfrm flipV="1">
            <a:off x="5211299" y="2891481"/>
            <a:ext cx="6919784" cy="46168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C359584-F447-E492-FE0F-02012878A8A8}"/>
              </a:ext>
            </a:extLst>
          </p:cNvPr>
          <p:cNvCxnSpPr>
            <a:cxnSpLocks/>
          </p:cNvCxnSpPr>
          <p:nvPr/>
        </p:nvCxnSpPr>
        <p:spPr>
          <a:xfrm flipV="1">
            <a:off x="5026819" y="2712323"/>
            <a:ext cx="6919784" cy="4662534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BFCC8CF-AB5A-6CEF-913B-BFBCF76643A5}"/>
              </a:ext>
            </a:extLst>
          </p:cNvPr>
          <p:cNvCxnSpPr>
            <a:cxnSpLocks/>
          </p:cNvCxnSpPr>
          <p:nvPr/>
        </p:nvCxnSpPr>
        <p:spPr>
          <a:xfrm flipV="1">
            <a:off x="5395786" y="3051903"/>
            <a:ext cx="6919784" cy="4616899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FCFD297-1959-F6F2-EC56-C345A58024BE}"/>
              </a:ext>
            </a:extLst>
          </p:cNvPr>
          <p:cNvCxnSpPr>
            <a:cxnSpLocks/>
          </p:cNvCxnSpPr>
          <p:nvPr/>
        </p:nvCxnSpPr>
        <p:spPr>
          <a:xfrm rot="-420000">
            <a:off x="10035808" y="4010949"/>
            <a:ext cx="107404" cy="207111"/>
          </a:xfrm>
          <a:prstGeom prst="line">
            <a:avLst/>
          </a:prstGeom>
          <a:ln w="101600">
            <a:solidFill>
              <a:srgbClr val="00BFF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85659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3239DB10-1258-C7A6-D86D-4ED736366DC6}"/>
              </a:ext>
            </a:extLst>
          </p:cNvPr>
          <p:cNvSpPr/>
          <p:nvPr/>
        </p:nvSpPr>
        <p:spPr>
          <a:xfrm rot="2938951">
            <a:off x="8260074" y="1527907"/>
            <a:ext cx="1183077" cy="8614880"/>
          </a:xfrm>
          <a:prstGeom prst="rect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785A5F-3E9A-D3D1-3168-9D138359C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Idea Shown Visually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15E0E8F5-FF71-712F-2523-CDFB270812E5}"/>
              </a:ext>
            </a:extLst>
          </p:cNvPr>
          <p:cNvGrpSpPr/>
          <p:nvPr/>
        </p:nvGrpSpPr>
        <p:grpSpPr>
          <a:xfrm>
            <a:off x="6558264" y="3212757"/>
            <a:ext cx="5165124" cy="5165124"/>
            <a:chOff x="6672648" y="2866768"/>
            <a:chExt cx="5165124" cy="5165124"/>
          </a:xfrm>
        </p:grpSpPr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2571B3E6-C329-50E1-82A2-6B2CD09E510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2648" y="2866768"/>
              <a:ext cx="0" cy="5165124"/>
            </a:xfrm>
            <a:prstGeom prst="straightConnector1">
              <a:avLst/>
            </a:prstGeom>
            <a:ln w="762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8D5D6CF1-8703-F3D8-AFC3-3E7A4103CC34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9255210" y="5449330"/>
              <a:ext cx="0" cy="5165124"/>
            </a:xfrm>
            <a:prstGeom prst="straightConnector1">
              <a:avLst/>
            </a:prstGeom>
            <a:ln w="762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sp>
        <p:nvSpPr>
          <p:cNvPr id="44" name="5-Point Star 43">
            <a:extLst>
              <a:ext uri="{FF2B5EF4-FFF2-40B4-BE49-F238E27FC236}">
                <a16:creationId xmlns:a16="http://schemas.microsoft.com/office/drawing/2014/main" id="{543CC6DE-BCF5-F71D-5211-369FEFCE8E8A}"/>
              </a:ext>
            </a:extLst>
          </p:cNvPr>
          <p:cNvSpPr>
            <a:spLocks noChangeAspect="1"/>
          </p:cNvSpPr>
          <p:nvPr/>
        </p:nvSpPr>
        <p:spPr>
          <a:xfrm>
            <a:off x="10972799" y="6663998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5" name="5-Point Star 44">
            <a:extLst>
              <a:ext uri="{FF2B5EF4-FFF2-40B4-BE49-F238E27FC236}">
                <a16:creationId xmlns:a16="http://schemas.microsoft.com/office/drawing/2014/main" id="{2E1F2420-15B3-C216-2BA6-6FB355B48195}"/>
              </a:ext>
            </a:extLst>
          </p:cNvPr>
          <p:cNvSpPr>
            <a:spLocks noChangeAspect="1"/>
          </p:cNvSpPr>
          <p:nvPr/>
        </p:nvSpPr>
        <p:spPr>
          <a:xfrm>
            <a:off x="11125199" y="7508380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6" name="5-Point Star 45">
            <a:extLst>
              <a:ext uri="{FF2B5EF4-FFF2-40B4-BE49-F238E27FC236}">
                <a16:creationId xmlns:a16="http://schemas.microsoft.com/office/drawing/2014/main" id="{52458FF5-4AFA-80CA-9708-0F4FB14EDA56}"/>
              </a:ext>
            </a:extLst>
          </p:cNvPr>
          <p:cNvSpPr>
            <a:spLocks noChangeAspect="1"/>
          </p:cNvSpPr>
          <p:nvPr/>
        </p:nvSpPr>
        <p:spPr>
          <a:xfrm>
            <a:off x="9963659" y="6816398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7" name="5-Point Star 46">
            <a:extLst>
              <a:ext uri="{FF2B5EF4-FFF2-40B4-BE49-F238E27FC236}">
                <a16:creationId xmlns:a16="http://schemas.microsoft.com/office/drawing/2014/main" id="{4F8590E7-5B51-F35B-3E32-6CB5FE151ED2}"/>
              </a:ext>
            </a:extLst>
          </p:cNvPr>
          <p:cNvSpPr>
            <a:spLocks noChangeAspect="1"/>
          </p:cNvSpPr>
          <p:nvPr/>
        </p:nvSpPr>
        <p:spPr>
          <a:xfrm rot="2219433">
            <a:off x="11125199" y="5333582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8" name="5-Point Star 47">
            <a:extLst>
              <a:ext uri="{FF2B5EF4-FFF2-40B4-BE49-F238E27FC236}">
                <a16:creationId xmlns:a16="http://schemas.microsoft.com/office/drawing/2014/main" id="{D143C6F5-31DC-2288-AE25-A4766470F96E}"/>
              </a:ext>
            </a:extLst>
          </p:cNvPr>
          <p:cNvSpPr>
            <a:spLocks noChangeAspect="1"/>
          </p:cNvSpPr>
          <p:nvPr/>
        </p:nvSpPr>
        <p:spPr>
          <a:xfrm rot="2219433">
            <a:off x="11277599" y="6177964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9" name="5-Point Star 48">
            <a:extLst>
              <a:ext uri="{FF2B5EF4-FFF2-40B4-BE49-F238E27FC236}">
                <a16:creationId xmlns:a16="http://schemas.microsoft.com/office/drawing/2014/main" id="{C6BDCCCB-388A-4902-3F8D-82D746B0B66A}"/>
              </a:ext>
            </a:extLst>
          </p:cNvPr>
          <p:cNvSpPr>
            <a:spLocks noChangeAspect="1"/>
          </p:cNvSpPr>
          <p:nvPr/>
        </p:nvSpPr>
        <p:spPr>
          <a:xfrm rot="2219433">
            <a:off x="10116059" y="5485982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0" name="5-Point Star 49">
            <a:extLst>
              <a:ext uri="{FF2B5EF4-FFF2-40B4-BE49-F238E27FC236}">
                <a16:creationId xmlns:a16="http://schemas.microsoft.com/office/drawing/2014/main" id="{A42EF5CF-66DF-DA2B-9956-FF290E185635}"/>
              </a:ext>
            </a:extLst>
          </p:cNvPr>
          <p:cNvSpPr>
            <a:spLocks noChangeAspect="1"/>
          </p:cNvSpPr>
          <p:nvPr/>
        </p:nvSpPr>
        <p:spPr>
          <a:xfrm rot="19221809">
            <a:off x="9444674" y="6816398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1" name="5-Point Star 50">
            <a:extLst>
              <a:ext uri="{FF2B5EF4-FFF2-40B4-BE49-F238E27FC236}">
                <a16:creationId xmlns:a16="http://schemas.microsoft.com/office/drawing/2014/main" id="{753953E6-4D5B-9C71-06D3-874B249DEF98}"/>
              </a:ext>
            </a:extLst>
          </p:cNvPr>
          <p:cNvSpPr>
            <a:spLocks noChangeAspect="1"/>
          </p:cNvSpPr>
          <p:nvPr/>
        </p:nvSpPr>
        <p:spPr>
          <a:xfrm rot="19221809">
            <a:off x="8435534" y="6968798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2" name="5-Point Star 51">
            <a:extLst>
              <a:ext uri="{FF2B5EF4-FFF2-40B4-BE49-F238E27FC236}">
                <a16:creationId xmlns:a16="http://schemas.microsoft.com/office/drawing/2014/main" id="{14AF48D9-0AAD-9064-F3AB-12F21BB976D2}"/>
              </a:ext>
            </a:extLst>
          </p:cNvPr>
          <p:cNvSpPr>
            <a:spLocks noChangeAspect="1"/>
          </p:cNvSpPr>
          <p:nvPr/>
        </p:nvSpPr>
        <p:spPr>
          <a:xfrm rot="21441242">
            <a:off x="9749474" y="6330364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3" name="5-Point Star 52">
            <a:extLst>
              <a:ext uri="{FF2B5EF4-FFF2-40B4-BE49-F238E27FC236}">
                <a16:creationId xmlns:a16="http://schemas.microsoft.com/office/drawing/2014/main" id="{102AA1E4-D41D-ED38-8823-654C4973415A}"/>
              </a:ext>
            </a:extLst>
          </p:cNvPr>
          <p:cNvSpPr>
            <a:spLocks noChangeAspect="1"/>
          </p:cNvSpPr>
          <p:nvPr/>
        </p:nvSpPr>
        <p:spPr>
          <a:xfrm rot="21103147">
            <a:off x="11125199" y="5753709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4" name="5-Point Star 53">
            <a:extLst>
              <a:ext uri="{FF2B5EF4-FFF2-40B4-BE49-F238E27FC236}">
                <a16:creationId xmlns:a16="http://schemas.microsoft.com/office/drawing/2014/main" id="{D85BDB10-FD7D-2FFE-3692-3B39C19C119B}"/>
              </a:ext>
            </a:extLst>
          </p:cNvPr>
          <p:cNvSpPr>
            <a:spLocks noChangeAspect="1"/>
          </p:cNvSpPr>
          <p:nvPr/>
        </p:nvSpPr>
        <p:spPr>
          <a:xfrm rot="1722580">
            <a:off x="11277599" y="4423293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5" name="5-Point Star 54">
            <a:extLst>
              <a:ext uri="{FF2B5EF4-FFF2-40B4-BE49-F238E27FC236}">
                <a16:creationId xmlns:a16="http://schemas.microsoft.com/office/drawing/2014/main" id="{21FCA0A1-3425-FA3B-7EA6-7186C923083A}"/>
              </a:ext>
            </a:extLst>
          </p:cNvPr>
          <p:cNvSpPr>
            <a:spLocks noChangeAspect="1"/>
          </p:cNvSpPr>
          <p:nvPr/>
        </p:nvSpPr>
        <p:spPr>
          <a:xfrm rot="1722580">
            <a:off x="11429999" y="5267675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6" name="5-Point Star 55">
            <a:extLst>
              <a:ext uri="{FF2B5EF4-FFF2-40B4-BE49-F238E27FC236}">
                <a16:creationId xmlns:a16="http://schemas.microsoft.com/office/drawing/2014/main" id="{7137E658-B0C7-04C6-351B-8CED364B0537}"/>
              </a:ext>
            </a:extLst>
          </p:cNvPr>
          <p:cNvSpPr>
            <a:spLocks noChangeAspect="1"/>
          </p:cNvSpPr>
          <p:nvPr/>
        </p:nvSpPr>
        <p:spPr>
          <a:xfrm>
            <a:off x="10111941" y="7434240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7" name="5-Point Star 56">
            <a:extLst>
              <a:ext uri="{FF2B5EF4-FFF2-40B4-BE49-F238E27FC236}">
                <a16:creationId xmlns:a16="http://schemas.microsoft.com/office/drawing/2014/main" id="{70DAC4EC-9A93-E622-5DBA-B93D47BC3F94}"/>
              </a:ext>
            </a:extLst>
          </p:cNvPr>
          <p:cNvSpPr>
            <a:spLocks noChangeAspect="1"/>
          </p:cNvSpPr>
          <p:nvPr/>
        </p:nvSpPr>
        <p:spPr>
          <a:xfrm>
            <a:off x="9102801" y="7586640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8" name="5-Point Star 57">
            <a:extLst>
              <a:ext uri="{FF2B5EF4-FFF2-40B4-BE49-F238E27FC236}">
                <a16:creationId xmlns:a16="http://schemas.microsoft.com/office/drawing/2014/main" id="{A5FDAEB5-F14D-C16A-BD51-B2F5ECDAD99B}"/>
              </a:ext>
            </a:extLst>
          </p:cNvPr>
          <p:cNvSpPr>
            <a:spLocks noChangeAspect="1"/>
          </p:cNvSpPr>
          <p:nvPr/>
        </p:nvSpPr>
        <p:spPr>
          <a:xfrm rot="19221809">
            <a:off x="8583816" y="7586640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9" name="5-Point Star 58">
            <a:extLst>
              <a:ext uri="{FF2B5EF4-FFF2-40B4-BE49-F238E27FC236}">
                <a16:creationId xmlns:a16="http://schemas.microsoft.com/office/drawing/2014/main" id="{B5168312-A2CE-BDAB-B07C-8060F09C44A9}"/>
              </a:ext>
            </a:extLst>
          </p:cNvPr>
          <p:cNvSpPr>
            <a:spLocks noChangeAspect="1"/>
          </p:cNvSpPr>
          <p:nvPr/>
        </p:nvSpPr>
        <p:spPr>
          <a:xfrm rot="21441242">
            <a:off x="8888616" y="7100606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97BECBF-A583-B842-412A-056A8A2063B7}"/>
              </a:ext>
            </a:extLst>
          </p:cNvPr>
          <p:cNvSpPr/>
          <p:nvPr/>
        </p:nvSpPr>
        <p:spPr>
          <a:xfrm>
            <a:off x="13567719" y="2644346"/>
            <a:ext cx="3212757" cy="2048403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5-Point Star 60">
            <a:extLst>
              <a:ext uri="{FF2B5EF4-FFF2-40B4-BE49-F238E27FC236}">
                <a16:creationId xmlns:a16="http://schemas.microsoft.com/office/drawing/2014/main" id="{A1AD327D-40DA-2CD5-BBD7-551F169316F5}"/>
              </a:ext>
            </a:extLst>
          </p:cNvPr>
          <p:cNvSpPr>
            <a:spLocks noChangeAspect="1"/>
          </p:cNvSpPr>
          <p:nvPr/>
        </p:nvSpPr>
        <p:spPr>
          <a:xfrm>
            <a:off x="14000207" y="4056708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697360D-5751-A5EE-9052-117917BB3723}"/>
              </a:ext>
            </a:extLst>
          </p:cNvPr>
          <p:cNvSpPr txBox="1"/>
          <p:nvPr/>
        </p:nvSpPr>
        <p:spPr>
          <a:xfrm>
            <a:off x="14556259" y="3892282"/>
            <a:ext cx="19029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Class 2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9D2C30E-7237-D8B4-0BBE-28CB28E10F4E}"/>
              </a:ext>
            </a:extLst>
          </p:cNvPr>
          <p:cNvSpPr txBox="1"/>
          <p:nvPr/>
        </p:nvSpPr>
        <p:spPr>
          <a:xfrm>
            <a:off x="14222626" y="2685427"/>
            <a:ext cx="19029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</a:rPr>
              <a:t>Legend</a:t>
            </a:r>
          </a:p>
        </p:txBody>
      </p:sp>
      <p:sp>
        <p:nvSpPr>
          <p:cNvPr id="64" name="5-Point Star 63">
            <a:extLst>
              <a:ext uri="{FF2B5EF4-FFF2-40B4-BE49-F238E27FC236}">
                <a16:creationId xmlns:a16="http://schemas.microsoft.com/office/drawing/2014/main" id="{D56B3AFF-4C5C-D6B2-D6C6-28995854DEFD}"/>
              </a:ext>
            </a:extLst>
          </p:cNvPr>
          <p:cNvSpPr>
            <a:spLocks noChangeAspect="1"/>
          </p:cNvSpPr>
          <p:nvPr/>
        </p:nvSpPr>
        <p:spPr>
          <a:xfrm rot="19221809">
            <a:off x="10046033" y="6355076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5" name="5-Point Star 64">
            <a:extLst>
              <a:ext uri="{FF2B5EF4-FFF2-40B4-BE49-F238E27FC236}">
                <a16:creationId xmlns:a16="http://schemas.microsoft.com/office/drawing/2014/main" id="{BE29E911-FB53-B8AB-F7FC-0650E5CB79E8}"/>
              </a:ext>
            </a:extLst>
          </p:cNvPr>
          <p:cNvSpPr>
            <a:spLocks noChangeAspect="1"/>
          </p:cNvSpPr>
          <p:nvPr/>
        </p:nvSpPr>
        <p:spPr>
          <a:xfrm rot="21441242">
            <a:off x="10499115" y="6486884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6" name="5-Point Star 65">
            <a:extLst>
              <a:ext uri="{FF2B5EF4-FFF2-40B4-BE49-F238E27FC236}">
                <a16:creationId xmlns:a16="http://schemas.microsoft.com/office/drawing/2014/main" id="{197EEDBA-2D3C-44B2-E7D4-036D53C84474}"/>
              </a:ext>
            </a:extLst>
          </p:cNvPr>
          <p:cNvSpPr>
            <a:spLocks noChangeAspect="1"/>
          </p:cNvSpPr>
          <p:nvPr/>
        </p:nvSpPr>
        <p:spPr>
          <a:xfrm>
            <a:off x="9201660" y="7314791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7" name="5-Point Star 66">
            <a:extLst>
              <a:ext uri="{FF2B5EF4-FFF2-40B4-BE49-F238E27FC236}">
                <a16:creationId xmlns:a16="http://schemas.microsoft.com/office/drawing/2014/main" id="{9A59A454-F297-698E-0BD7-F9B4A48B012B}"/>
              </a:ext>
            </a:extLst>
          </p:cNvPr>
          <p:cNvSpPr>
            <a:spLocks noChangeAspect="1"/>
          </p:cNvSpPr>
          <p:nvPr/>
        </p:nvSpPr>
        <p:spPr>
          <a:xfrm rot="2219433">
            <a:off x="9354060" y="5984375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8" name="5-Point Star 67">
            <a:extLst>
              <a:ext uri="{FF2B5EF4-FFF2-40B4-BE49-F238E27FC236}">
                <a16:creationId xmlns:a16="http://schemas.microsoft.com/office/drawing/2014/main" id="{C056B76C-2C88-EA20-5FF2-8AFD3675F220}"/>
              </a:ext>
            </a:extLst>
          </p:cNvPr>
          <p:cNvSpPr>
            <a:spLocks noChangeAspect="1"/>
          </p:cNvSpPr>
          <p:nvPr/>
        </p:nvSpPr>
        <p:spPr>
          <a:xfrm>
            <a:off x="9349942" y="7932633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9" name="5-Point Star 68">
            <a:extLst>
              <a:ext uri="{FF2B5EF4-FFF2-40B4-BE49-F238E27FC236}">
                <a16:creationId xmlns:a16="http://schemas.microsoft.com/office/drawing/2014/main" id="{BB5C643B-0E64-F010-FE56-718BEF10A30D}"/>
              </a:ext>
            </a:extLst>
          </p:cNvPr>
          <p:cNvSpPr>
            <a:spLocks noChangeAspect="1"/>
          </p:cNvSpPr>
          <p:nvPr/>
        </p:nvSpPr>
        <p:spPr>
          <a:xfrm rot="19221809">
            <a:off x="9284034" y="6853469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0" name="5-Point Star 69">
            <a:extLst>
              <a:ext uri="{FF2B5EF4-FFF2-40B4-BE49-F238E27FC236}">
                <a16:creationId xmlns:a16="http://schemas.microsoft.com/office/drawing/2014/main" id="{32D370B7-7918-F4B3-C439-3504D348078D}"/>
              </a:ext>
            </a:extLst>
          </p:cNvPr>
          <p:cNvSpPr>
            <a:spLocks noChangeAspect="1"/>
          </p:cNvSpPr>
          <p:nvPr/>
        </p:nvSpPr>
        <p:spPr>
          <a:xfrm rot="21441242">
            <a:off x="9737116" y="6985277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1" name="Heart 70">
            <a:extLst>
              <a:ext uri="{FF2B5EF4-FFF2-40B4-BE49-F238E27FC236}">
                <a16:creationId xmlns:a16="http://schemas.microsoft.com/office/drawing/2014/main" id="{4D5436AC-BFAA-0FF7-048E-601770BF0232}"/>
              </a:ext>
            </a:extLst>
          </p:cNvPr>
          <p:cNvSpPr>
            <a:spLocks/>
          </p:cNvSpPr>
          <p:nvPr/>
        </p:nvSpPr>
        <p:spPr>
          <a:xfrm>
            <a:off x="8078140" y="4382437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Heart 71">
            <a:extLst>
              <a:ext uri="{FF2B5EF4-FFF2-40B4-BE49-F238E27FC236}">
                <a16:creationId xmlns:a16="http://schemas.microsoft.com/office/drawing/2014/main" id="{0F4B212B-99CB-47A8-26A4-CCA726E59047}"/>
              </a:ext>
            </a:extLst>
          </p:cNvPr>
          <p:cNvSpPr>
            <a:spLocks/>
          </p:cNvSpPr>
          <p:nvPr/>
        </p:nvSpPr>
        <p:spPr>
          <a:xfrm rot="1029497">
            <a:off x="8230540" y="3719285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Heart 72">
            <a:extLst>
              <a:ext uri="{FF2B5EF4-FFF2-40B4-BE49-F238E27FC236}">
                <a16:creationId xmlns:a16="http://schemas.microsoft.com/office/drawing/2014/main" id="{AB2BD0EA-102F-480D-56F9-75E3535E5884}"/>
              </a:ext>
            </a:extLst>
          </p:cNvPr>
          <p:cNvSpPr>
            <a:spLocks/>
          </p:cNvSpPr>
          <p:nvPr/>
        </p:nvSpPr>
        <p:spPr>
          <a:xfrm rot="19355906">
            <a:off x="9091398" y="4382437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Heart 73">
            <a:extLst>
              <a:ext uri="{FF2B5EF4-FFF2-40B4-BE49-F238E27FC236}">
                <a16:creationId xmlns:a16="http://schemas.microsoft.com/office/drawing/2014/main" id="{D05DE051-A849-1724-CAFF-98FAC31D49CF}"/>
              </a:ext>
            </a:extLst>
          </p:cNvPr>
          <p:cNvSpPr>
            <a:spLocks/>
          </p:cNvSpPr>
          <p:nvPr/>
        </p:nvSpPr>
        <p:spPr>
          <a:xfrm rot="20385403">
            <a:off x="9243798" y="3719285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Heart 74">
            <a:extLst>
              <a:ext uri="{FF2B5EF4-FFF2-40B4-BE49-F238E27FC236}">
                <a16:creationId xmlns:a16="http://schemas.microsoft.com/office/drawing/2014/main" id="{20DEE981-6F40-D49A-736E-C4D53A25944D}"/>
              </a:ext>
            </a:extLst>
          </p:cNvPr>
          <p:cNvSpPr>
            <a:spLocks/>
          </p:cNvSpPr>
          <p:nvPr/>
        </p:nvSpPr>
        <p:spPr>
          <a:xfrm rot="19779827">
            <a:off x="7361446" y="4827285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Heart 75">
            <a:extLst>
              <a:ext uri="{FF2B5EF4-FFF2-40B4-BE49-F238E27FC236}">
                <a16:creationId xmlns:a16="http://schemas.microsoft.com/office/drawing/2014/main" id="{1A1D7525-F213-CF22-4BC1-5EC8F6DA5FD6}"/>
              </a:ext>
            </a:extLst>
          </p:cNvPr>
          <p:cNvSpPr>
            <a:spLocks/>
          </p:cNvSpPr>
          <p:nvPr/>
        </p:nvSpPr>
        <p:spPr>
          <a:xfrm rot="20809324">
            <a:off x="7513846" y="4164133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Heart 76">
            <a:extLst>
              <a:ext uri="{FF2B5EF4-FFF2-40B4-BE49-F238E27FC236}">
                <a16:creationId xmlns:a16="http://schemas.microsoft.com/office/drawing/2014/main" id="{181081EF-AEB2-E200-FB69-6E7CAEB89F9E}"/>
              </a:ext>
            </a:extLst>
          </p:cNvPr>
          <p:cNvSpPr>
            <a:spLocks/>
          </p:cNvSpPr>
          <p:nvPr/>
        </p:nvSpPr>
        <p:spPr>
          <a:xfrm rot="17535733">
            <a:off x="8374704" y="4827285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Heart 77">
            <a:extLst>
              <a:ext uri="{FF2B5EF4-FFF2-40B4-BE49-F238E27FC236}">
                <a16:creationId xmlns:a16="http://schemas.microsoft.com/office/drawing/2014/main" id="{A8E0FE29-B933-D5B5-D164-B2A298D18C04}"/>
              </a:ext>
            </a:extLst>
          </p:cNvPr>
          <p:cNvSpPr>
            <a:spLocks/>
          </p:cNvSpPr>
          <p:nvPr/>
        </p:nvSpPr>
        <p:spPr>
          <a:xfrm rot="18565230">
            <a:off x="8527104" y="4164133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Heart 78">
            <a:extLst>
              <a:ext uri="{FF2B5EF4-FFF2-40B4-BE49-F238E27FC236}">
                <a16:creationId xmlns:a16="http://schemas.microsoft.com/office/drawing/2014/main" id="{CF035E6A-74ED-B5F2-2F21-4D11197B0424}"/>
              </a:ext>
            </a:extLst>
          </p:cNvPr>
          <p:cNvSpPr>
            <a:spLocks/>
          </p:cNvSpPr>
          <p:nvPr/>
        </p:nvSpPr>
        <p:spPr>
          <a:xfrm>
            <a:off x="7291423" y="5152680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Heart 79">
            <a:extLst>
              <a:ext uri="{FF2B5EF4-FFF2-40B4-BE49-F238E27FC236}">
                <a16:creationId xmlns:a16="http://schemas.microsoft.com/office/drawing/2014/main" id="{73368FEB-7226-8E66-6AB2-B62ED8741917}"/>
              </a:ext>
            </a:extLst>
          </p:cNvPr>
          <p:cNvSpPr>
            <a:spLocks/>
          </p:cNvSpPr>
          <p:nvPr/>
        </p:nvSpPr>
        <p:spPr>
          <a:xfrm rot="1029497">
            <a:off x="7443823" y="4489528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Heart 80">
            <a:extLst>
              <a:ext uri="{FF2B5EF4-FFF2-40B4-BE49-F238E27FC236}">
                <a16:creationId xmlns:a16="http://schemas.microsoft.com/office/drawing/2014/main" id="{CB64F1B0-D029-CE84-E421-A26B4ED97039}"/>
              </a:ext>
            </a:extLst>
          </p:cNvPr>
          <p:cNvSpPr>
            <a:spLocks/>
          </p:cNvSpPr>
          <p:nvPr/>
        </p:nvSpPr>
        <p:spPr>
          <a:xfrm rot="18565230">
            <a:off x="7740387" y="4934376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Heart 81">
            <a:extLst>
              <a:ext uri="{FF2B5EF4-FFF2-40B4-BE49-F238E27FC236}">
                <a16:creationId xmlns:a16="http://schemas.microsoft.com/office/drawing/2014/main" id="{5D750AD8-3954-E67A-8614-FEAB035C4A50}"/>
              </a:ext>
            </a:extLst>
          </p:cNvPr>
          <p:cNvSpPr>
            <a:spLocks/>
          </p:cNvSpPr>
          <p:nvPr/>
        </p:nvSpPr>
        <p:spPr>
          <a:xfrm>
            <a:off x="8551818" y="3768715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Heart 82">
            <a:extLst>
              <a:ext uri="{FF2B5EF4-FFF2-40B4-BE49-F238E27FC236}">
                <a16:creationId xmlns:a16="http://schemas.microsoft.com/office/drawing/2014/main" id="{EA2E581D-F94E-2445-6CD9-097C6D99D9E5}"/>
              </a:ext>
            </a:extLst>
          </p:cNvPr>
          <p:cNvSpPr>
            <a:spLocks/>
          </p:cNvSpPr>
          <p:nvPr/>
        </p:nvSpPr>
        <p:spPr>
          <a:xfrm rot="1029497">
            <a:off x="8704218" y="3105563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Heart 83">
            <a:extLst>
              <a:ext uri="{FF2B5EF4-FFF2-40B4-BE49-F238E27FC236}">
                <a16:creationId xmlns:a16="http://schemas.microsoft.com/office/drawing/2014/main" id="{006CC6D5-0EB0-B940-7520-326AD6A4A845}"/>
              </a:ext>
            </a:extLst>
          </p:cNvPr>
          <p:cNvSpPr>
            <a:spLocks/>
          </p:cNvSpPr>
          <p:nvPr/>
        </p:nvSpPr>
        <p:spPr>
          <a:xfrm rot="19355906">
            <a:off x="9565076" y="3768715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Heart 84">
            <a:extLst>
              <a:ext uri="{FF2B5EF4-FFF2-40B4-BE49-F238E27FC236}">
                <a16:creationId xmlns:a16="http://schemas.microsoft.com/office/drawing/2014/main" id="{5DBEC741-9C27-7586-CC56-7CF1730F408F}"/>
              </a:ext>
            </a:extLst>
          </p:cNvPr>
          <p:cNvSpPr>
            <a:spLocks/>
          </p:cNvSpPr>
          <p:nvPr/>
        </p:nvSpPr>
        <p:spPr>
          <a:xfrm rot="20809324">
            <a:off x="7987524" y="3550411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Heart 85">
            <a:extLst>
              <a:ext uri="{FF2B5EF4-FFF2-40B4-BE49-F238E27FC236}">
                <a16:creationId xmlns:a16="http://schemas.microsoft.com/office/drawing/2014/main" id="{F6106B45-DD6E-6990-393A-1E8C011F301F}"/>
              </a:ext>
            </a:extLst>
          </p:cNvPr>
          <p:cNvSpPr>
            <a:spLocks/>
          </p:cNvSpPr>
          <p:nvPr/>
        </p:nvSpPr>
        <p:spPr>
          <a:xfrm rot="18565230">
            <a:off x="9000782" y="3550411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Heart 86">
            <a:extLst>
              <a:ext uri="{FF2B5EF4-FFF2-40B4-BE49-F238E27FC236}">
                <a16:creationId xmlns:a16="http://schemas.microsoft.com/office/drawing/2014/main" id="{5303387E-D7EF-5AF5-20A8-E4A285435BBC}"/>
              </a:ext>
            </a:extLst>
          </p:cNvPr>
          <p:cNvSpPr>
            <a:spLocks/>
          </p:cNvSpPr>
          <p:nvPr/>
        </p:nvSpPr>
        <p:spPr>
          <a:xfrm rot="1029497">
            <a:off x="7917501" y="3875806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Heart 87">
            <a:extLst>
              <a:ext uri="{FF2B5EF4-FFF2-40B4-BE49-F238E27FC236}">
                <a16:creationId xmlns:a16="http://schemas.microsoft.com/office/drawing/2014/main" id="{0E303146-563E-59F3-959F-F0064A770197}"/>
              </a:ext>
            </a:extLst>
          </p:cNvPr>
          <p:cNvSpPr>
            <a:spLocks/>
          </p:cNvSpPr>
          <p:nvPr/>
        </p:nvSpPr>
        <p:spPr>
          <a:xfrm rot="4521868">
            <a:off x="8873094" y="3941707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Heart 88">
            <a:extLst>
              <a:ext uri="{FF2B5EF4-FFF2-40B4-BE49-F238E27FC236}">
                <a16:creationId xmlns:a16="http://schemas.microsoft.com/office/drawing/2014/main" id="{7C9DCF2D-B1E7-FDCA-2362-CF99B845DD66}"/>
              </a:ext>
            </a:extLst>
          </p:cNvPr>
          <p:cNvSpPr>
            <a:spLocks/>
          </p:cNvSpPr>
          <p:nvPr/>
        </p:nvSpPr>
        <p:spPr>
          <a:xfrm rot="5551365">
            <a:off x="9025494" y="3278555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Heart 89">
            <a:extLst>
              <a:ext uri="{FF2B5EF4-FFF2-40B4-BE49-F238E27FC236}">
                <a16:creationId xmlns:a16="http://schemas.microsoft.com/office/drawing/2014/main" id="{A71E44C4-DB90-AA0F-5DF0-10FA0AE6BBA5}"/>
              </a:ext>
            </a:extLst>
          </p:cNvPr>
          <p:cNvSpPr>
            <a:spLocks/>
          </p:cNvSpPr>
          <p:nvPr/>
        </p:nvSpPr>
        <p:spPr>
          <a:xfrm rot="2277774">
            <a:off x="9886352" y="3941707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Heart 90">
            <a:extLst>
              <a:ext uri="{FF2B5EF4-FFF2-40B4-BE49-F238E27FC236}">
                <a16:creationId xmlns:a16="http://schemas.microsoft.com/office/drawing/2014/main" id="{4D0290BA-B122-817D-92E6-A6DE5FD775EF}"/>
              </a:ext>
            </a:extLst>
          </p:cNvPr>
          <p:cNvSpPr>
            <a:spLocks/>
          </p:cNvSpPr>
          <p:nvPr/>
        </p:nvSpPr>
        <p:spPr>
          <a:xfrm rot="3307271">
            <a:off x="10038752" y="3278555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Heart 91">
            <a:extLst>
              <a:ext uri="{FF2B5EF4-FFF2-40B4-BE49-F238E27FC236}">
                <a16:creationId xmlns:a16="http://schemas.microsoft.com/office/drawing/2014/main" id="{CE3CA145-3F0A-5C12-CC5F-C311E66B186C}"/>
              </a:ext>
            </a:extLst>
          </p:cNvPr>
          <p:cNvSpPr>
            <a:spLocks/>
          </p:cNvSpPr>
          <p:nvPr/>
        </p:nvSpPr>
        <p:spPr>
          <a:xfrm rot="3731192">
            <a:off x="8308800" y="3723403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Heart 92">
            <a:extLst>
              <a:ext uri="{FF2B5EF4-FFF2-40B4-BE49-F238E27FC236}">
                <a16:creationId xmlns:a16="http://schemas.microsoft.com/office/drawing/2014/main" id="{4F6F89B0-4372-0B2E-95BA-C04C51BA291F}"/>
              </a:ext>
            </a:extLst>
          </p:cNvPr>
          <p:cNvSpPr>
            <a:spLocks/>
          </p:cNvSpPr>
          <p:nvPr/>
        </p:nvSpPr>
        <p:spPr>
          <a:xfrm rot="1487098">
            <a:off x="9322058" y="3723403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Heart 93">
            <a:extLst>
              <a:ext uri="{FF2B5EF4-FFF2-40B4-BE49-F238E27FC236}">
                <a16:creationId xmlns:a16="http://schemas.microsoft.com/office/drawing/2014/main" id="{22D4B703-BC7A-8D6B-8AC2-778F5ACEA4F4}"/>
              </a:ext>
            </a:extLst>
          </p:cNvPr>
          <p:cNvSpPr>
            <a:spLocks/>
          </p:cNvSpPr>
          <p:nvPr/>
        </p:nvSpPr>
        <p:spPr>
          <a:xfrm rot="5551365">
            <a:off x="8238777" y="4048798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Heart 94">
            <a:extLst>
              <a:ext uri="{FF2B5EF4-FFF2-40B4-BE49-F238E27FC236}">
                <a16:creationId xmlns:a16="http://schemas.microsoft.com/office/drawing/2014/main" id="{04EB5C02-D63B-141E-5AA8-9AD2BA7A4B65}"/>
              </a:ext>
            </a:extLst>
          </p:cNvPr>
          <p:cNvSpPr>
            <a:spLocks/>
          </p:cNvSpPr>
          <p:nvPr/>
        </p:nvSpPr>
        <p:spPr>
          <a:xfrm rot="4521868">
            <a:off x="9346772" y="3327985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Heart 95">
            <a:extLst>
              <a:ext uri="{FF2B5EF4-FFF2-40B4-BE49-F238E27FC236}">
                <a16:creationId xmlns:a16="http://schemas.microsoft.com/office/drawing/2014/main" id="{C5F51962-2DDB-9404-B55A-A9509A44F489}"/>
              </a:ext>
            </a:extLst>
          </p:cNvPr>
          <p:cNvSpPr>
            <a:spLocks/>
          </p:cNvSpPr>
          <p:nvPr/>
        </p:nvSpPr>
        <p:spPr>
          <a:xfrm rot="2277774">
            <a:off x="10360030" y="3327985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Heart 96">
            <a:extLst>
              <a:ext uri="{FF2B5EF4-FFF2-40B4-BE49-F238E27FC236}">
                <a16:creationId xmlns:a16="http://schemas.microsoft.com/office/drawing/2014/main" id="{154FD3D1-8D2C-8A44-80EB-E15ED7404E0F}"/>
              </a:ext>
            </a:extLst>
          </p:cNvPr>
          <p:cNvSpPr>
            <a:spLocks/>
          </p:cNvSpPr>
          <p:nvPr/>
        </p:nvSpPr>
        <p:spPr>
          <a:xfrm rot="3731192">
            <a:off x="8782478" y="3109681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Heart 97">
            <a:extLst>
              <a:ext uri="{FF2B5EF4-FFF2-40B4-BE49-F238E27FC236}">
                <a16:creationId xmlns:a16="http://schemas.microsoft.com/office/drawing/2014/main" id="{8637BA9F-682E-4399-507D-2B81B4A3624F}"/>
              </a:ext>
            </a:extLst>
          </p:cNvPr>
          <p:cNvSpPr>
            <a:spLocks/>
          </p:cNvSpPr>
          <p:nvPr/>
        </p:nvSpPr>
        <p:spPr>
          <a:xfrm rot="1487098">
            <a:off x="9795736" y="3109681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Heart 98">
            <a:extLst>
              <a:ext uri="{FF2B5EF4-FFF2-40B4-BE49-F238E27FC236}">
                <a16:creationId xmlns:a16="http://schemas.microsoft.com/office/drawing/2014/main" id="{B7A4EB01-E000-3B08-5929-AEA5F96753EB}"/>
              </a:ext>
            </a:extLst>
          </p:cNvPr>
          <p:cNvSpPr>
            <a:spLocks/>
          </p:cNvSpPr>
          <p:nvPr/>
        </p:nvSpPr>
        <p:spPr>
          <a:xfrm rot="5551365">
            <a:off x="8712455" y="3435076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Heart 99">
            <a:extLst>
              <a:ext uri="{FF2B5EF4-FFF2-40B4-BE49-F238E27FC236}">
                <a16:creationId xmlns:a16="http://schemas.microsoft.com/office/drawing/2014/main" id="{48666977-11D0-45F9-CC11-090DD706BEFF}"/>
              </a:ext>
            </a:extLst>
          </p:cNvPr>
          <p:cNvSpPr>
            <a:spLocks/>
          </p:cNvSpPr>
          <p:nvPr/>
        </p:nvSpPr>
        <p:spPr>
          <a:xfrm>
            <a:off x="13988052" y="3583145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2F315BE7-8A68-869A-D5B1-E39916C629AC}"/>
              </a:ext>
            </a:extLst>
          </p:cNvPr>
          <p:cNvSpPr txBox="1"/>
          <p:nvPr/>
        </p:nvSpPr>
        <p:spPr>
          <a:xfrm>
            <a:off x="14535661" y="3402132"/>
            <a:ext cx="19029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Class 1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3AE1BF5-8846-AB08-3297-F9D70D49A091}"/>
              </a:ext>
            </a:extLst>
          </p:cNvPr>
          <p:cNvCxnSpPr>
            <a:cxnSpLocks/>
          </p:cNvCxnSpPr>
          <p:nvPr/>
        </p:nvCxnSpPr>
        <p:spPr>
          <a:xfrm flipV="1">
            <a:off x="5555410" y="3069554"/>
            <a:ext cx="6452559" cy="553960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CC5FD83-3DAD-7E76-3FAD-71A899CCA4DF}"/>
              </a:ext>
            </a:extLst>
          </p:cNvPr>
          <p:cNvCxnSpPr>
            <a:cxnSpLocks/>
          </p:cNvCxnSpPr>
          <p:nvPr/>
        </p:nvCxnSpPr>
        <p:spPr>
          <a:xfrm flipV="1">
            <a:off x="6121879" y="3411737"/>
            <a:ext cx="6452559" cy="5539608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BCB6869-5624-0E2D-6D78-66A0C4822250}"/>
              </a:ext>
            </a:extLst>
          </p:cNvPr>
          <p:cNvCxnSpPr>
            <a:cxnSpLocks/>
          </p:cNvCxnSpPr>
          <p:nvPr/>
        </p:nvCxnSpPr>
        <p:spPr>
          <a:xfrm flipV="1">
            <a:off x="5187351" y="2649738"/>
            <a:ext cx="6452559" cy="5539608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74CC1B5-53AC-9025-8D37-8D7383F2CEA7}"/>
              </a:ext>
            </a:extLst>
          </p:cNvPr>
          <p:cNvCxnSpPr>
            <a:cxnSpLocks/>
          </p:cNvCxnSpPr>
          <p:nvPr/>
        </p:nvCxnSpPr>
        <p:spPr>
          <a:xfrm>
            <a:off x="9045472" y="5630038"/>
            <a:ext cx="418664" cy="450448"/>
          </a:xfrm>
          <a:prstGeom prst="line">
            <a:avLst/>
          </a:prstGeom>
          <a:ln w="101600">
            <a:solidFill>
              <a:srgbClr val="00BFF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A500642-EBD1-4AE5-4FA9-77C48A3D015F}"/>
              </a:ext>
            </a:extLst>
          </p:cNvPr>
          <p:cNvCxnSpPr>
            <a:cxnSpLocks/>
          </p:cNvCxnSpPr>
          <p:nvPr/>
        </p:nvCxnSpPr>
        <p:spPr>
          <a:xfrm>
            <a:off x="9989134" y="4023384"/>
            <a:ext cx="418664" cy="450448"/>
          </a:xfrm>
          <a:prstGeom prst="line">
            <a:avLst/>
          </a:prstGeom>
          <a:ln w="101600">
            <a:solidFill>
              <a:srgbClr val="00BFF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08158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40723-192D-3EB8-0B1E-A2215463E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Classifying Line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89E1FF-60C6-FC18-0E3A-403B67A61F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1, −1</m:t>
                        </m:r>
                      </m:e>
                    </m:d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Classifying lines, planes, or hyperplanes are defined as </a:t>
                </a:r>
                <a:br>
                  <a:rPr lang="en-US" dirty="0"/>
                </a:b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, where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p>
                      <m:e>
                        <m:sSup>
                          <m:sSupPr>
                            <m:ctrlPr>
                              <a:rPr lang="en-U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A line that perfectly separates the classes has the property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&gt;0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for all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. </a:t>
                </a:r>
              </a:p>
              <a:p>
                <a:r>
                  <a:rPr lang="en-US" dirty="0"/>
                  <a:t>Why?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89E1FF-60C6-FC18-0E3A-403B67A61F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41" t="-16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393738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3239DB10-1258-C7A6-D86D-4ED736366DC6}"/>
              </a:ext>
            </a:extLst>
          </p:cNvPr>
          <p:cNvSpPr/>
          <p:nvPr/>
        </p:nvSpPr>
        <p:spPr>
          <a:xfrm rot="2938951">
            <a:off x="8260074" y="1527907"/>
            <a:ext cx="1183077" cy="8614880"/>
          </a:xfrm>
          <a:prstGeom prst="rect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785A5F-3E9A-D3D1-3168-9D138359C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Idea Shown Visually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15E0E8F5-FF71-712F-2523-CDFB270812E5}"/>
              </a:ext>
            </a:extLst>
          </p:cNvPr>
          <p:cNvGrpSpPr/>
          <p:nvPr/>
        </p:nvGrpSpPr>
        <p:grpSpPr>
          <a:xfrm>
            <a:off x="6558264" y="3212757"/>
            <a:ext cx="5165124" cy="5165124"/>
            <a:chOff x="6672648" y="2866768"/>
            <a:chExt cx="5165124" cy="5165124"/>
          </a:xfrm>
        </p:grpSpPr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2571B3E6-C329-50E1-82A2-6B2CD09E510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2648" y="2866768"/>
              <a:ext cx="0" cy="5165124"/>
            </a:xfrm>
            <a:prstGeom prst="straightConnector1">
              <a:avLst/>
            </a:prstGeom>
            <a:ln w="762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8D5D6CF1-8703-F3D8-AFC3-3E7A4103CC34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9255210" y="5449330"/>
              <a:ext cx="0" cy="5165124"/>
            </a:xfrm>
            <a:prstGeom prst="straightConnector1">
              <a:avLst/>
            </a:prstGeom>
            <a:ln w="762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sp>
        <p:nvSpPr>
          <p:cNvPr id="44" name="5-Point Star 43">
            <a:extLst>
              <a:ext uri="{FF2B5EF4-FFF2-40B4-BE49-F238E27FC236}">
                <a16:creationId xmlns:a16="http://schemas.microsoft.com/office/drawing/2014/main" id="{543CC6DE-BCF5-F71D-5211-369FEFCE8E8A}"/>
              </a:ext>
            </a:extLst>
          </p:cNvPr>
          <p:cNvSpPr>
            <a:spLocks noChangeAspect="1"/>
          </p:cNvSpPr>
          <p:nvPr/>
        </p:nvSpPr>
        <p:spPr>
          <a:xfrm>
            <a:off x="10972799" y="6663998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5" name="5-Point Star 44">
            <a:extLst>
              <a:ext uri="{FF2B5EF4-FFF2-40B4-BE49-F238E27FC236}">
                <a16:creationId xmlns:a16="http://schemas.microsoft.com/office/drawing/2014/main" id="{2E1F2420-15B3-C216-2BA6-6FB355B48195}"/>
              </a:ext>
            </a:extLst>
          </p:cNvPr>
          <p:cNvSpPr>
            <a:spLocks noChangeAspect="1"/>
          </p:cNvSpPr>
          <p:nvPr/>
        </p:nvSpPr>
        <p:spPr>
          <a:xfrm>
            <a:off x="11125199" y="7508380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6" name="5-Point Star 45">
            <a:extLst>
              <a:ext uri="{FF2B5EF4-FFF2-40B4-BE49-F238E27FC236}">
                <a16:creationId xmlns:a16="http://schemas.microsoft.com/office/drawing/2014/main" id="{52458FF5-4AFA-80CA-9708-0F4FB14EDA56}"/>
              </a:ext>
            </a:extLst>
          </p:cNvPr>
          <p:cNvSpPr>
            <a:spLocks noChangeAspect="1"/>
          </p:cNvSpPr>
          <p:nvPr/>
        </p:nvSpPr>
        <p:spPr>
          <a:xfrm>
            <a:off x="9963659" y="6816398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7" name="5-Point Star 46">
            <a:extLst>
              <a:ext uri="{FF2B5EF4-FFF2-40B4-BE49-F238E27FC236}">
                <a16:creationId xmlns:a16="http://schemas.microsoft.com/office/drawing/2014/main" id="{4F8590E7-5B51-F35B-3E32-6CB5FE151ED2}"/>
              </a:ext>
            </a:extLst>
          </p:cNvPr>
          <p:cNvSpPr>
            <a:spLocks noChangeAspect="1"/>
          </p:cNvSpPr>
          <p:nvPr/>
        </p:nvSpPr>
        <p:spPr>
          <a:xfrm rot="2219433">
            <a:off x="11125199" y="5333582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8" name="5-Point Star 47">
            <a:extLst>
              <a:ext uri="{FF2B5EF4-FFF2-40B4-BE49-F238E27FC236}">
                <a16:creationId xmlns:a16="http://schemas.microsoft.com/office/drawing/2014/main" id="{D143C6F5-31DC-2288-AE25-A4766470F96E}"/>
              </a:ext>
            </a:extLst>
          </p:cNvPr>
          <p:cNvSpPr>
            <a:spLocks noChangeAspect="1"/>
          </p:cNvSpPr>
          <p:nvPr/>
        </p:nvSpPr>
        <p:spPr>
          <a:xfrm rot="2219433">
            <a:off x="11277599" y="6177964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9" name="5-Point Star 48">
            <a:extLst>
              <a:ext uri="{FF2B5EF4-FFF2-40B4-BE49-F238E27FC236}">
                <a16:creationId xmlns:a16="http://schemas.microsoft.com/office/drawing/2014/main" id="{C6BDCCCB-388A-4902-3F8D-82D746B0B66A}"/>
              </a:ext>
            </a:extLst>
          </p:cNvPr>
          <p:cNvSpPr>
            <a:spLocks noChangeAspect="1"/>
          </p:cNvSpPr>
          <p:nvPr/>
        </p:nvSpPr>
        <p:spPr>
          <a:xfrm rot="2219433">
            <a:off x="10116059" y="5485982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0" name="5-Point Star 49">
            <a:extLst>
              <a:ext uri="{FF2B5EF4-FFF2-40B4-BE49-F238E27FC236}">
                <a16:creationId xmlns:a16="http://schemas.microsoft.com/office/drawing/2014/main" id="{A42EF5CF-66DF-DA2B-9956-FF290E185635}"/>
              </a:ext>
            </a:extLst>
          </p:cNvPr>
          <p:cNvSpPr>
            <a:spLocks noChangeAspect="1"/>
          </p:cNvSpPr>
          <p:nvPr/>
        </p:nvSpPr>
        <p:spPr>
          <a:xfrm rot="19221809">
            <a:off x="9444674" y="6816398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1" name="5-Point Star 50">
            <a:extLst>
              <a:ext uri="{FF2B5EF4-FFF2-40B4-BE49-F238E27FC236}">
                <a16:creationId xmlns:a16="http://schemas.microsoft.com/office/drawing/2014/main" id="{753953E6-4D5B-9C71-06D3-874B249DEF98}"/>
              </a:ext>
            </a:extLst>
          </p:cNvPr>
          <p:cNvSpPr>
            <a:spLocks noChangeAspect="1"/>
          </p:cNvSpPr>
          <p:nvPr/>
        </p:nvSpPr>
        <p:spPr>
          <a:xfrm rot="19221809">
            <a:off x="8435534" y="6968798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2" name="5-Point Star 51">
            <a:extLst>
              <a:ext uri="{FF2B5EF4-FFF2-40B4-BE49-F238E27FC236}">
                <a16:creationId xmlns:a16="http://schemas.microsoft.com/office/drawing/2014/main" id="{14AF48D9-0AAD-9064-F3AB-12F21BB976D2}"/>
              </a:ext>
            </a:extLst>
          </p:cNvPr>
          <p:cNvSpPr>
            <a:spLocks noChangeAspect="1"/>
          </p:cNvSpPr>
          <p:nvPr/>
        </p:nvSpPr>
        <p:spPr>
          <a:xfrm rot="21441242">
            <a:off x="9749474" y="6330364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3" name="5-Point Star 52">
            <a:extLst>
              <a:ext uri="{FF2B5EF4-FFF2-40B4-BE49-F238E27FC236}">
                <a16:creationId xmlns:a16="http://schemas.microsoft.com/office/drawing/2014/main" id="{102AA1E4-D41D-ED38-8823-654C4973415A}"/>
              </a:ext>
            </a:extLst>
          </p:cNvPr>
          <p:cNvSpPr>
            <a:spLocks noChangeAspect="1"/>
          </p:cNvSpPr>
          <p:nvPr/>
        </p:nvSpPr>
        <p:spPr>
          <a:xfrm rot="21103147">
            <a:off x="11125199" y="5753709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4" name="5-Point Star 53">
            <a:extLst>
              <a:ext uri="{FF2B5EF4-FFF2-40B4-BE49-F238E27FC236}">
                <a16:creationId xmlns:a16="http://schemas.microsoft.com/office/drawing/2014/main" id="{D85BDB10-FD7D-2FFE-3692-3B39C19C119B}"/>
              </a:ext>
            </a:extLst>
          </p:cNvPr>
          <p:cNvSpPr>
            <a:spLocks noChangeAspect="1"/>
          </p:cNvSpPr>
          <p:nvPr/>
        </p:nvSpPr>
        <p:spPr>
          <a:xfrm rot="1722580">
            <a:off x="11277599" y="4423293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5" name="5-Point Star 54">
            <a:extLst>
              <a:ext uri="{FF2B5EF4-FFF2-40B4-BE49-F238E27FC236}">
                <a16:creationId xmlns:a16="http://schemas.microsoft.com/office/drawing/2014/main" id="{21FCA0A1-3425-FA3B-7EA6-7186C923083A}"/>
              </a:ext>
            </a:extLst>
          </p:cNvPr>
          <p:cNvSpPr>
            <a:spLocks noChangeAspect="1"/>
          </p:cNvSpPr>
          <p:nvPr/>
        </p:nvSpPr>
        <p:spPr>
          <a:xfrm rot="1722580">
            <a:off x="11429999" y="5267675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6" name="5-Point Star 55">
            <a:extLst>
              <a:ext uri="{FF2B5EF4-FFF2-40B4-BE49-F238E27FC236}">
                <a16:creationId xmlns:a16="http://schemas.microsoft.com/office/drawing/2014/main" id="{7137E658-B0C7-04C6-351B-8CED364B0537}"/>
              </a:ext>
            </a:extLst>
          </p:cNvPr>
          <p:cNvSpPr>
            <a:spLocks noChangeAspect="1"/>
          </p:cNvSpPr>
          <p:nvPr/>
        </p:nvSpPr>
        <p:spPr>
          <a:xfrm>
            <a:off x="10111941" y="7434240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7" name="5-Point Star 56">
            <a:extLst>
              <a:ext uri="{FF2B5EF4-FFF2-40B4-BE49-F238E27FC236}">
                <a16:creationId xmlns:a16="http://schemas.microsoft.com/office/drawing/2014/main" id="{70DAC4EC-9A93-E622-5DBA-B93D47BC3F94}"/>
              </a:ext>
            </a:extLst>
          </p:cNvPr>
          <p:cNvSpPr>
            <a:spLocks noChangeAspect="1"/>
          </p:cNvSpPr>
          <p:nvPr/>
        </p:nvSpPr>
        <p:spPr>
          <a:xfrm>
            <a:off x="9102801" y="7586640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8" name="5-Point Star 57">
            <a:extLst>
              <a:ext uri="{FF2B5EF4-FFF2-40B4-BE49-F238E27FC236}">
                <a16:creationId xmlns:a16="http://schemas.microsoft.com/office/drawing/2014/main" id="{A5FDAEB5-F14D-C16A-BD51-B2F5ECDAD99B}"/>
              </a:ext>
            </a:extLst>
          </p:cNvPr>
          <p:cNvSpPr>
            <a:spLocks noChangeAspect="1"/>
          </p:cNvSpPr>
          <p:nvPr/>
        </p:nvSpPr>
        <p:spPr>
          <a:xfrm rot="19221809">
            <a:off x="8583816" y="7586640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9" name="5-Point Star 58">
            <a:extLst>
              <a:ext uri="{FF2B5EF4-FFF2-40B4-BE49-F238E27FC236}">
                <a16:creationId xmlns:a16="http://schemas.microsoft.com/office/drawing/2014/main" id="{B5168312-A2CE-BDAB-B07C-8060F09C44A9}"/>
              </a:ext>
            </a:extLst>
          </p:cNvPr>
          <p:cNvSpPr>
            <a:spLocks noChangeAspect="1"/>
          </p:cNvSpPr>
          <p:nvPr/>
        </p:nvSpPr>
        <p:spPr>
          <a:xfrm rot="21441242">
            <a:off x="8888616" y="7100606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97BECBF-A583-B842-412A-056A8A2063B7}"/>
              </a:ext>
            </a:extLst>
          </p:cNvPr>
          <p:cNvSpPr/>
          <p:nvPr/>
        </p:nvSpPr>
        <p:spPr>
          <a:xfrm>
            <a:off x="13567719" y="2644346"/>
            <a:ext cx="3212757" cy="2048403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5-Point Star 60">
            <a:extLst>
              <a:ext uri="{FF2B5EF4-FFF2-40B4-BE49-F238E27FC236}">
                <a16:creationId xmlns:a16="http://schemas.microsoft.com/office/drawing/2014/main" id="{A1AD327D-40DA-2CD5-BBD7-551F169316F5}"/>
              </a:ext>
            </a:extLst>
          </p:cNvPr>
          <p:cNvSpPr>
            <a:spLocks noChangeAspect="1"/>
          </p:cNvSpPr>
          <p:nvPr/>
        </p:nvSpPr>
        <p:spPr>
          <a:xfrm>
            <a:off x="14000207" y="4056708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697360D-5751-A5EE-9052-117917BB3723}"/>
              </a:ext>
            </a:extLst>
          </p:cNvPr>
          <p:cNvSpPr txBox="1"/>
          <p:nvPr/>
        </p:nvSpPr>
        <p:spPr>
          <a:xfrm>
            <a:off x="14556259" y="3892282"/>
            <a:ext cx="19029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Class -1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9D2C30E-7237-D8B4-0BBE-28CB28E10F4E}"/>
              </a:ext>
            </a:extLst>
          </p:cNvPr>
          <p:cNvSpPr txBox="1"/>
          <p:nvPr/>
        </p:nvSpPr>
        <p:spPr>
          <a:xfrm>
            <a:off x="14222626" y="2685427"/>
            <a:ext cx="19029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</a:rPr>
              <a:t>Legend</a:t>
            </a:r>
          </a:p>
        </p:txBody>
      </p:sp>
      <p:sp>
        <p:nvSpPr>
          <p:cNvPr id="64" name="5-Point Star 63">
            <a:extLst>
              <a:ext uri="{FF2B5EF4-FFF2-40B4-BE49-F238E27FC236}">
                <a16:creationId xmlns:a16="http://schemas.microsoft.com/office/drawing/2014/main" id="{D56B3AFF-4C5C-D6B2-D6C6-28995854DEFD}"/>
              </a:ext>
            </a:extLst>
          </p:cNvPr>
          <p:cNvSpPr>
            <a:spLocks noChangeAspect="1"/>
          </p:cNvSpPr>
          <p:nvPr/>
        </p:nvSpPr>
        <p:spPr>
          <a:xfrm rot="19221809">
            <a:off x="10046033" y="6355076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5" name="5-Point Star 64">
            <a:extLst>
              <a:ext uri="{FF2B5EF4-FFF2-40B4-BE49-F238E27FC236}">
                <a16:creationId xmlns:a16="http://schemas.microsoft.com/office/drawing/2014/main" id="{BE29E911-FB53-B8AB-F7FC-0650E5CB79E8}"/>
              </a:ext>
            </a:extLst>
          </p:cNvPr>
          <p:cNvSpPr>
            <a:spLocks noChangeAspect="1"/>
          </p:cNvSpPr>
          <p:nvPr/>
        </p:nvSpPr>
        <p:spPr>
          <a:xfrm rot="21441242">
            <a:off x="10499115" y="6486884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6" name="5-Point Star 65">
            <a:extLst>
              <a:ext uri="{FF2B5EF4-FFF2-40B4-BE49-F238E27FC236}">
                <a16:creationId xmlns:a16="http://schemas.microsoft.com/office/drawing/2014/main" id="{197EEDBA-2D3C-44B2-E7D4-036D53C84474}"/>
              </a:ext>
            </a:extLst>
          </p:cNvPr>
          <p:cNvSpPr>
            <a:spLocks noChangeAspect="1"/>
          </p:cNvSpPr>
          <p:nvPr/>
        </p:nvSpPr>
        <p:spPr>
          <a:xfrm>
            <a:off x="9201660" y="7314791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7" name="5-Point Star 66">
            <a:extLst>
              <a:ext uri="{FF2B5EF4-FFF2-40B4-BE49-F238E27FC236}">
                <a16:creationId xmlns:a16="http://schemas.microsoft.com/office/drawing/2014/main" id="{9A59A454-F297-698E-0BD7-F9B4A48B012B}"/>
              </a:ext>
            </a:extLst>
          </p:cNvPr>
          <p:cNvSpPr>
            <a:spLocks noChangeAspect="1"/>
          </p:cNvSpPr>
          <p:nvPr/>
        </p:nvSpPr>
        <p:spPr>
          <a:xfrm rot="2219433">
            <a:off x="9354060" y="5984375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8" name="5-Point Star 67">
            <a:extLst>
              <a:ext uri="{FF2B5EF4-FFF2-40B4-BE49-F238E27FC236}">
                <a16:creationId xmlns:a16="http://schemas.microsoft.com/office/drawing/2014/main" id="{C056B76C-2C88-EA20-5FF2-8AFD3675F220}"/>
              </a:ext>
            </a:extLst>
          </p:cNvPr>
          <p:cNvSpPr>
            <a:spLocks noChangeAspect="1"/>
          </p:cNvSpPr>
          <p:nvPr/>
        </p:nvSpPr>
        <p:spPr>
          <a:xfrm>
            <a:off x="9349942" y="7932633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9" name="5-Point Star 68">
            <a:extLst>
              <a:ext uri="{FF2B5EF4-FFF2-40B4-BE49-F238E27FC236}">
                <a16:creationId xmlns:a16="http://schemas.microsoft.com/office/drawing/2014/main" id="{BB5C643B-0E64-F010-FE56-718BEF10A30D}"/>
              </a:ext>
            </a:extLst>
          </p:cNvPr>
          <p:cNvSpPr>
            <a:spLocks noChangeAspect="1"/>
          </p:cNvSpPr>
          <p:nvPr/>
        </p:nvSpPr>
        <p:spPr>
          <a:xfrm rot="19221809">
            <a:off x="9284034" y="6853469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0" name="5-Point Star 69">
            <a:extLst>
              <a:ext uri="{FF2B5EF4-FFF2-40B4-BE49-F238E27FC236}">
                <a16:creationId xmlns:a16="http://schemas.microsoft.com/office/drawing/2014/main" id="{32D370B7-7918-F4B3-C439-3504D348078D}"/>
              </a:ext>
            </a:extLst>
          </p:cNvPr>
          <p:cNvSpPr>
            <a:spLocks noChangeAspect="1"/>
          </p:cNvSpPr>
          <p:nvPr/>
        </p:nvSpPr>
        <p:spPr>
          <a:xfrm rot="21441242">
            <a:off x="9737116" y="6985277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1" name="Heart 70">
            <a:extLst>
              <a:ext uri="{FF2B5EF4-FFF2-40B4-BE49-F238E27FC236}">
                <a16:creationId xmlns:a16="http://schemas.microsoft.com/office/drawing/2014/main" id="{4D5436AC-BFAA-0FF7-048E-601770BF0232}"/>
              </a:ext>
            </a:extLst>
          </p:cNvPr>
          <p:cNvSpPr>
            <a:spLocks/>
          </p:cNvSpPr>
          <p:nvPr/>
        </p:nvSpPr>
        <p:spPr>
          <a:xfrm>
            <a:off x="8078140" y="4382437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Heart 71">
            <a:extLst>
              <a:ext uri="{FF2B5EF4-FFF2-40B4-BE49-F238E27FC236}">
                <a16:creationId xmlns:a16="http://schemas.microsoft.com/office/drawing/2014/main" id="{0F4B212B-99CB-47A8-26A4-CCA726E59047}"/>
              </a:ext>
            </a:extLst>
          </p:cNvPr>
          <p:cNvSpPr>
            <a:spLocks/>
          </p:cNvSpPr>
          <p:nvPr/>
        </p:nvSpPr>
        <p:spPr>
          <a:xfrm rot="1029497">
            <a:off x="8230540" y="3719285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Heart 72">
            <a:extLst>
              <a:ext uri="{FF2B5EF4-FFF2-40B4-BE49-F238E27FC236}">
                <a16:creationId xmlns:a16="http://schemas.microsoft.com/office/drawing/2014/main" id="{AB2BD0EA-102F-480D-56F9-75E3535E5884}"/>
              </a:ext>
            </a:extLst>
          </p:cNvPr>
          <p:cNvSpPr>
            <a:spLocks/>
          </p:cNvSpPr>
          <p:nvPr/>
        </p:nvSpPr>
        <p:spPr>
          <a:xfrm rot="19355906">
            <a:off x="9091398" y="4382437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Heart 73">
            <a:extLst>
              <a:ext uri="{FF2B5EF4-FFF2-40B4-BE49-F238E27FC236}">
                <a16:creationId xmlns:a16="http://schemas.microsoft.com/office/drawing/2014/main" id="{D05DE051-A849-1724-CAFF-98FAC31D49CF}"/>
              </a:ext>
            </a:extLst>
          </p:cNvPr>
          <p:cNvSpPr>
            <a:spLocks/>
          </p:cNvSpPr>
          <p:nvPr/>
        </p:nvSpPr>
        <p:spPr>
          <a:xfrm rot="20385403">
            <a:off x="9243798" y="3719285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Heart 74">
            <a:extLst>
              <a:ext uri="{FF2B5EF4-FFF2-40B4-BE49-F238E27FC236}">
                <a16:creationId xmlns:a16="http://schemas.microsoft.com/office/drawing/2014/main" id="{20DEE981-6F40-D49A-736E-C4D53A25944D}"/>
              </a:ext>
            </a:extLst>
          </p:cNvPr>
          <p:cNvSpPr>
            <a:spLocks/>
          </p:cNvSpPr>
          <p:nvPr/>
        </p:nvSpPr>
        <p:spPr>
          <a:xfrm rot="19779827">
            <a:off x="7361446" y="4827285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Heart 75">
            <a:extLst>
              <a:ext uri="{FF2B5EF4-FFF2-40B4-BE49-F238E27FC236}">
                <a16:creationId xmlns:a16="http://schemas.microsoft.com/office/drawing/2014/main" id="{1A1D7525-F213-CF22-4BC1-5EC8F6DA5FD6}"/>
              </a:ext>
            </a:extLst>
          </p:cNvPr>
          <p:cNvSpPr>
            <a:spLocks/>
          </p:cNvSpPr>
          <p:nvPr/>
        </p:nvSpPr>
        <p:spPr>
          <a:xfrm rot="20809324">
            <a:off x="7513846" y="4164133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Heart 76">
            <a:extLst>
              <a:ext uri="{FF2B5EF4-FFF2-40B4-BE49-F238E27FC236}">
                <a16:creationId xmlns:a16="http://schemas.microsoft.com/office/drawing/2014/main" id="{181081EF-AEB2-E200-FB69-6E7CAEB89F9E}"/>
              </a:ext>
            </a:extLst>
          </p:cNvPr>
          <p:cNvSpPr>
            <a:spLocks/>
          </p:cNvSpPr>
          <p:nvPr/>
        </p:nvSpPr>
        <p:spPr>
          <a:xfrm rot="17535733">
            <a:off x="8374704" y="4827285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Heart 77">
            <a:extLst>
              <a:ext uri="{FF2B5EF4-FFF2-40B4-BE49-F238E27FC236}">
                <a16:creationId xmlns:a16="http://schemas.microsoft.com/office/drawing/2014/main" id="{A8E0FE29-B933-D5B5-D164-B2A298D18C04}"/>
              </a:ext>
            </a:extLst>
          </p:cNvPr>
          <p:cNvSpPr>
            <a:spLocks/>
          </p:cNvSpPr>
          <p:nvPr/>
        </p:nvSpPr>
        <p:spPr>
          <a:xfrm rot="18565230">
            <a:off x="8527104" y="4164133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Heart 78">
            <a:extLst>
              <a:ext uri="{FF2B5EF4-FFF2-40B4-BE49-F238E27FC236}">
                <a16:creationId xmlns:a16="http://schemas.microsoft.com/office/drawing/2014/main" id="{CF035E6A-74ED-B5F2-2F21-4D11197B0424}"/>
              </a:ext>
            </a:extLst>
          </p:cNvPr>
          <p:cNvSpPr>
            <a:spLocks/>
          </p:cNvSpPr>
          <p:nvPr/>
        </p:nvSpPr>
        <p:spPr>
          <a:xfrm>
            <a:off x="7291423" y="5152680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Heart 79">
            <a:extLst>
              <a:ext uri="{FF2B5EF4-FFF2-40B4-BE49-F238E27FC236}">
                <a16:creationId xmlns:a16="http://schemas.microsoft.com/office/drawing/2014/main" id="{73368FEB-7226-8E66-6AB2-B62ED8741917}"/>
              </a:ext>
            </a:extLst>
          </p:cNvPr>
          <p:cNvSpPr>
            <a:spLocks/>
          </p:cNvSpPr>
          <p:nvPr/>
        </p:nvSpPr>
        <p:spPr>
          <a:xfrm rot="1029497">
            <a:off x="7443823" y="4489528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Heart 80">
            <a:extLst>
              <a:ext uri="{FF2B5EF4-FFF2-40B4-BE49-F238E27FC236}">
                <a16:creationId xmlns:a16="http://schemas.microsoft.com/office/drawing/2014/main" id="{CB64F1B0-D029-CE84-E421-A26B4ED97039}"/>
              </a:ext>
            </a:extLst>
          </p:cNvPr>
          <p:cNvSpPr>
            <a:spLocks/>
          </p:cNvSpPr>
          <p:nvPr/>
        </p:nvSpPr>
        <p:spPr>
          <a:xfrm rot="18565230">
            <a:off x="7740387" y="4934376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Heart 81">
            <a:extLst>
              <a:ext uri="{FF2B5EF4-FFF2-40B4-BE49-F238E27FC236}">
                <a16:creationId xmlns:a16="http://schemas.microsoft.com/office/drawing/2014/main" id="{5D750AD8-3954-E67A-8614-FEAB035C4A50}"/>
              </a:ext>
            </a:extLst>
          </p:cNvPr>
          <p:cNvSpPr>
            <a:spLocks/>
          </p:cNvSpPr>
          <p:nvPr/>
        </p:nvSpPr>
        <p:spPr>
          <a:xfrm>
            <a:off x="8551818" y="3768715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Heart 82">
            <a:extLst>
              <a:ext uri="{FF2B5EF4-FFF2-40B4-BE49-F238E27FC236}">
                <a16:creationId xmlns:a16="http://schemas.microsoft.com/office/drawing/2014/main" id="{EA2E581D-F94E-2445-6CD9-097C6D99D9E5}"/>
              </a:ext>
            </a:extLst>
          </p:cNvPr>
          <p:cNvSpPr>
            <a:spLocks/>
          </p:cNvSpPr>
          <p:nvPr/>
        </p:nvSpPr>
        <p:spPr>
          <a:xfrm rot="1029497">
            <a:off x="8704218" y="3105563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Heart 83">
            <a:extLst>
              <a:ext uri="{FF2B5EF4-FFF2-40B4-BE49-F238E27FC236}">
                <a16:creationId xmlns:a16="http://schemas.microsoft.com/office/drawing/2014/main" id="{006CC6D5-0EB0-B940-7520-326AD6A4A845}"/>
              </a:ext>
            </a:extLst>
          </p:cNvPr>
          <p:cNvSpPr>
            <a:spLocks/>
          </p:cNvSpPr>
          <p:nvPr/>
        </p:nvSpPr>
        <p:spPr>
          <a:xfrm rot="19355906">
            <a:off x="9565076" y="3768715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Heart 84">
            <a:extLst>
              <a:ext uri="{FF2B5EF4-FFF2-40B4-BE49-F238E27FC236}">
                <a16:creationId xmlns:a16="http://schemas.microsoft.com/office/drawing/2014/main" id="{5DBEC741-9C27-7586-CC56-7CF1730F408F}"/>
              </a:ext>
            </a:extLst>
          </p:cNvPr>
          <p:cNvSpPr>
            <a:spLocks/>
          </p:cNvSpPr>
          <p:nvPr/>
        </p:nvSpPr>
        <p:spPr>
          <a:xfrm rot="20809324">
            <a:off x="7987524" y="3550411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Heart 85">
            <a:extLst>
              <a:ext uri="{FF2B5EF4-FFF2-40B4-BE49-F238E27FC236}">
                <a16:creationId xmlns:a16="http://schemas.microsoft.com/office/drawing/2014/main" id="{F6106B45-DD6E-6990-393A-1E8C011F301F}"/>
              </a:ext>
            </a:extLst>
          </p:cNvPr>
          <p:cNvSpPr>
            <a:spLocks/>
          </p:cNvSpPr>
          <p:nvPr/>
        </p:nvSpPr>
        <p:spPr>
          <a:xfrm rot="18565230">
            <a:off x="9000782" y="3550411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Heart 86">
            <a:extLst>
              <a:ext uri="{FF2B5EF4-FFF2-40B4-BE49-F238E27FC236}">
                <a16:creationId xmlns:a16="http://schemas.microsoft.com/office/drawing/2014/main" id="{5303387E-D7EF-5AF5-20A8-E4A285435BBC}"/>
              </a:ext>
            </a:extLst>
          </p:cNvPr>
          <p:cNvSpPr>
            <a:spLocks/>
          </p:cNvSpPr>
          <p:nvPr/>
        </p:nvSpPr>
        <p:spPr>
          <a:xfrm rot="1029497">
            <a:off x="7917501" y="3875806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Heart 87">
            <a:extLst>
              <a:ext uri="{FF2B5EF4-FFF2-40B4-BE49-F238E27FC236}">
                <a16:creationId xmlns:a16="http://schemas.microsoft.com/office/drawing/2014/main" id="{0E303146-563E-59F3-959F-F0064A770197}"/>
              </a:ext>
            </a:extLst>
          </p:cNvPr>
          <p:cNvSpPr>
            <a:spLocks/>
          </p:cNvSpPr>
          <p:nvPr/>
        </p:nvSpPr>
        <p:spPr>
          <a:xfrm rot="4521868">
            <a:off x="8873094" y="3941707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Heart 88">
            <a:extLst>
              <a:ext uri="{FF2B5EF4-FFF2-40B4-BE49-F238E27FC236}">
                <a16:creationId xmlns:a16="http://schemas.microsoft.com/office/drawing/2014/main" id="{7C9DCF2D-B1E7-FDCA-2362-CF99B845DD66}"/>
              </a:ext>
            </a:extLst>
          </p:cNvPr>
          <p:cNvSpPr>
            <a:spLocks/>
          </p:cNvSpPr>
          <p:nvPr/>
        </p:nvSpPr>
        <p:spPr>
          <a:xfrm rot="5551365">
            <a:off x="9025494" y="3278555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Heart 89">
            <a:extLst>
              <a:ext uri="{FF2B5EF4-FFF2-40B4-BE49-F238E27FC236}">
                <a16:creationId xmlns:a16="http://schemas.microsoft.com/office/drawing/2014/main" id="{A71E44C4-DB90-AA0F-5DF0-10FA0AE6BBA5}"/>
              </a:ext>
            </a:extLst>
          </p:cNvPr>
          <p:cNvSpPr>
            <a:spLocks/>
          </p:cNvSpPr>
          <p:nvPr/>
        </p:nvSpPr>
        <p:spPr>
          <a:xfrm rot="2277774">
            <a:off x="9886352" y="3941707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Heart 90">
            <a:extLst>
              <a:ext uri="{FF2B5EF4-FFF2-40B4-BE49-F238E27FC236}">
                <a16:creationId xmlns:a16="http://schemas.microsoft.com/office/drawing/2014/main" id="{4D0290BA-B122-817D-92E6-A6DE5FD775EF}"/>
              </a:ext>
            </a:extLst>
          </p:cNvPr>
          <p:cNvSpPr>
            <a:spLocks/>
          </p:cNvSpPr>
          <p:nvPr/>
        </p:nvSpPr>
        <p:spPr>
          <a:xfrm rot="3307271">
            <a:off x="10038752" y="3278555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Heart 91">
            <a:extLst>
              <a:ext uri="{FF2B5EF4-FFF2-40B4-BE49-F238E27FC236}">
                <a16:creationId xmlns:a16="http://schemas.microsoft.com/office/drawing/2014/main" id="{CE3CA145-3F0A-5C12-CC5F-C311E66B186C}"/>
              </a:ext>
            </a:extLst>
          </p:cNvPr>
          <p:cNvSpPr>
            <a:spLocks/>
          </p:cNvSpPr>
          <p:nvPr/>
        </p:nvSpPr>
        <p:spPr>
          <a:xfrm rot="3731192">
            <a:off x="8308800" y="3723403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Heart 92">
            <a:extLst>
              <a:ext uri="{FF2B5EF4-FFF2-40B4-BE49-F238E27FC236}">
                <a16:creationId xmlns:a16="http://schemas.microsoft.com/office/drawing/2014/main" id="{4F6F89B0-4372-0B2E-95BA-C04C51BA291F}"/>
              </a:ext>
            </a:extLst>
          </p:cNvPr>
          <p:cNvSpPr>
            <a:spLocks/>
          </p:cNvSpPr>
          <p:nvPr/>
        </p:nvSpPr>
        <p:spPr>
          <a:xfrm rot="1487098">
            <a:off x="9322058" y="3723403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Heart 93">
            <a:extLst>
              <a:ext uri="{FF2B5EF4-FFF2-40B4-BE49-F238E27FC236}">
                <a16:creationId xmlns:a16="http://schemas.microsoft.com/office/drawing/2014/main" id="{22D4B703-BC7A-8D6B-8AC2-778F5ACEA4F4}"/>
              </a:ext>
            </a:extLst>
          </p:cNvPr>
          <p:cNvSpPr>
            <a:spLocks/>
          </p:cNvSpPr>
          <p:nvPr/>
        </p:nvSpPr>
        <p:spPr>
          <a:xfrm rot="5551365">
            <a:off x="8238777" y="4048798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Heart 94">
            <a:extLst>
              <a:ext uri="{FF2B5EF4-FFF2-40B4-BE49-F238E27FC236}">
                <a16:creationId xmlns:a16="http://schemas.microsoft.com/office/drawing/2014/main" id="{04EB5C02-D63B-141E-5AA8-9AD2BA7A4B65}"/>
              </a:ext>
            </a:extLst>
          </p:cNvPr>
          <p:cNvSpPr>
            <a:spLocks/>
          </p:cNvSpPr>
          <p:nvPr/>
        </p:nvSpPr>
        <p:spPr>
          <a:xfrm rot="4521868">
            <a:off x="9346772" y="3327985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Heart 95">
            <a:extLst>
              <a:ext uri="{FF2B5EF4-FFF2-40B4-BE49-F238E27FC236}">
                <a16:creationId xmlns:a16="http://schemas.microsoft.com/office/drawing/2014/main" id="{C5F51962-2DDB-9404-B55A-A9509A44F489}"/>
              </a:ext>
            </a:extLst>
          </p:cNvPr>
          <p:cNvSpPr>
            <a:spLocks/>
          </p:cNvSpPr>
          <p:nvPr/>
        </p:nvSpPr>
        <p:spPr>
          <a:xfrm rot="2277774">
            <a:off x="10360030" y="3327985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Heart 96">
            <a:extLst>
              <a:ext uri="{FF2B5EF4-FFF2-40B4-BE49-F238E27FC236}">
                <a16:creationId xmlns:a16="http://schemas.microsoft.com/office/drawing/2014/main" id="{154FD3D1-8D2C-8A44-80EB-E15ED7404E0F}"/>
              </a:ext>
            </a:extLst>
          </p:cNvPr>
          <p:cNvSpPr>
            <a:spLocks/>
          </p:cNvSpPr>
          <p:nvPr/>
        </p:nvSpPr>
        <p:spPr>
          <a:xfrm rot="3731192">
            <a:off x="8782478" y="3109681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Heart 97">
            <a:extLst>
              <a:ext uri="{FF2B5EF4-FFF2-40B4-BE49-F238E27FC236}">
                <a16:creationId xmlns:a16="http://schemas.microsoft.com/office/drawing/2014/main" id="{8637BA9F-682E-4399-507D-2B81B4A3624F}"/>
              </a:ext>
            </a:extLst>
          </p:cNvPr>
          <p:cNvSpPr>
            <a:spLocks/>
          </p:cNvSpPr>
          <p:nvPr/>
        </p:nvSpPr>
        <p:spPr>
          <a:xfrm rot="1487098">
            <a:off x="9795736" y="3109681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Heart 98">
            <a:extLst>
              <a:ext uri="{FF2B5EF4-FFF2-40B4-BE49-F238E27FC236}">
                <a16:creationId xmlns:a16="http://schemas.microsoft.com/office/drawing/2014/main" id="{B7A4EB01-E000-3B08-5929-AEA5F96753EB}"/>
              </a:ext>
            </a:extLst>
          </p:cNvPr>
          <p:cNvSpPr>
            <a:spLocks/>
          </p:cNvSpPr>
          <p:nvPr/>
        </p:nvSpPr>
        <p:spPr>
          <a:xfrm rot="5551365">
            <a:off x="8712455" y="3435076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Heart 99">
            <a:extLst>
              <a:ext uri="{FF2B5EF4-FFF2-40B4-BE49-F238E27FC236}">
                <a16:creationId xmlns:a16="http://schemas.microsoft.com/office/drawing/2014/main" id="{48666977-11D0-45F9-CC11-090DD706BEFF}"/>
              </a:ext>
            </a:extLst>
          </p:cNvPr>
          <p:cNvSpPr>
            <a:spLocks/>
          </p:cNvSpPr>
          <p:nvPr/>
        </p:nvSpPr>
        <p:spPr>
          <a:xfrm>
            <a:off x="13988052" y="3583145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2F315BE7-8A68-869A-D5B1-E39916C629AC}"/>
              </a:ext>
            </a:extLst>
          </p:cNvPr>
          <p:cNvSpPr txBox="1"/>
          <p:nvPr/>
        </p:nvSpPr>
        <p:spPr>
          <a:xfrm>
            <a:off x="14535661" y="3402132"/>
            <a:ext cx="19029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Class 1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3AE1BF5-8846-AB08-3297-F9D70D49A091}"/>
              </a:ext>
            </a:extLst>
          </p:cNvPr>
          <p:cNvCxnSpPr>
            <a:cxnSpLocks/>
          </p:cNvCxnSpPr>
          <p:nvPr/>
        </p:nvCxnSpPr>
        <p:spPr>
          <a:xfrm flipV="1">
            <a:off x="5555410" y="3069554"/>
            <a:ext cx="6452559" cy="5539608"/>
          </a:xfrm>
          <a:prstGeom prst="line">
            <a:avLst/>
          </a:prstGeom>
          <a:ln w="12700">
            <a:solidFill>
              <a:schemeClr val="tx1">
                <a:alpha val="7909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CC5FD83-3DAD-7E76-3FAD-71A899CCA4DF}"/>
              </a:ext>
            </a:extLst>
          </p:cNvPr>
          <p:cNvCxnSpPr>
            <a:cxnSpLocks/>
          </p:cNvCxnSpPr>
          <p:nvPr/>
        </p:nvCxnSpPr>
        <p:spPr>
          <a:xfrm flipV="1">
            <a:off x="6121879" y="3411737"/>
            <a:ext cx="6452559" cy="5539608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BCB6869-5624-0E2D-6D78-66A0C4822250}"/>
              </a:ext>
            </a:extLst>
          </p:cNvPr>
          <p:cNvCxnSpPr>
            <a:cxnSpLocks/>
          </p:cNvCxnSpPr>
          <p:nvPr/>
        </p:nvCxnSpPr>
        <p:spPr>
          <a:xfrm flipV="1">
            <a:off x="5187351" y="2649738"/>
            <a:ext cx="6452559" cy="5539608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F14723E-98C7-0453-3C85-5FBCFD974EBA}"/>
                  </a:ext>
                </a:extLst>
              </p:cNvPr>
              <p:cNvSpPr txBox="1"/>
              <p:nvPr/>
            </p:nvSpPr>
            <p:spPr>
              <a:xfrm rot="19138532">
                <a:off x="7244070" y="5507148"/>
                <a:ext cx="2862223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4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4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4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F14723E-98C7-0453-3C85-5FBCFD974E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138532">
                <a:off x="7244070" y="5507148"/>
                <a:ext cx="2862223" cy="769441"/>
              </a:xfrm>
              <a:prstGeom prst="rect">
                <a:avLst/>
              </a:prstGeom>
              <a:blipFill>
                <a:blip r:embed="rId2"/>
                <a:stretch>
                  <a:fillRect b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381767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265B4FA-2DFF-8432-BC5F-94F919713A27}"/>
              </a:ext>
            </a:extLst>
          </p:cNvPr>
          <p:cNvSpPr/>
          <p:nvPr/>
        </p:nvSpPr>
        <p:spPr>
          <a:xfrm rot="3360000">
            <a:off x="8364136" y="1093253"/>
            <a:ext cx="500184" cy="8260416"/>
          </a:xfrm>
          <a:prstGeom prst="rect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785A5F-3E9A-D3D1-3168-9D138359C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Idea Shown Visually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15E0E8F5-FF71-712F-2523-CDFB270812E5}"/>
              </a:ext>
            </a:extLst>
          </p:cNvPr>
          <p:cNvGrpSpPr/>
          <p:nvPr/>
        </p:nvGrpSpPr>
        <p:grpSpPr>
          <a:xfrm>
            <a:off x="6558264" y="3212757"/>
            <a:ext cx="5165124" cy="5165124"/>
            <a:chOff x="6672648" y="2866768"/>
            <a:chExt cx="5165124" cy="5165124"/>
          </a:xfrm>
        </p:grpSpPr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2571B3E6-C329-50E1-82A2-6B2CD09E510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2648" y="2866768"/>
              <a:ext cx="0" cy="5165124"/>
            </a:xfrm>
            <a:prstGeom prst="straightConnector1">
              <a:avLst/>
            </a:prstGeom>
            <a:ln w="762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8D5D6CF1-8703-F3D8-AFC3-3E7A4103CC34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9255210" y="5449330"/>
              <a:ext cx="0" cy="5165124"/>
            </a:xfrm>
            <a:prstGeom prst="straightConnector1">
              <a:avLst/>
            </a:prstGeom>
            <a:ln w="762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sp>
        <p:nvSpPr>
          <p:cNvPr id="44" name="5-Point Star 43">
            <a:extLst>
              <a:ext uri="{FF2B5EF4-FFF2-40B4-BE49-F238E27FC236}">
                <a16:creationId xmlns:a16="http://schemas.microsoft.com/office/drawing/2014/main" id="{543CC6DE-BCF5-F71D-5211-369FEFCE8E8A}"/>
              </a:ext>
            </a:extLst>
          </p:cNvPr>
          <p:cNvSpPr>
            <a:spLocks noChangeAspect="1"/>
          </p:cNvSpPr>
          <p:nvPr/>
        </p:nvSpPr>
        <p:spPr>
          <a:xfrm>
            <a:off x="10972799" y="6663998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5" name="5-Point Star 44">
            <a:extLst>
              <a:ext uri="{FF2B5EF4-FFF2-40B4-BE49-F238E27FC236}">
                <a16:creationId xmlns:a16="http://schemas.microsoft.com/office/drawing/2014/main" id="{2E1F2420-15B3-C216-2BA6-6FB355B48195}"/>
              </a:ext>
            </a:extLst>
          </p:cNvPr>
          <p:cNvSpPr>
            <a:spLocks noChangeAspect="1"/>
          </p:cNvSpPr>
          <p:nvPr/>
        </p:nvSpPr>
        <p:spPr>
          <a:xfrm>
            <a:off x="11125199" y="7508380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6" name="5-Point Star 45">
            <a:extLst>
              <a:ext uri="{FF2B5EF4-FFF2-40B4-BE49-F238E27FC236}">
                <a16:creationId xmlns:a16="http://schemas.microsoft.com/office/drawing/2014/main" id="{52458FF5-4AFA-80CA-9708-0F4FB14EDA56}"/>
              </a:ext>
            </a:extLst>
          </p:cNvPr>
          <p:cNvSpPr>
            <a:spLocks noChangeAspect="1"/>
          </p:cNvSpPr>
          <p:nvPr/>
        </p:nvSpPr>
        <p:spPr>
          <a:xfrm>
            <a:off x="9963659" y="6816398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7" name="5-Point Star 46">
            <a:extLst>
              <a:ext uri="{FF2B5EF4-FFF2-40B4-BE49-F238E27FC236}">
                <a16:creationId xmlns:a16="http://schemas.microsoft.com/office/drawing/2014/main" id="{4F8590E7-5B51-F35B-3E32-6CB5FE151ED2}"/>
              </a:ext>
            </a:extLst>
          </p:cNvPr>
          <p:cNvSpPr>
            <a:spLocks noChangeAspect="1"/>
          </p:cNvSpPr>
          <p:nvPr/>
        </p:nvSpPr>
        <p:spPr>
          <a:xfrm rot="2219433">
            <a:off x="11125199" y="5333582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8" name="5-Point Star 47">
            <a:extLst>
              <a:ext uri="{FF2B5EF4-FFF2-40B4-BE49-F238E27FC236}">
                <a16:creationId xmlns:a16="http://schemas.microsoft.com/office/drawing/2014/main" id="{D143C6F5-31DC-2288-AE25-A4766470F96E}"/>
              </a:ext>
            </a:extLst>
          </p:cNvPr>
          <p:cNvSpPr>
            <a:spLocks noChangeAspect="1"/>
          </p:cNvSpPr>
          <p:nvPr/>
        </p:nvSpPr>
        <p:spPr>
          <a:xfrm rot="2219433">
            <a:off x="11277599" y="6177964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9" name="5-Point Star 48">
            <a:extLst>
              <a:ext uri="{FF2B5EF4-FFF2-40B4-BE49-F238E27FC236}">
                <a16:creationId xmlns:a16="http://schemas.microsoft.com/office/drawing/2014/main" id="{C6BDCCCB-388A-4902-3F8D-82D746B0B66A}"/>
              </a:ext>
            </a:extLst>
          </p:cNvPr>
          <p:cNvSpPr>
            <a:spLocks noChangeAspect="1"/>
          </p:cNvSpPr>
          <p:nvPr/>
        </p:nvSpPr>
        <p:spPr>
          <a:xfrm rot="2219433">
            <a:off x="10116059" y="5485982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0" name="5-Point Star 49">
            <a:extLst>
              <a:ext uri="{FF2B5EF4-FFF2-40B4-BE49-F238E27FC236}">
                <a16:creationId xmlns:a16="http://schemas.microsoft.com/office/drawing/2014/main" id="{A42EF5CF-66DF-DA2B-9956-FF290E185635}"/>
              </a:ext>
            </a:extLst>
          </p:cNvPr>
          <p:cNvSpPr>
            <a:spLocks noChangeAspect="1"/>
          </p:cNvSpPr>
          <p:nvPr/>
        </p:nvSpPr>
        <p:spPr>
          <a:xfrm rot="19221809">
            <a:off x="9444674" y="6816398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1" name="5-Point Star 50">
            <a:extLst>
              <a:ext uri="{FF2B5EF4-FFF2-40B4-BE49-F238E27FC236}">
                <a16:creationId xmlns:a16="http://schemas.microsoft.com/office/drawing/2014/main" id="{753953E6-4D5B-9C71-06D3-874B249DEF98}"/>
              </a:ext>
            </a:extLst>
          </p:cNvPr>
          <p:cNvSpPr>
            <a:spLocks noChangeAspect="1"/>
          </p:cNvSpPr>
          <p:nvPr/>
        </p:nvSpPr>
        <p:spPr>
          <a:xfrm rot="19221809">
            <a:off x="8435534" y="6968798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2" name="5-Point Star 51">
            <a:extLst>
              <a:ext uri="{FF2B5EF4-FFF2-40B4-BE49-F238E27FC236}">
                <a16:creationId xmlns:a16="http://schemas.microsoft.com/office/drawing/2014/main" id="{14AF48D9-0AAD-9064-F3AB-12F21BB976D2}"/>
              </a:ext>
            </a:extLst>
          </p:cNvPr>
          <p:cNvSpPr>
            <a:spLocks noChangeAspect="1"/>
          </p:cNvSpPr>
          <p:nvPr/>
        </p:nvSpPr>
        <p:spPr>
          <a:xfrm rot="21441242">
            <a:off x="9749474" y="6330364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3" name="5-Point Star 52">
            <a:extLst>
              <a:ext uri="{FF2B5EF4-FFF2-40B4-BE49-F238E27FC236}">
                <a16:creationId xmlns:a16="http://schemas.microsoft.com/office/drawing/2014/main" id="{102AA1E4-D41D-ED38-8823-654C4973415A}"/>
              </a:ext>
            </a:extLst>
          </p:cNvPr>
          <p:cNvSpPr>
            <a:spLocks noChangeAspect="1"/>
          </p:cNvSpPr>
          <p:nvPr/>
        </p:nvSpPr>
        <p:spPr>
          <a:xfrm rot="21103147">
            <a:off x="11125199" y="5753709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4" name="5-Point Star 53">
            <a:extLst>
              <a:ext uri="{FF2B5EF4-FFF2-40B4-BE49-F238E27FC236}">
                <a16:creationId xmlns:a16="http://schemas.microsoft.com/office/drawing/2014/main" id="{D85BDB10-FD7D-2FFE-3692-3B39C19C119B}"/>
              </a:ext>
            </a:extLst>
          </p:cNvPr>
          <p:cNvSpPr>
            <a:spLocks noChangeAspect="1"/>
          </p:cNvSpPr>
          <p:nvPr/>
        </p:nvSpPr>
        <p:spPr>
          <a:xfrm rot="1722580">
            <a:off x="11277599" y="4423293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5" name="5-Point Star 54">
            <a:extLst>
              <a:ext uri="{FF2B5EF4-FFF2-40B4-BE49-F238E27FC236}">
                <a16:creationId xmlns:a16="http://schemas.microsoft.com/office/drawing/2014/main" id="{21FCA0A1-3425-FA3B-7EA6-7186C923083A}"/>
              </a:ext>
            </a:extLst>
          </p:cNvPr>
          <p:cNvSpPr>
            <a:spLocks noChangeAspect="1"/>
          </p:cNvSpPr>
          <p:nvPr/>
        </p:nvSpPr>
        <p:spPr>
          <a:xfrm rot="1722580">
            <a:off x="11429999" y="5267675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6" name="5-Point Star 55">
            <a:extLst>
              <a:ext uri="{FF2B5EF4-FFF2-40B4-BE49-F238E27FC236}">
                <a16:creationId xmlns:a16="http://schemas.microsoft.com/office/drawing/2014/main" id="{7137E658-B0C7-04C6-351B-8CED364B0537}"/>
              </a:ext>
            </a:extLst>
          </p:cNvPr>
          <p:cNvSpPr>
            <a:spLocks noChangeAspect="1"/>
          </p:cNvSpPr>
          <p:nvPr/>
        </p:nvSpPr>
        <p:spPr>
          <a:xfrm>
            <a:off x="10111941" y="7434240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7" name="5-Point Star 56">
            <a:extLst>
              <a:ext uri="{FF2B5EF4-FFF2-40B4-BE49-F238E27FC236}">
                <a16:creationId xmlns:a16="http://schemas.microsoft.com/office/drawing/2014/main" id="{70DAC4EC-9A93-E622-5DBA-B93D47BC3F94}"/>
              </a:ext>
            </a:extLst>
          </p:cNvPr>
          <p:cNvSpPr>
            <a:spLocks noChangeAspect="1"/>
          </p:cNvSpPr>
          <p:nvPr/>
        </p:nvSpPr>
        <p:spPr>
          <a:xfrm>
            <a:off x="9102801" y="7586640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8" name="5-Point Star 57">
            <a:extLst>
              <a:ext uri="{FF2B5EF4-FFF2-40B4-BE49-F238E27FC236}">
                <a16:creationId xmlns:a16="http://schemas.microsoft.com/office/drawing/2014/main" id="{A5FDAEB5-F14D-C16A-BD51-B2F5ECDAD99B}"/>
              </a:ext>
            </a:extLst>
          </p:cNvPr>
          <p:cNvSpPr>
            <a:spLocks noChangeAspect="1"/>
          </p:cNvSpPr>
          <p:nvPr/>
        </p:nvSpPr>
        <p:spPr>
          <a:xfrm rot="19221809">
            <a:off x="8583816" y="7586640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9" name="5-Point Star 58">
            <a:extLst>
              <a:ext uri="{FF2B5EF4-FFF2-40B4-BE49-F238E27FC236}">
                <a16:creationId xmlns:a16="http://schemas.microsoft.com/office/drawing/2014/main" id="{B5168312-A2CE-BDAB-B07C-8060F09C44A9}"/>
              </a:ext>
            </a:extLst>
          </p:cNvPr>
          <p:cNvSpPr>
            <a:spLocks noChangeAspect="1"/>
          </p:cNvSpPr>
          <p:nvPr/>
        </p:nvSpPr>
        <p:spPr>
          <a:xfrm rot="21441242">
            <a:off x="8888616" y="7100606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97BECBF-A583-B842-412A-056A8A2063B7}"/>
              </a:ext>
            </a:extLst>
          </p:cNvPr>
          <p:cNvSpPr/>
          <p:nvPr/>
        </p:nvSpPr>
        <p:spPr>
          <a:xfrm>
            <a:off x="13567719" y="2644346"/>
            <a:ext cx="3212757" cy="2048403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5-Point Star 60">
            <a:extLst>
              <a:ext uri="{FF2B5EF4-FFF2-40B4-BE49-F238E27FC236}">
                <a16:creationId xmlns:a16="http://schemas.microsoft.com/office/drawing/2014/main" id="{A1AD327D-40DA-2CD5-BBD7-551F169316F5}"/>
              </a:ext>
            </a:extLst>
          </p:cNvPr>
          <p:cNvSpPr>
            <a:spLocks noChangeAspect="1"/>
          </p:cNvSpPr>
          <p:nvPr/>
        </p:nvSpPr>
        <p:spPr>
          <a:xfrm>
            <a:off x="14000207" y="4056708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697360D-5751-A5EE-9052-117917BB3723}"/>
              </a:ext>
            </a:extLst>
          </p:cNvPr>
          <p:cNvSpPr txBox="1"/>
          <p:nvPr/>
        </p:nvSpPr>
        <p:spPr>
          <a:xfrm>
            <a:off x="14556259" y="3892282"/>
            <a:ext cx="19029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Class 2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9D2C30E-7237-D8B4-0BBE-28CB28E10F4E}"/>
              </a:ext>
            </a:extLst>
          </p:cNvPr>
          <p:cNvSpPr txBox="1"/>
          <p:nvPr/>
        </p:nvSpPr>
        <p:spPr>
          <a:xfrm>
            <a:off x="14222626" y="2685427"/>
            <a:ext cx="19029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</a:rPr>
              <a:t>Legend</a:t>
            </a:r>
          </a:p>
        </p:txBody>
      </p:sp>
      <p:sp>
        <p:nvSpPr>
          <p:cNvPr id="64" name="5-Point Star 63">
            <a:extLst>
              <a:ext uri="{FF2B5EF4-FFF2-40B4-BE49-F238E27FC236}">
                <a16:creationId xmlns:a16="http://schemas.microsoft.com/office/drawing/2014/main" id="{D56B3AFF-4C5C-D6B2-D6C6-28995854DEFD}"/>
              </a:ext>
            </a:extLst>
          </p:cNvPr>
          <p:cNvSpPr>
            <a:spLocks noChangeAspect="1"/>
          </p:cNvSpPr>
          <p:nvPr/>
        </p:nvSpPr>
        <p:spPr>
          <a:xfrm rot="19221809">
            <a:off x="10046033" y="6355076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5" name="5-Point Star 64">
            <a:extLst>
              <a:ext uri="{FF2B5EF4-FFF2-40B4-BE49-F238E27FC236}">
                <a16:creationId xmlns:a16="http://schemas.microsoft.com/office/drawing/2014/main" id="{BE29E911-FB53-B8AB-F7FC-0650E5CB79E8}"/>
              </a:ext>
            </a:extLst>
          </p:cNvPr>
          <p:cNvSpPr>
            <a:spLocks noChangeAspect="1"/>
          </p:cNvSpPr>
          <p:nvPr/>
        </p:nvSpPr>
        <p:spPr>
          <a:xfrm rot="21441242">
            <a:off x="10499115" y="6486884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6" name="5-Point Star 65">
            <a:extLst>
              <a:ext uri="{FF2B5EF4-FFF2-40B4-BE49-F238E27FC236}">
                <a16:creationId xmlns:a16="http://schemas.microsoft.com/office/drawing/2014/main" id="{197EEDBA-2D3C-44B2-E7D4-036D53C84474}"/>
              </a:ext>
            </a:extLst>
          </p:cNvPr>
          <p:cNvSpPr>
            <a:spLocks noChangeAspect="1"/>
          </p:cNvSpPr>
          <p:nvPr/>
        </p:nvSpPr>
        <p:spPr>
          <a:xfrm>
            <a:off x="9201660" y="7314791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7" name="5-Point Star 66">
            <a:extLst>
              <a:ext uri="{FF2B5EF4-FFF2-40B4-BE49-F238E27FC236}">
                <a16:creationId xmlns:a16="http://schemas.microsoft.com/office/drawing/2014/main" id="{9A59A454-F297-698E-0BD7-F9B4A48B012B}"/>
              </a:ext>
            </a:extLst>
          </p:cNvPr>
          <p:cNvSpPr>
            <a:spLocks noChangeAspect="1"/>
          </p:cNvSpPr>
          <p:nvPr/>
        </p:nvSpPr>
        <p:spPr>
          <a:xfrm rot="2219433">
            <a:off x="9354060" y="5984375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8" name="5-Point Star 67">
            <a:extLst>
              <a:ext uri="{FF2B5EF4-FFF2-40B4-BE49-F238E27FC236}">
                <a16:creationId xmlns:a16="http://schemas.microsoft.com/office/drawing/2014/main" id="{C056B76C-2C88-EA20-5FF2-8AFD3675F220}"/>
              </a:ext>
            </a:extLst>
          </p:cNvPr>
          <p:cNvSpPr>
            <a:spLocks noChangeAspect="1"/>
          </p:cNvSpPr>
          <p:nvPr/>
        </p:nvSpPr>
        <p:spPr>
          <a:xfrm>
            <a:off x="9349942" y="7932633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9" name="5-Point Star 68">
            <a:extLst>
              <a:ext uri="{FF2B5EF4-FFF2-40B4-BE49-F238E27FC236}">
                <a16:creationId xmlns:a16="http://schemas.microsoft.com/office/drawing/2014/main" id="{BB5C643B-0E64-F010-FE56-718BEF10A30D}"/>
              </a:ext>
            </a:extLst>
          </p:cNvPr>
          <p:cNvSpPr>
            <a:spLocks noChangeAspect="1"/>
          </p:cNvSpPr>
          <p:nvPr/>
        </p:nvSpPr>
        <p:spPr>
          <a:xfrm rot="19221809">
            <a:off x="9284034" y="6853469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0" name="5-Point Star 69">
            <a:extLst>
              <a:ext uri="{FF2B5EF4-FFF2-40B4-BE49-F238E27FC236}">
                <a16:creationId xmlns:a16="http://schemas.microsoft.com/office/drawing/2014/main" id="{32D370B7-7918-F4B3-C439-3504D348078D}"/>
              </a:ext>
            </a:extLst>
          </p:cNvPr>
          <p:cNvSpPr>
            <a:spLocks noChangeAspect="1"/>
          </p:cNvSpPr>
          <p:nvPr/>
        </p:nvSpPr>
        <p:spPr>
          <a:xfrm rot="21441242">
            <a:off x="9737116" y="6985277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1" name="Heart 70">
            <a:extLst>
              <a:ext uri="{FF2B5EF4-FFF2-40B4-BE49-F238E27FC236}">
                <a16:creationId xmlns:a16="http://schemas.microsoft.com/office/drawing/2014/main" id="{4D5436AC-BFAA-0FF7-048E-601770BF0232}"/>
              </a:ext>
            </a:extLst>
          </p:cNvPr>
          <p:cNvSpPr>
            <a:spLocks/>
          </p:cNvSpPr>
          <p:nvPr/>
        </p:nvSpPr>
        <p:spPr>
          <a:xfrm>
            <a:off x="8078140" y="4382437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Heart 71">
            <a:extLst>
              <a:ext uri="{FF2B5EF4-FFF2-40B4-BE49-F238E27FC236}">
                <a16:creationId xmlns:a16="http://schemas.microsoft.com/office/drawing/2014/main" id="{0F4B212B-99CB-47A8-26A4-CCA726E59047}"/>
              </a:ext>
            </a:extLst>
          </p:cNvPr>
          <p:cNvSpPr>
            <a:spLocks/>
          </p:cNvSpPr>
          <p:nvPr/>
        </p:nvSpPr>
        <p:spPr>
          <a:xfrm rot="1029497">
            <a:off x="8230540" y="3719285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Heart 72">
            <a:extLst>
              <a:ext uri="{FF2B5EF4-FFF2-40B4-BE49-F238E27FC236}">
                <a16:creationId xmlns:a16="http://schemas.microsoft.com/office/drawing/2014/main" id="{AB2BD0EA-102F-480D-56F9-75E3535E5884}"/>
              </a:ext>
            </a:extLst>
          </p:cNvPr>
          <p:cNvSpPr>
            <a:spLocks/>
          </p:cNvSpPr>
          <p:nvPr/>
        </p:nvSpPr>
        <p:spPr>
          <a:xfrm rot="19355906">
            <a:off x="9091398" y="4382437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Heart 73">
            <a:extLst>
              <a:ext uri="{FF2B5EF4-FFF2-40B4-BE49-F238E27FC236}">
                <a16:creationId xmlns:a16="http://schemas.microsoft.com/office/drawing/2014/main" id="{D05DE051-A849-1724-CAFF-98FAC31D49CF}"/>
              </a:ext>
            </a:extLst>
          </p:cNvPr>
          <p:cNvSpPr>
            <a:spLocks/>
          </p:cNvSpPr>
          <p:nvPr/>
        </p:nvSpPr>
        <p:spPr>
          <a:xfrm rot="20385403">
            <a:off x="9243798" y="3719285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Heart 74">
            <a:extLst>
              <a:ext uri="{FF2B5EF4-FFF2-40B4-BE49-F238E27FC236}">
                <a16:creationId xmlns:a16="http://schemas.microsoft.com/office/drawing/2014/main" id="{20DEE981-6F40-D49A-736E-C4D53A25944D}"/>
              </a:ext>
            </a:extLst>
          </p:cNvPr>
          <p:cNvSpPr>
            <a:spLocks/>
          </p:cNvSpPr>
          <p:nvPr/>
        </p:nvSpPr>
        <p:spPr>
          <a:xfrm rot="19779827">
            <a:off x="7361446" y="4827285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Heart 75">
            <a:extLst>
              <a:ext uri="{FF2B5EF4-FFF2-40B4-BE49-F238E27FC236}">
                <a16:creationId xmlns:a16="http://schemas.microsoft.com/office/drawing/2014/main" id="{1A1D7525-F213-CF22-4BC1-5EC8F6DA5FD6}"/>
              </a:ext>
            </a:extLst>
          </p:cNvPr>
          <p:cNvSpPr>
            <a:spLocks/>
          </p:cNvSpPr>
          <p:nvPr/>
        </p:nvSpPr>
        <p:spPr>
          <a:xfrm rot="20809324">
            <a:off x="7513846" y="4164133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Heart 76">
            <a:extLst>
              <a:ext uri="{FF2B5EF4-FFF2-40B4-BE49-F238E27FC236}">
                <a16:creationId xmlns:a16="http://schemas.microsoft.com/office/drawing/2014/main" id="{181081EF-AEB2-E200-FB69-6E7CAEB89F9E}"/>
              </a:ext>
            </a:extLst>
          </p:cNvPr>
          <p:cNvSpPr>
            <a:spLocks/>
          </p:cNvSpPr>
          <p:nvPr/>
        </p:nvSpPr>
        <p:spPr>
          <a:xfrm rot="17535733">
            <a:off x="8374704" y="4827285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Heart 77">
            <a:extLst>
              <a:ext uri="{FF2B5EF4-FFF2-40B4-BE49-F238E27FC236}">
                <a16:creationId xmlns:a16="http://schemas.microsoft.com/office/drawing/2014/main" id="{A8E0FE29-B933-D5B5-D164-B2A298D18C04}"/>
              </a:ext>
            </a:extLst>
          </p:cNvPr>
          <p:cNvSpPr>
            <a:spLocks/>
          </p:cNvSpPr>
          <p:nvPr/>
        </p:nvSpPr>
        <p:spPr>
          <a:xfrm rot="18565230">
            <a:off x="8527104" y="4164133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Heart 78">
            <a:extLst>
              <a:ext uri="{FF2B5EF4-FFF2-40B4-BE49-F238E27FC236}">
                <a16:creationId xmlns:a16="http://schemas.microsoft.com/office/drawing/2014/main" id="{CF035E6A-74ED-B5F2-2F21-4D11197B0424}"/>
              </a:ext>
            </a:extLst>
          </p:cNvPr>
          <p:cNvSpPr>
            <a:spLocks/>
          </p:cNvSpPr>
          <p:nvPr/>
        </p:nvSpPr>
        <p:spPr>
          <a:xfrm>
            <a:off x="7291423" y="5152680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Heart 79">
            <a:extLst>
              <a:ext uri="{FF2B5EF4-FFF2-40B4-BE49-F238E27FC236}">
                <a16:creationId xmlns:a16="http://schemas.microsoft.com/office/drawing/2014/main" id="{73368FEB-7226-8E66-6AB2-B62ED8741917}"/>
              </a:ext>
            </a:extLst>
          </p:cNvPr>
          <p:cNvSpPr>
            <a:spLocks/>
          </p:cNvSpPr>
          <p:nvPr/>
        </p:nvSpPr>
        <p:spPr>
          <a:xfrm rot="1029497">
            <a:off x="7443823" y="4489528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Heart 80">
            <a:extLst>
              <a:ext uri="{FF2B5EF4-FFF2-40B4-BE49-F238E27FC236}">
                <a16:creationId xmlns:a16="http://schemas.microsoft.com/office/drawing/2014/main" id="{CB64F1B0-D029-CE84-E421-A26B4ED97039}"/>
              </a:ext>
            </a:extLst>
          </p:cNvPr>
          <p:cNvSpPr>
            <a:spLocks/>
          </p:cNvSpPr>
          <p:nvPr/>
        </p:nvSpPr>
        <p:spPr>
          <a:xfrm rot="18565230">
            <a:off x="7740387" y="4934376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Heart 81">
            <a:extLst>
              <a:ext uri="{FF2B5EF4-FFF2-40B4-BE49-F238E27FC236}">
                <a16:creationId xmlns:a16="http://schemas.microsoft.com/office/drawing/2014/main" id="{5D750AD8-3954-E67A-8614-FEAB035C4A50}"/>
              </a:ext>
            </a:extLst>
          </p:cNvPr>
          <p:cNvSpPr>
            <a:spLocks/>
          </p:cNvSpPr>
          <p:nvPr/>
        </p:nvSpPr>
        <p:spPr>
          <a:xfrm>
            <a:off x="8551818" y="3768715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Heart 82">
            <a:extLst>
              <a:ext uri="{FF2B5EF4-FFF2-40B4-BE49-F238E27FC236}">
                <a16:creationId xmlns:a16="http://schemas.microsoft.com/office/drawing/2014/main" id="{EA2E581D-F94E-2445-6CD9-097C6D99D9E5}"/>
              </a:ext>
            </a:extLst>
          </p:cNvPr>
          <p:cNvSpPr>
            <a:spLocks/>
          </p:cNvSpPr>
          <p:nvPr/>
        </p:nvSpPr>
        <p:spPr>
          <a:xfrm rot="1029497">
            <a:off x="8704218" y="3105563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Heart 83">
            <a:extLst>
              <a:ext uri="{FF2B5EF4-FFF2-40B4-BE49-F238E27FC236}">
                <a16:creationId xmlns:a16="http://schemas.microsoft.com/office/drawing/2014/main" id="{006CC6D5-0EB0-B940-7520-326AD6A4A845}"/>
              </a:ext>
            </a:extLst>
          </p:cNvPr>
          <p:cNvSpPr>
            <a:spLocks/>
          </p:cNvSpPr>
          <p:nvPr/>
        </p:nvSpPr>
        <p:spPr>
          <a:xfrm rot="19355906">
            <a:off x="9565076" y="3768715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Heart 84">
            <a:extLst>
              <a:ext uri="{FF2B5EF4-FFF2-40B4-BE49-F238E27FC236}">
                <a16:creationId xmlns:a16="http://schemas.microsoft.com/office/drawing/2014/main" id="{5DBEC741-9C27-7586-CC56-7CF1730F408F}"/>
              </a:ext>
            </a:extLst>
          </p:cNvPr>
          <p:cNvSpPr>
            <a:spLocks/>
          </p:cNvSpPr>
          <p:nvPr/>
        </p:nvSpPr>
        <p:spPr>
          <a:xfrm rot="20809324">
            <a:off x="7987524" y="3550411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Heart 85">
            <a:extLst>
              <a:ext uri="{FF2B5EF4-FFF2-40B4-BE49-F238E27FC236}">
                <a16:creationId xmlns:a16="http://schemas.microsoft.com/office/drawing/2014/main" id="{F6106B45-DD6E-6990-393A-1E8C011F301F}"/>
              </a:ext>
            </a:extLst>
          </p:cNvPr>
          <p:cNvSpPr>
            <a:spLocks/>
          </p:cNvSpPr>
          <p:nvPr/>
        </p:nvSpPr>
        <p:spPr>
          <a:xfrm rot="18565230">
            <a:off x="9000782" y="3550411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Heart 86">
            <a:extLst>
              <a:ext uri="{FF2B5EF4-FFF2-40B4-BE49-F238E27FC236}">
                <a16:creationId xmlns:a16="http://schemas.microsoft.com/office/drawing/2014/main" id="{5303387E-D7EF-5AF5-20A8-E4A285435BBC}"/>
              </a:ext>
            </a:extLst>
          </p:cNvPr>
          <p:cNvSpPr>
            <a:spLocks/>
          </p:cNvSpPr>
          <p:nvPr/>
        </p:nvSpPr>
        <p:spPr>
          <a:xfrm rot="1029497">
            <a:off x="7917501" y="3875806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Heart 87">
            <a:extLst>
              <a:ext uri="{FF2B5EF4-FFF2-40B4-BE49-F238E27FC236}">
                <a16:creationId xmlns:a16="http://schemas.microsoft.com/office/drawing/2014/main" id="{0E303146-563E-59F3-959F-F0064A770197}"/>
              </a:ext>
            </a:extLst>
          </p:cNvPr>
          <p:cNvSpPr>
            <a:spLocks/>
          </p:cNvSpPr>
          <p:nvPr/>
        </p:nvSpPr>
        <p:spPr>
          <a:xfrm rot="4521868">
            <a:off x="8873094" y="3941707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Heart 88">
            <a:extLst>
              <a:ext uri="{FF2B5EF4-FFF2-40B4-BE49-F238E27FC236}">
                <a16:creationId xmlns:a16="http://schemas.microsoft.com/office/drawing/2014/main" id="{7C9DCF2D-B1E7-FDCA-2362-CF99B845DD66}"/>
              </a:ext>
            </a:extLst>
          </p:cNvPr>
          <p:cNvSpPr>
            <a:spLocks/>
          </p:cNvSpPr>
          <p:nvPr/>
        </p:nvSpPr>
        <p:spPr>
          <a:xfrm rot="5551365">
            <a:off x="9025494" y="3278555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Heart 89">
            <a:extLst>
              <a:ext uri="{FF2B5EF4-FFF2-40B4-BE49-F238E27FC236}">
                <a16:creationId xmlns:a16="http://schemas.microsoft.com/office/drawing/2014/main" id="{A71E44C4-DB90-AA0F-5DF0-10FA0AE6BBA5}"/>
              </a:ext>
            </a:extLst>
          </p:cNvPr>
          <p:cNvSpPr>
            <a:spLocks/>
          </p:cNvSpPr>
          <p:nvPr/>
        </p:nvSpPr>
        <p:spPr>
          <a:xfrm rot="2277774">
            <a:off x="9886352" y="3941707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Heart 90">
            <a:extLst>
              <a:ext uri="{FF2B5EF4-FFF2-40B4-BE49-F238E27FC236}">
                <a16:creationId xmlns:a16="http://schemas.microsoft.com/office/drawing/2014/main" id="{4D0290BA-B122-817D-92E6-A6DE5FD775EF}"/>
              </a:ext>
            </a:extLst>
          </p:cNvPr>
          <p:cNvSpPr>
            <a:spLocks/>
          </p:cNvSpPr>
          <p:nvPr/>
        </p:nvSpPr>
        <p:spPr>
          <a:xfrm rot="3307271">
            <a:off x="10038752" y="3278555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Heart 91">
            <a:extLst>
              <a:ext uri="{FF2B5EF4-FFF2-40B4-BE49-F238E27FC236}">
                <a16:creationId xmlns:a16="http://schemas.microsoft.com/office/drawing/2014/main" id="{CE3CA145-3F0A-5C12-CC5F-C311E66B186C}"/>
              </a:ext>
            </a:extLst>
          </p:cNvPr>
          <p:cNvSpPr>
            <a:spLocks/>
          </p:cNvSpPr>
          <p:nvPr/>
        </p:nvSpPr>
        <p:spPr>
          <a:xfrm rot="3731192">
            <a:off x="8308800" y="3723403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Heart 92">
            <a:extLst>
              <a:ext uri="{FF2B5EF4-FFF2-40B4-BE49-F238E27FC236}">
                <a16:creationId xmlns:a16="http://schemas.microsoft.com/office/drawing/2014/main" id="{4F6F89B0-4372-0B2E-95BA-C04C51BA291F}"/>
              </a:ext>
            </a:extLst>
          </p:cNvPr>
          <p:cNvSpPr>
            <a:spLocks/>
          </p:cNvSpPr>
          <p:nvPr/>
        </p:nvSpPr>
        <p:spPr>
          <a:xfrm rot="1487098">
            <a:off x="9322058" y="3723403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Heart 93">
            <a:extLst>
              <a:ext uri="{FF2B5EF4-FFF2-40B4-BE49-F238E27FC236}">
                <a16:creationId xmlns:a16="http://schemas.microsoft.com/office/drawing/2014/main" id="{22D4B703-BC7A-8D6B-8AC2-778F5ACEA4F4}"/>
              </a:ext>
            </a:extLst>
          </p:cNvPr>
          <p:cNvSpPr>
            <a:spLocks/>
          </p:cNvSpPr>
          <p:nvPr/>
        </p:nvSpPr>
        <p:spPr>
          <a:xfrm rot="5551365">
            <a:off x="8238777" y="4048798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Heart 94">
            <a:extLst>
              <a:ext uri="{FF2B5EF4-FFF2-40B4-BE49-F238E27FC236}">
                <a16:creationId xmlns:a16="http://schemas.microsoft.com/office/drawing/2014/main" id="{04EB5C02-D63B-141E-5AA8-9AD2BA7A4B65}"/>
              </a:ext>
            </a:extLst>
          </p:cNvPr>
          <p:cNvSpPr>
            <a:spLocks/>
          </p:cNvSpPr>
          <p:nvPr/>
        </p:nvSpPr>
        <p:spPr>
          <a:xfrm rot="4521868">
            <a:off x="9346772" y="3327985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Heart 95">
            <a:extLst>
              <a:ext uri="{FF2B5EF4-FFF2-40B4-BE49-F238E27FC236}">
                <a16:creationId xmlns:a16="http://schemas.microsoft.com/office/drawing/2014/main" id="{C5F51962-2DDB-9404-B55A-A9509A44F489}"/>
              </a:ext>
            </a:extLst>
          </p:cNvPr>
          <p:cNvSpPr>
            <a:spLocks/>
          </p:cNvSpPr>
          <p:nvPr/>
        </p:nvSpPr>
        <p:spPr>
          <a:xfrm rot="2277774">
            <a:off x="10360030" y="3327985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Heart 96">
            <a:extLst>
              <a:ext uri="{FF2B5EF4-FFF2-40B4-BE49-F238E27FC236}">
                <a16:creationId xmlns:a16="http://schemas.microsoft.com/office/drawing/2014/main" id="{154FD3D1-8D2C-8A44-80EB-E15ED7404E0F}"/>
              </a:ext>
            </a:extLst>
          </p:cNvPr>
          <p:cNvSpPr>
            <a:spLocks/>
          </p:cNvSpPr>
          <p:nvPr/>
        </p:nvSpPr>
        <p:spPr>
          <a:xfrm rot="3731192">
            <a:off x="8782478" y="3109681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Heart 97">
            <a:extLst>
              <a:ext uri="{FF2B5EF4-FFF2-40B4-BE49-F238E27FC236}">
                <a16:creationId xmlns:a16="http://schemas.microsoft.com/office/drawing/2014/main" id="{8637BA9F-682E-4399-507D-2B81B4A3624F}"/>
              </a:ext>
            </a:extLst>
          </p:cNvPr>
          <p:cNvSpPr>
            <a:spLocks/>
          </p:cNvSpPr>
          <p:nvPr/>
        </p:nvSpPr>
        <p:spPr>
          <a:xfrm rot="1487098">
            <a:off x="9795736" y="3109681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Heart 98">
            <a:extLst>
              <a:ext uri="{FF2B5EF4-FFF2-40B4-BE49-F238E27FC236}">
                <a16:creationId xmlns:a16="http://schemas.microsoft.com/office/drawing/2014/main" id="{B7A4EB01-E000-3B08-5929-AEA5F96753EB}"/>
              </a:ext>
            </a:extLst>
          </p:cNvPr>
          <p:cNvSpPr>
            <a:spLocks/>
          </p:cNvSpPr>
          <p:nvPr/>
        </p:nvSpPr>
        <p:spPr>
          <a:xfrm rot="5551365">
            <a:off x="8712455" y="3435076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Heart 99">
            <a:extLst>
              <a:ext uri="{FF2B5EF4-FFF2-40B4-BE49-F238E27FC236}">
                <a16:creationId xmlns:a16="http://schemas.microsoft.com/office/drawing/2014/main" id="{48666977-11D0-45F9-CC11-090DD706BEFF}"/>
              </a:ext>
            </a:extLst>
          </p:cNvPr>
          <p:cNvSpPr>
            <a:spLocks/>
          </p:cNvSpPr>
          <p:nvPr/>
        </p:nvSpPr>
        <p:spPr>
          <a:xfrm>
            <a:off x="13988052" y="3583145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2F315BE7-8A68-869A-D5B1-E39916C629AC}"/>
              </a:ext>
            </a:extLst>
          </p:cNvPr>
          <p:cNvSpPr txBox="1"/>
          <p:nvPr/>
        </p:nvSpPr>
        <p:spPr>
          <a:xfrm>
            <a:off x="14535661" y="3402132"/>
            <a:ext cx="19029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Class 1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05BB60D-7616-9CA3-81A3-30E0651A87D4}"/>
              </a:ext>
            </a:extLst>
          </p:cNvPr>
          <p:cNvCxnSpPr>
            <a:cxnSpLocks/>
          </p:cNvCxnSpPr>
          <p:nvPr/>
        </p:nvCxnSpPr>
        <p:spPr>
          <a:xfrm flipV="1">
            <a:off x="5211299" y="2891481"/>
            <a:ext cx="6919784" cy="4616899"/>
          </a:xfrm>
          <a:prstGeom prst="line">
            <a:avLst/>
          </a:prstGeom>
          <a:ln w="12700">
            <a:solidFill>
              <a:schemeClr val="tx1">
                <a:alpha val="79556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C359584-F447-E492-FE0F-02012878A8A8}"/>
              </a:ext>
            </a:extLst>
          </p:cNvPr>
          <p:cNvCxnSpPr>
            <a:cxnSpLocks/>
          </p:cNvCxnSpPr>
          <p:nvPr/>
        </p:nvCxnSpPr>
        <p:spPr>
          <a:xfrm flipV="1">
            <a:off x="5026819" y="2712323"/>
            <a:ext cx="6919784" cy="4662534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BFCC8CF-AB5A-6CEF-913B-BFBCF76643A5}"/>
              </a:ext>
            </a:extLst>
          </p:cNvPr>
          <p:cNvCxnSpPr>
            <a:cxnSpLocks/>
          </p:cNvCxnSpPr>
          <p:nvPr/>
        </p:nvCxnSpPr>
        <p:spPr>
          <a:xfrm flipV="1">
            <a:off x="5395786" y="3051903"/>
            <a:ext cx="6919784" cy="4616899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FCFD297-1959-F6F2-EC56-C345A58024BE}"/>
              </a:ext>
            </a:extLst>
          </p:cNvPr>
          <p:cNvCxnSpPr>
            <a:cxnSpLocks/>
          </p:cNvCxnSpPr>
          <p:nvPr/>
        </p:nvCxnSpPr>
        <p:spPr>
          <a:xfrm rot="-420000">
            <a:off x="10035808" y="4010949"/>
            <a:ext cx="107404" cy="207111"/>
          </a:xfrm>
          <a:prstGeom prst="line">
            <a:avLst/>
          </a:prstGeom>
          <a:ln w="101600">
            <a:solidFill>
              <a:srgbClr val="00BFF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C40DA49-B8A0-F89D-78EC-F67D2055016B}"/>
                  </a:ext>
                </a:extLst>
              </p:cNvPr>
              <p:cNvSpPr txBox="1"/>
              <p:nvPr/>
            </p:nvSpPr>
            <p:spPr>
              <a:xfrm rot="19649250">
                <a:off x="7761961" y="4592164"/>
                <a:ext cx="2361170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3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43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3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43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43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C40DA49-B8A0-F89D-78EC-F67D205501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649250">
                <a:off x="7761961" y="4592164"/>
                <a:ext cx="2361170" cy="769441"/>
              </a:xfrm>
              <a:prstGeom prst="rect">
                <a:avLst/>
              </a:prstGeom>
              <a:blipFill>
                <a:blip r:embed="rId2"/>
                <a:stretch>
                  <a:fillRect l="-2618" r="-1571"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938797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40723-192D-3EB8-0B1E-A2215463E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Maximum Margin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89E1FF-60C6-FC18-0E3A-403B67A61F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We are searching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 such that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for all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and largest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We can use any of the several constraint optimization algorithms to compute this.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89E1FF-60C6-FC18-0E3A-403B67A61F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41" t="-1657" r="-13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171062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40723-192D-3EB8-0B1E-A2215463E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1724" y="4367783"/>
            <a:ext cx="16084552" cy="1551434"/>
          </a:xfrm>
        </p:spPr>
        <p:txBody>
          <a:bodyPr/>
          <a:lstStyle/>
          <a:p>
            <a:r>
              <a:rPr lang="en-US" dirty="0"/>
              <a:t>What if the classes overlap??</a:t>
            </a:r>
          </a:p>
        </p:txBody>
      </p:sp>
    </p:spTree>
    <p:extLst>
      <p:ext uri="{BB962C8B-B14F-4D97-AF65-F5344CB8AC3E}">
        <p14:creationId xmlns:p14="http://schemas.microsoft.com/office/powerpoint/2010/main" val="27841314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85A5F-3E9A-D3D1-3168-9D138359C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</a:t>
            </a:r>
            <a:r>
              <a:rPr lang="en-US" dirty="0" err="1"/>
              <a:t>Overlaping</a:t>
            </a:r>
            <a:r>
              <a:rPr lang="en-US" dirty="0"/>
              <a:t> Classes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15E0E8F5-FF71-712F-2523-CDFB270812E5}"/>
              </a:ext>
            </a:extLst>
          </p:cNvPr>
          <p:cNvGrpSpPr/>
          <p:nvPr/>
        </p:nvGrpSpPr>
        <p:grpSpPr>
          <a:xfrm>
            <a:off x="6558264" y="3212757"/>
            <a:ext cx="5165124" cy="5165124"/>
            <a:chOff x="6672648" y="2866768"/>
            <a:chExt cx="5165124" cy="5165124"/>
          </a:xfrm>
        </p:grpSpPr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2571B3E6-C329-50E1-82A2-6B2CD09E510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2648" y="2866768"/>
              <a:ext cx="0" cy="5165124"/>
            </a:xfrm>
            <a:prstGeom prst="straightConnector1">
              <a:avLst/>
            </a:prstGeom>
            <a:ln w="762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8D5D6CF1-8703-F3D8-AFC3-3E7A4103CC34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9255210" y="5449330"/>
              <a:ext cx="0" cy="5165124"/>
            </a:xfrm>
            <a:prstGeom prst="straightConnector1">
              <a:avLst/>
            </a:prstGeom>
            <a:ln w="762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sp>
        <p:nvSpPr>
          <p:cNvPr id="44" name="5-Point Star 43">
            <a:extLst>
              <a:ext uri="{FF2B5EF4-FFF2-40B4-BE49-F238E27FC236}">
                <a16:creationId xmlns:a16="http://schemas.microsoft.com/office/drawing/2014/main" id="{543CC6DE-BCF5-F71D-5211-369FEFCE8E8A}"/>
              </a:ext>
            </a:extLst>
          </p:cNvPr>
          <p:cNvSpPr>
            <a:spLocks noChangeAspect="1"/>
          </p:cNvSpPr>
          <p:nvPr/>
        </p:nvSpPr>
        <p:spPr>
          <a:xfrm>
            <a:off x="10972799" y="6663998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5" name="5-Point Star 44">
            <a:extLst>
              <a:ext uri="{FF2B5EF4-FFF2-40B4-BE49-F238E27FC236}">
                <a16:creationId xmlns:a16="http://schemas.microsoft.com/office/drawing/2014/main" id="{2E1F2420-15B3-C216-2BA6-6FB355B48195}"/>
              </a:ext>
            </a:extLst>
          </p:cNvPr>
          <p:cNvSpPr>
            <a:spLocks noChangeAspect="1"/>
          </p:cNvSpPr>
          <p:nvPr/>
        </p:nvSpPr>
        <p:spPr>
          <a:xfrm>
            <a:off x="11125199" y="7508380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6" name="5-Point Star 45">
            <a:extLst>
              <a:ext uri="{FF2B5EF4-FFF2-40B4-BE49-F238E27FC236}">
                <a16:creationId xmlns:a16="http://schemas.microsoft.com/office/drawing/2014/main" id="{52458FF5-4AFA-80CA-9708-0F4FB14EDA56}"/>
              </a:ext>
            </a:extLst>
          </p:cNvPr>
          <p:cNvSpPr>
            <a:spLocks noChangeAspect="1"/>
          </p:cNvSpPr>
          <p:nvPr/>
        </p:nvSpPr>
        <p:spPr>
          <a:xfrm>
            <a:off x="9963659" y="6816398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7" name="5-Point Star 46">
            <a:extLst>
              <a:ext uri="{FF2B5EF4-FFF2-40B4-BE49-F238E27FC236}">
                <a16:creationId xmlns:a16="http://schemas.microsoft.com/office/drawing/2014/main" id="{4F8590E7-5B51-F35B-3E32-6CB5FE151ED2}"/>
              </a:ext>
            </a:extLst>
          </p:cNvPr>
          <p:cNvSpPr>
            <a:spLocks noChangeAspect="1"/>
          </p:cNvSpPr>
          <p:nvPr/>
        </p:nvSpPr>
        <p:spPr>
          <a:xfrm rot="2219433">
            <a:off x="11125199" y="5333582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8" name="5-Point Star 47">
            <a:extLst>
              <a:ext uri="{FF2B5EF4-FFF2-40B4-BE49-F238E27FC236}">
                <a16:creationId xmlns:a16="http://schemas.microsoft.com/office/drawing/2014/main" id="{D143C6F5-31DC-2288-AE25-A4766470F96E}"/>
              </a:ext>
            </a:extLst>
          </p:cNvPr>
          <p:cNvSpPr>
            <a:spLocks noChangeAspect="1"/>
          </p:cNvSpPr>
          <p:nvPr/>
        </p:nvSpPr>
        <p:spPr>
          <a:xfrm rot="2219433">
            <a:off x="11277599" y="6177964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9" name="5-Point Star 48">
            <a:extLst>
              <a:ext uri="{FF2B5EF4-FFF2-40B4-BE49-F238E27FC236}">
                <a16:creationId xmlns:a16="http://schemas.microsoft.com/office/drawing/2014/main" id="{C6BDCCCB-388A-4902-3F8D-82D746B0B66A}"/>
              </a:ext>
            </a:extLst>
          </p:cNvPr>
          <p:cNvSpPr>
            <a:spLocks noChangeAspect="1"/>
          </p:cNvSpPr>
          <p:nvPr/>
        </p:nvSpPr>
        <p:spPr>
          <a:xfrm rot="2219433">
            <a:off x="10116059" y="5485982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0" name="5-Point Star 49">
            <a:extLst>
              <a:ext uri="{FF2B5EF4-FFF2-40B4-BE49-F238E27FC236}">
                <a16:creationId xmlns:a16="http://schemas.microsoft.com/office/drawing/2014/main" id="{A42EF5CF-66DF-DA2B-9956-FF290E185635}"/>
              </a:ext>
            </a:extLst>
          </p:cNvPr>
          <p:cNvSpPr>
            <a:spLocks noChangeAspect="1"/>
          </p:cNvSpPr>
          <p:nvPr/>
        </p:nvSpPr>
        <p:spPr>
          <a:xfrm rot="19221809">
            <a:off x="9444674" y="6816398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1" name="5-Point Star 50">
            <a:extLst>
              <a:ext uri="{FF2B5EF4-FFF2-40B4-BE49-F238E27FC236}">
                <a16:creationId xmlns:a16="http://schemas.microsoft.com/office/drawing/2014/main" id="{753953E6-4D5B-9C71-06D3-874B249DEF98}"/>
              </a:ext>
            </a:extLst>
          </p:cNvPr>
          <p:cNvSpPr>
            <a:spLocks noChangeAspect="1"/>
          </p:cNvSpPr>
          <p:nvPr/>
        </p:nvSpPr>
        <p:spPr>
          <a:xfrm rot="19221809">
            <a:off x="8435534" y="6968798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2" name="5-Point Star 51">
            <a:extLst>
              <a:ext uri="{FF2B5EF4-FFF2-40B4-BE49-F238E27FC236}">
                <a16:creationId xmlns:a16="http://schemas.microsoft.com/office/drawing/2014/main" id="{14AF48D9-0AAD-9064-F3AB-12F21BB976D2}"/>
              </a:ext>
            </a:extLst>
          </p:cNvPr>
          <p:cNvSpPr>
            <a:spLocks noChangeAspect="1"/>
          </p:cNvSpPr>
          <p:nvPr/>
        </p:nvSpPr>
        <p:spPr>
          <a:xfrm rot="21441242">
            <a:off x="9749474" y="6330364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3" name="5-Point Star 52">
            <a:extLst>
              <a:ext uri="{FF2B5EF4-FFF2-40B4-BE49-F238E27FC236}">
                <a16:creationId xmlns:a16="http://schemas.microsoft.com/office/drawing/2014/main" id="{102AA1E4-D41D-ED38-8823-654C4973415A}"/>
              </a:ext>
            </a:extLst>
          </p:cNvPr>
          <p:cNvSpPr>
            <a:spLocks noChangeAspect="1"/>
          </p:cNvSpPr>
          <p:nvPr/>
        </p:nvSpPr>
        <p:spPr>
          <a:xfrm rot="21103147">
            <a:off x="11125199" y="5753709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4" name="5-Point Star 53">
            <a:extLst>
              <a:ext uri="{FF2B5EF4-FFF2-40B4-BE49-F238E27FC236}">
                <a16:creationId xmlns:a16="http://schemas.microsoft.com/office/drawing/2014/main" id="{D85BDB10-FD7D-2FFE-3692-3B39C19C119B}"/>
              </a:ext>
            </a:extLst>
          </p:cNvPr>
          <p:cNvSpPr>
            <a:spLocks noChangeAspect="1"/>
          </p:cNvSpPr>
          <p:nvPr/>
        </p:nvSpPr>
        <p:spPr>
          <a:xfrm rot="1722580">
            <a:off x="11277599" y="4423293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5" name="5-Point Star 54">
            <a:extLst>
              <a:ext uri="{FF2B5EF4-FFF2-40B4-BE49-F238E27FC236}">
                <a16:creationId xmlns:a16="http://schemas.microsoft.com/office/drawing/2014/main" id="{21FCA0A1-3425-FA3B-7EA6-7186C923083A}"/>
              </a:ext>
            </a:extLst>
          </p:cNvPr>
          <p:cNvSpPr>
            <a:spLocks noChangeAspect="1"/>
          </p:cNvSpPr>
          <p:nvPr/>
        </p:nvSpPr>
        <p:spPr>
          <a:xfrm rot="1722580">
            <a:off x="11429999" y="5267675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6" name="5-Point Star 55">
            <a:extLst>
              <a:ext uri="{FF2B5EF4-FFF2-40B4-BE49-F238E27FC236}">
                <a16:creationId xmlns:a16="http://schemas.microsoft.com/office/drawing/2014/main" id="{7137E658-B0C7-04C6-351B-8CED364B0537}"/>
              </a:ext>
            </a:extLst>
          </p:cNvPr>
          <p:cNvSpPr>
            <a:spLocks noChangeAspect="1"/>
          </p:cNvSpPr>
          <p:nvPr/>
        </p:nvSpPr>
        <p:spPr>
          <a:xfrm>
            <a:off x="10111941" y="7434240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7" name="5-Point Star 56">
            <a:extLst>
              <a:ext uri="{FF2B5EF4-FFF2-40B4-BE49-F238E27FC236}">
                <a16:creationId xmlns:a16="http://schemas.microsoft.com/office/drawing/2014/main" id="{70DAC4EC-9A93-E622-5DBA-B93D47BC3F94}"/>
              </a:ext>
            </a:extLst>
          </p:cNvPr>
          <p:cNvSpPr>
            <a:spLocks noChangeAspect="1"/>
          </p:cNvSpPr>
          <p:nvPr/>
        </p:nvSpPr>
        <p:spPr>
          <a:xfrm>
            <a:off x="9102801" y="7586640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8" name="5-Point Star 57">
            <a:extLst>
              <a:ext uri="{FF2B5EF4-FFF2-40B4-BE49-F238E27FC236}">
                <a16:creationId xmlns:a16="http://schemas.microsoft.com/office/drawing/2014/main" id="{A5FDAEB5-F14D-C16A-BD51-B2F5ECDAD99B}"/>
              </a:ext>
            </a:extLst>
          </p:cNvPr>
          <p:cNvSpPr>
            <a:spLocks noChangeAspect="1"/>
          </p:cNvSpPr>
          <p:nvPr/>
        </p:nvSpPr>
        <p:spPr>
          <a:xfrm rot="19221809">
            <a:off x="8583816" y="7586640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9" name="5-Point Star 58">
            <a:extLst>
              <a:ext uri="{FF2B5EF4-FFF2-40B4-BE49-F238E27FC236}">
                <a16:creationId xmlns:a16="http://schemas.microsoft.com/office/drawing/2014/main" id="{B5168312-A2CE-BDAB-B07C-8060F09C44A9}"/>
              </a:ext>
            </a:extLst>
          </p:cNvPr>
          <p:cNvSpPr>
            <a:spLocks noChangeAspect="1"/>
          </p:cNvSpPr>
          <p:nvPr/>
        </p:nvSpPr>
        <p:spPr>
          <a:xfrm rot="21441242">
            <a:off x="8888616" y="7100606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97BECBF-A583-B842-412A-056A8A2063B7}"/>
              </a:ext>
            </a:extLst>
          </p:cNvPr>
          <p:cNvSpPr/>
          <p:nvPr/>
        </p:nvSpPr>
        <p:spPr>
          <a:xfrm>
            <a:off x="13567719" y="2644346"/>
            <a:ext cx="3212757" cy="2048403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5-Point Star 60">
            <a:extLst>
              <a:ext uri="{FF2B5EF4-FFF2-40B4-BE49-F238E27FC236}">
                <a16:creationId xmlns:a16="http://schemas.microsoft.com/office/drawing/2014/main" id="{A1AD327D-40DA-2CD5-BBD7-551F169316F5}"/>
              </a:ext>
            </a:extLst>
          </p:cNvPr>
          <p:cNvSpPr>
            <a:spLocks noChangeAspect="1"/>
          </p:cNvSpPr>
          <p:nvPr/>
        </p:nvSpPr>
        <p:spPr>
          <a:xfrm>
            <a:off x="14000207" y="4056708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697360D-5751-A5EE-9052-117917BB3723}"/>
              </a:ext>
            </a:extLst>
          </p:cNvPr>
          <p:cNvSpPr txBox="1"/>
          <p:nvPr/>
        </p:nvSpPr>
        <p:spPr>
          <a:xfrm>
            <a:off x="14556259" y="3892282"/>
            <a:ext cx="19029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Class 2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9D2C30E-7237-D8B4-0BBE-28CB28E10F4E}"/>
              </a:ext>
            </a:extLst>
          </p:cNvPr>
          <p:cNvSpPr txBox="1"/>
          <p:nvPr/>
        </p:nvSpPr>
        <p:spPr>
          <a:xfrm>
            <a:off x="14222626" y="2685427"/>
            <a:ext cx="19029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</a:rPr>
              <a:t>Legend</a:t>
            </a:r>
          </a:p>
        </p:txBody>
      </p:sp>
      <p:sp>
        <p:nvSpPr>
          <p:cNvPr id="64" name="5-Point Star 63">
            <a:extLst>
              <a:ext uri="{FF2B5EF4-FFF2-40B4-BE49-F238E27FC236}">
                <a16:creationId xmlns:a16="http://schemas.microsoft.com/office/drawing/2014/main" id="{D56B3AFF-4C5C-D6B2-D6C6-28995854DEFD}"/>
              </a:ext>
            </a:extLst>
          </p:cNvPr>
          <p:cNvSpPr>
            <a:spLocks noChangeAspect="1"/>
          </p:cNvSpPr>
          <p:nvPr/>
        </p:nvSpPr>
        <p:spPr>
          <a:xfrm rot="19221809">
            <a:off x="10046033" y="6355076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5" name="5-Point Star 64">
            <a:extLst>
              <a:ext uri="{FF2B5EF4-FFF2-40B4-BE49-F238E27FC236}">
                <a16:creationId xmlns:a16="http://schemas.microsoft.com/office/drawing/2014/main" id="{BE29E911-FB53-B8AB-F7FC-0650E5CB79E8}"/>
              </a:ext>
            </a:extLst>
          </p:cNvPr>
          <p:cNvSpPr>
            <a:spLocks noChangeAspect="1"/>
          </p:cNvSpPr>
          <p:nvPr/>
        </p:nvSpPr>
        <p:spPr>
          <a:xfrm rot="21441242">
            <a:off x="10499115" y="6486884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6" name="5-Point Star 65">
            <a:extLst>
              <a:ext uri="{FF2B5EF4-FFF2-40B4-BE49-F238E27FC236}">
                <a16:creationId xmlns:a16="http://schemas.microsoft.com/office/drawing/2014/main" id="{197EEDBA-2D3C-44B2-E7D4-036D53C84474}"/>
              </a:ext>
            </a:extLst>
          </p:cNvPr>
          <p:cNvSpPr>
            <a:spLocks noChangeAspect="1"/>
          </p:cNvSpPr>
          <p:nvPr/>
        </p:nvSpPr>
        <p:spPr>
          <a:xfrm>
            <a:off x="9201660" y="7314791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7" name="5-Point Star 66">
            <a:extLst>
              <a:ext uri="{FF2B5EF4-FFF2-40B4-BE49-F238E27FC236}">
                <a16:creationId xmlns:a16="http://schemas.microsoft.com/office/drawing/2014/main" id="{9A59A454-F297-698E-0BD7-F9B4A48B012B}"/>
              </a:ext>
            </a:extLst>
          </p:cNvPr>
          <p:cNvSpPr>
            <a:spLocks noChangeAspect="1"/>
          </p:cNvSpPr>
          <p:nvPr/>
        </p:nvSpPr>
        <p:spPr>
          <a:xfrm rot="2219433">
            <a:off x="9354060" y="5984375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8" name="5-Point Star 67">
            <a:extLst>
              <a:ext uri="{FF2B5EF4-FFF2-40B4-BE49-F238E27FC236}">
                <a16:creationId xmlns:a16="http://schemas.microsoft.com/office/drawing/2014/main" id="{C056B76C-2C88-EA20-5FF2-8AFD3675F220}"/>
              </a:ext>
            </a:extLst>
          </p:cNvPr>
          <p:cNvSpPr>
            <a:spLocks noChangeAspect="1"/>
          </p:cNvSpPr>
          <p:nvPr/>
        </p:nvSpPr>
        <p:spPr>
          <a:xfrm>
            <a:off x="9349942" y="7932633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9" name="5-Point Star 68">
            <a:extLst>
              <a:ext uri="{FF2B5EF4-FFF2-40B4-BE49-F238E27FC236}">
                <a16:creationId xmlns:a16="http://schemas.microsoft.com/office/drawing/2014/main" id="{BB5C643B-0E64-F010-FE56-718BEF10A30D}"/>
              </a:ext>
            </a:extLst>
          </p:cNvPr>
          <p:cNvSpPr>
            <a:spLocks noChangeAspect="1"/>
          </p:cNvSpPr>
          <p:nvPr/>
        </p:nvSpPr>
        <p:spPr>
          <a:xfrm rot="19221809">
            <a:off x="9284034" y="6853469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0" name="5-Point Star 69">
            <a:extLst>
              <a:ext uri="{FF2B5EF4-FFF2-40B4-BE49-F238E27FC236}">
                <a16:creationId xmlns:a16="http://schemas.microsoft.com/office/drawing/2014/main" id="{32D370B7-7918-F4B3-C439-3504D348078D}"/>
              </a:ext>
            </a:extLst>
          </p:cNvPr>
          <p:cNvSpPr>
            <a:spLocks noChangeAspect="1"/>
          </p:cNvSpPr>
          <p:nvPr/>
        </p:nvSpPr>
        <p:spPr>
          <a:xfrm rot="21441242">
            <a:off x="9737116" y="6985277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1" name="Heart 70">
            <a:extLst>
              <a:ext uri="{FF2B5EF4-FFF2-40B4-BE49-F238E27FC236}">
                <a16:creationId xmlns:a16="http://schemas.microsoft.com/office/drawing/2014/main" id="{4D5436AC-BFAA-0FF7-048E-601770BF0232}"/>
              </a:ext>
            </a:extLst>
          </p:cNvPr>
          <p:cNvSpPr>
            <a:spLocks/>
          </p:cNvSpPr>
          <p:nvPr/>
        </p:nvSpPr>
        <p:spPr>
          <a:xfrm>
            <a:off x="8078140" y="4382437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Heart 71">
            <a:extLst>
              <a:ext uri="{FF2B5EF4-FFF2-40B4-BE49-F238E27FC236}">
                <a16:creationId xmlns:a16="http://schemas.microsoft.com/office/drawing/2014/main" id="{0F4B212B-99CB-47A8-26A4-CCA726E59047}"/>
              </a:ext>
            </a:extLst>
          </p:cNvPr>
          <p:cNvSpPr>
            <a:spLocks/>
          </p:cNvSpPr>
          <p:nvPr/>
        </p:nvSpPr>
        <p:spPr>
          <a:xfrm rot="1029497">
            <a:off x="8230540" y="3719285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Heart 72">
            <a:extLst>
              <a:ext uri="{FF2B5EF4-FFF2-40B4-BE49-F238E27FC236}">
                <a16:creationId xmlns:a16="http://schemas.microsoft.com/office/drawing/2014/main" id="{AB2BD0EA-102F-480D-56F9-75E3535E5884}"/>
              </a:ext>
            </a:extLst>
          </p:cNvPr>
          <p:cNvSpPr>
            <a:spLocks/>
          </p:cNvSpPr>
          <p:nvPr/>
        </p:nvSpPr>
        <p:spPr>
          <a:xfrm rot="19355906">
            <a:off x="9091398" y="4382437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Heart 73">
            <a:extLst>
              <a:ext uri="{FF2B5EF4-FFF2-40B4-BE49-F238E27FC236}">
                <a16:creationId xmlns:a16="http://schemas.microsoft.com/office/drawing/2014/main" id="{D05DE051-A849-1724-CAFF-98FAC31D49CF}"/>
              </a:ext>
            </a:extLst>
          </p:cNvPr>
          <p:cNvSpPr>
            <a:spLocks/>
          </p:cNvSpPr>
          <p:nvPr/>
        </p:nvSpPr>
        <p:spPr>
          <a:xfrm rot="20385403">
            <a:off x="9243798" y="3719285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Heart 74">
            <a:extLst>
              <a:ext uri="{FF2B5EF4-FFF2-40B4-BE49-F238E27FC236}">
                <a16:creationId xmlns:a16="http://schemas.microsoft.com/office/drawing/2014/main" id="{20DEE981-6F40-D49A-736E-C4D53A25944D}"/>
              </a:ext>
            </a:extLst>
          </p:cNvPr>
          <p:cNvSpPr>
            <a:spLocks/>
          </p:cNvSpPr>
          <p:nvPr/>
        </p:nvSpPr>
        <p:spPr>
          <a:xfrm rot="19779827">
            <a:off x="7361446" y="4827285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Heart 75">
            <a:extLst>
              <a:ext uri="{FF2B5EF4-FFF2-40B4-BE49-F238E27FC236}">
                <a16:creationId xmlns:a16="http://schemas.microsoft.com/office/drawing/2014/main" id="{1A1D7525-F213-CF22-4BC1-5EC8F6DA5FD6}"/>
              </a:ext>
            </a:extLst>
          </p:cNvPr>
          <p:cNvSpPr>
            <a:spLocks/>
          </p:cNvSpPr>
          <p:nvPr/>
        </p:nvSpPr>
        <p:spPr>
          <a:xfrm rot="20809324">
            <a:off x="7513846" y="4164133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Heart 76">
            <a:extLst>
              <a:ext uri="{FF2B5EF4-FFF2-40B4-BE49-F238E27FC236}">
                <a16:creationId xmlns:a16="http://schemas.microsoft.com/office/drawing/2014/main" id="{181081EF-AEB2-E200-FB69-6E7CAEB89F9E}"/>
              </a:ext>
            </a:extLst>
          </p:cNvPr>
          <p:cNvSpPr>
            <a:spLocks/>
          </p:cNvSpPr>
          <p:nvPr/>
        </p:nvSpPr>
        <p:spPr>
          <a:xfrm rot="17535733">
            <a:off x="8374704" y="4827285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Heart 77">
            <a:extLst>
              <a:ext uri="{FF2B5EF4-FFF2-40B4-BE49-F238E27FC236}">
                <a16:creationId xmlns:a16="http://schemas.microsoft.com/office/drawing/2014/main" id="{A8E0FE29-B933-D5B5-D164-B2A298D18C04}"/>
              </a:ext>
            </a:extLst>
          </p:cNvPr>
          <p:cNvSpPr>
            <a:spLocks/>
          </p:cNvSpPr>
          <p:nvPr/>
        </p:nvSpPr>
        <p:spPr>
          <a:xfrm rot="18565230">
            <a:off x="8527104" y="4164133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Heart 78">
            <a:extLst>
              <a:ext uri="{FF2B5EF4-FFF2-40B4-BE49-F238E27FC236}">
                <a16:creationId xmlns:a16="http://schemas.microsoft.com/office/drawing/2014/main" id="{CF035E6A-74ED-B5F2-2F21-4D11197B0424}"/>
              </a:ext>
            </a:extLst>
          </p:cNvPr>
          <p:cNvSpPr>
            <a:spLocks/>
          </p:cNvSpPr>
          <p:nvPr/>
        </p:nvSpPr>
        <p:spPr>
          <a:xfrm>
            <a:off x="7291423" y="5152680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Heart 79">
            <a:extLst>
              <a:ext uri="{FF2B5EF4-FFF2-40B4-BE49-F238E27FC236}">
                <a16:creationId xmlns:a16="http://schemas.microsoft.com/office/drawing/2014/main" id="{73368FEB-7226-8E66-6AB2-B62ED8741917}"/>
              </a:ext>
            </a:extLst>
          </p:cNvPr>
          <p:cNvSpPr>
            <a:spLocks/>
          </p:cNvSpPr>
          <p:nvPr/>
        </p:nvSpPr>
        <p:spPr>
          <a:xfrm rot="1029497">
            <a:off x="7443823" y="4489528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Heart 80">
            <a:extLst>
              <a:ext uri="{FF2B5EF4-FFF2-40B4-BE49-F238E27FC236}">
                <a16:creationId xmlns:a16="http://schemas.microsoft.com/office/drawing/2014/main" id="{CB64F1B0-D029-CE84-E421-A26B4ED97039}"/>
              </a:ext>
            </a:extLst>
          </p:cNvPr>
          <p:cNvSpPr>
            <a:spLocks/>
          </p:cNvSpPr>
          <p:nvPr/>
        </p:nvSpPr>
        <p:spPr>
          <a:xfrm rot="18565230">
            <a:off x="7740387" y="4934376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Heart 81">
            <a:extLst>
              <a:ext uri="{FF2B5EF4-FFF2-40B4-BE49-F238E27FC236}">
                <a16:creationId xmlns:a16="http://schemas.microsoft.com/office/drawing/2014/main" id="{5D750AD8-3954-E67A-8614-FEAB035C4A50}"/>
              </a:ext>
            </a:extLst>
          </p:cNvPr>
          <p:cNvSpPr>
            <a:spLocks/>
          </p:cNvSpPr>
          <p:nvPr/>
        </p:nvSpPr>
        <p:spPr>
          <a:xfrm>
            <a:off x="8551818" y="3768715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Heart 82">
            <a:extLst>
              <a:ext uri="{FF2B5EF4-FFF2-40B4-BE49-F238E27FC236}">
                <a16:creationId xmlns:a16="http://schemas.microsoft.com/office/drawing/2014/main" id="{EA2E581D-F94E-2445-6CD9-097C6D99D9E5}"/>
              </a:ext>
            </a:extLst>
          </p:cNvPr>
          <p:cNvSpPr>
            <a:spLocks/>
          </p:cNvSpPr>
          <p:nvPr/>
        </p:nvSpPr>
        <p:spPr>
          <a:xfrm rot="1029497">
            <a:off x="8704218" y="3105563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Heart 83">
            <a:extLst>
              <a:ext uri="{FF2B5EF4-FFF2-40B4-BE49-F238E27FC236}">
                <a16:creationId xmlns:a16="http://schemas.microsoft.com/office/drawing/2014/main" id="{006CC6D5-0EB0-B940-7520-326AD6A4A845}"/>
              </a:ext>
            </a:extLst>
          </p:cNvPr>
          <p:cNvSpPr>
            <a:spLocks/>
          </p:cNvSpPr>
          <p:nvPr/>
        </p:nvSpPr>
        <p:spPr>
          <a:xfrm rot="19355906">
            <a:off x="9565076" y="3768715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Heart 84">
            <a:extLst>
              <a:ext uri="{FF2B5EF4-FFF2-40B4-BE49-F238E27FC236}">
                <a16:creationId xmlns:a16="http://schemas.microsoft.com/office/drawing/2014/main" id="{5DBEC741-9C27-7586-CC56-7CF1730F408F}"/>
              </a:ext>
            </a:extLst>
          </p:cNvPr>
          <p:cNvSpPr>
            <a:spLocks/>
          </p:cNvSpPr>
          <p:nvPr/>
        </p:nvSpPr>
        <p:spPr>
          <a:xfrm rot="20809324">
            <a:off x="7987524" y="3550411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Heart 85">
            <a:extLst>
              <a:ext uri="{FF2B5EF4-FFF2-40B4-BE49-F238E27FC236}">
                <a16:creationId xmlns:a16="http://schemas.microsoft.com/office/drawing/2014/main" id="{F6106B45-DD6E-6990-393A-1E8C011F301F}"/>
              </a:ext>
            </a:extLst>
          </p:cNvPr>
          <p:cNvSpPr>
            <a:spLocks/>
          </p:cNvSpPr>
          <p:nvPr/>
        </p:nvSpPr>
        <p:spPr>
          <a:xfrm rot="18565230">
            <a:off x="9000782" y="3550411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Heart 86">
            <a:extLst>
              <a:ext uri="{FF2B5EF4-FFF2-40B4-BE49-F238E27FC236}">
                <a16:creationId xmlns:a16="http://schemas.microsoft.com/office/drawing/2014/main" id="{5303387E-D7EF-5AF5-20A8-E4A285435BBC}"/>
              </a:ext>
            </a:extLst>
          </p:cNvPr>
          <p:cNvSpPr>
            <a:spLocks/>
          </p:cNvSpPr>
          <p:nvPr/>
        </p:nvSpPr>
        <p:spPr>
          <a:xfrm rot="1029497">
            <a:off x="7917501" y="3875806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Heart 87">
            <a:extLst>
              <a:ext uri="{FF2B5EF4-FFF2-40B4-BE49-F238E27FC236}">
                <a16:creationId xmlns:a16="http://schemas.microsoft.com/office/drawing/2014/main" id="{0E303146-563E-59F3-959F-F0064A770197}"/>
              </a:ext>
            </a:extLst>
          </p:cNvPr>
          <p:cNvSpPr>
            <a:spLocks/>
          </p:cNvSpPr>
          <p:nvPr/>
        </p:nvSpPr>
        <p:spPr>
          <a:xfrm rot="4521868">
            <a:off x="8873094" y="3941707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Heart 88">
            <a:extLst>
              <a:ext uri="{FF2B5EF4-FFF2-40B4-BE49-F238E27FC236}">
                <a16:creationId xmlns:a16="http://schemas.microsoft.com/office/drawing/2014/main" id="{7C9DCF2D-B1E7-FDCA-2362-CF99B845DD66}"/>
              </a:ext>
            </a:extLst>
          </p:cNvPr>
          <p:cNvSpPr>
            <a:spLocks/>
          </p:cNvSpPr>
          <p:nvPr/>
        </p:nvSpPr>
        <p:spPr>
          <a:xfrm rot="5551365">
            <a:off x="9025494" y="3278555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Heart 89">
            <a:extLst>
              <a:ext uri="{FF2B5EF4-FFF2-40B4-BE49-F238E27FC236}">
                <a16:creationId xmlns:a16="http://schemas.microsoft.com/office/drawing/2014/main" id="{A71E44C4-DB90-AA0F-5DF0-10FA0AE6BBA5}"/>
              </a:ext>
            </a:extLst>
          </p:cNvPr>
          <p:cNvSpPr>
            <a:spLocks/>
          </p:cNvSpPr>
          <p:nvPr/>
        </p:nvSpPr>
        <p:spPr>
          <a:xfrm rot="2277774">
            <a:off x="9886352" y="3941707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Heart 90">
            <a:extLst>
              <a:ext uri="{FF2B5EF4-FFF2-40B4-BE49-F238E27FC236}">
                <a16:creationId xmlns:a16="http://schemas.microsoft.com/office/drawing/2014/main" id="{4D0290BA-B122-817D-92E6-A6DE5FD775EF}"/>
              </a:ext>
            </a:extLst>
          </p:cNvPr>
          <p:cNvSpPr>
            <a:spLocks/>
          </p:cNvSpPr>
          <p:nvPr/>
        </p:nvSpPr>
        <p:spPr>
          <a:xfrm rot="3307271">
            <a:off x="10038752" y="3278555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Heart 91">
            <a:extLst>
              <a:ext uri="{FF2B5EF4-FFF2-40B4-BE49-F238E27FC236}">
                <a16:creationId xmlns:a16="http://schemas.microsoft.com/office/drawing/2014/main" id="{CE3CA145-3F0A-5C12-CC5F-C311E66B186C}"/>
              </a:ext>
            </a:extLst>
          </p:cNvPr>
          <p:cNvSpPr>
            <a:spLocks/>
          </p:cNvSpPr>
          <p:nvPr/>
        </p:nvSpPr>
        <p:spPr>
          <a:xfrm rot="3731192">
            <a:off x="8308800" y="3723403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Heart 92">
            <a:extLst>
              <a:ext uri="{FF2B5EF4-FFF2-40B4-BE49-F238E27FC236}">
                <a16:creationId xmlns:a16="http://schemas.microsoft.com/office/drawing/2014/main" id="{4F6F89B0-4372-0B2E-95BA-C04C51BA291F}"/>
              </a:ext>
            </a:extLst>
          </p:cNvPr>
          <p:cNvSpPr>
            <a:spLocks/>
          </p:cNvSpPr>
          <p:nvPr/>
        </p:nvSpPr>
        <p:spPr>
          <a:xfrm rot="1487098">
            <a:off x="9322058" y="3723403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Heart 93">
            <a:extLst>
              <a:ext uri="{FF2B5EF4-FFF2-40B4-BE49-F238E27FC236}">
                <a16:creationId xmlns:a16="http://schemas.microsoft.com/office/drawing/2014/main" id="{22D4B703-BC7A-8D6B-8AC2-778F5ACEA4F4}"/>
              </a:ext>
            </a:extLst>
          </p:cNvPr>
          <p:cNvSpPr>
            <a:spLocks/>
          </p:cNvSpPr>
          <p:nvPr/>
        </p:nvSpPr>
        <p:spPr>
          <a:xfrm rot="5551365">
            <a:off x="8238777" y="4048798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Heart 94">
            <a:extLst>
              <a:ext uri="{FF2B5EF4-FFF2-40B4-BE49-F238E27FC236}">
                <a16:creationId xmlns:a16="http://schemas.microsoft.com/office/drawing/2014/main" id="{04EB5C02-D63B-141E-5AA8-9AD2BA7A4B65}"/>
              </a:ext>
            </a:extLst>
          </p:cNvPr>
          <p:cNvSpPr>
            <a:spLocks/>
          </p:cNvSpPr>
          <p:nvPr/>
        </p:nvSpPr>
        <p:spPr>
          <a:xfrm rot="4521868">
            <a:off x="9346772" y="3327985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Heart 95">
            <a:extLst>
              <a:ext uri="{FF2B5EF4-FFF2-40B4-BE49-F238E27FC236}">
                <a16:creationId xmlns:a16="http://schemas.microsoft.com/office/drawing/2014/main" id="{C5F51962-2DDB-9404-B55A-A9509A44F489}"/>
              </a:ext>
            </a:extLst>
          </p:cNvPr>
          <p:cNvSpPr>
            <a:spLocks/>
          </p:cNvSpPr>
          <p:nvPr/>
        </p:nvSpPr>
        <p:spPr>
          <a:xfrm rot="2277774">
            <a:off x="10360030" y="3327985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Heart 96">
            <a:extLst>
              <a:ext uri="{FF2B5EF4-FFF2-40B4-BE49-F238E27FC236}">
                <a16:creationId xmlns:a16="http://schemas.microsoft.com/office/drawing/2014/main" id="{154FD3D1-8D2C-8A44-80EB-E15ED7404E0F}"/>
              </a:ext>
            </a:extLst>
          </p:cNvPr>
          <p:cNvSpPr>
            <a:spLocks/>
          </p:cNvSpPr>
          <p:nvPr/>
        </p:nvSpPr>
        <p:spPr>
          <a:xfrm rot="3731192">
            <a:off x="8782478" y="3109681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Heart 97">
            <a:extLst>
              <a:ext uri="{FF2B5EF4-FFF2-40B4-BE49-F238E27FC236}">
                <a16:creationId xmlns:a16="http://schemas.microsoft.com/office/drawing/2014/main" id="{8637BA9F-682E-4399-507D-2B81B4A3624F}"/>
              </a:ext>
            </a:extLst>
          </p:cNvPr>
          <p:cNvSpPr>
            <a:spLocks/>
          </p:cNvSpPr>
          <p:nvPr/>
        </p:nvSpPr>
        <p:spPr>
          <a:xfrm rot="1487098">
            <a:off x="9795736" y="3109681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Heart 98">
            <a:extLst>
              <a:ext uri="{FF2B5EF4-FFF2-40B4-BE49-F238E27FC236}">
                <a16:creationId xmlns:a16="http://schemas.microsoft.com/office/drawing/2014/main" id="{B7A4EB01-E000-3B08-5929-AEA5F96753EB}"/>
              </a:ext>
            </a:extLst>
          </p:cNvPr>
          <p:cNvSpPr>
            <a:spLocks/>
          </p:cNvSpPr>
          <p:nvPr/>
        </p:nvSpPr>
        <p:spPr>
          <a:xfrm rot="5551365">
            <a:off x="8712455" y="3435076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Heart 99">
            <a:extLst>
              <a:ext uri="{FF2B5EF4-FFF2-40B4-BE49-F238E27FC236}">
                <a16:creationId xmlns:a16="http://schemas.microsoft.com/office/drawing/2014/main" id="{48666977-11D0-45F9-CC11-090DD706BEFF}"/>
              </a:ext>
            </a:extLst>
          </p:cNvPr>
          <p:cNvSpPr>
            <a:spLocks/>
          </p:cNvSpPr>
          <p:nvPr/>
        </p:nvSpPr>
        <p:spPr>
          <a:xfrm>
            <a:off x="13988052" y="3583145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2F315BE7-8A68-869A-D5B1-E39916C629AC}"/>
              </a:ext>
            </a:extLst>
          </p:cNvPr>
          <p:cNvSpPr txBox="1"/>
          <p:nvPr/>
        </p:nvSpPr>
        <p:spPr>
          <a:xfrm>
            <a:off x="14535661" y="3402132"/>
            <a:ext cx="19029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Class 1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CF67F64-7315-78FC-5A49-B6FAF73E7D18}"/>
              </a:ext>
            </a:extLst>
          </p:cNvPr>
          <p:cNvCxnSpPr>
            <a:cxnSpLocks/>
          </p:cNvCxnSpPr>
          <p:nvPr/>
        </p:nvCxnSpPr>
        <p:spPr>
          <a:xfrm flipV="1">
            <a:off x="5555410" y="3069554"/>
            <a:ext cx="6452559" cy="553960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01021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85A5F-3E9A-D3D1-3168-9D138359C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</a:t>
            </a:r>
            <a:r>
              <a:rPr lang="en-US" dirty="0" err="1"/>
              <a:t>Overlaping</a:t>
            </a:r>
            <a:r>
              <a:rPr lang="en-US" dirty="0"/>
              <a:t> Classes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15E0E8F5-FF71-712F-2523-CDFB270812E5}"/>
              </a:ext>
            </a:extLst>
          </p:cNvPr>
          <p:cNvGrpSpPr/>
          <p:nvPr/>
        </p:nvGrpSpPr>
        <p:grpSpPr>
          <a:xfrm>
            <a:off x="6558264" y="3212757"/>
            <a:ext cx="5165124" cy="5165124"/>
            <a:chOff x="6672648" y="2866768"/>
            <a:chExt cx="5165124" cy="5165124"/>
          </a:xfrm>
        </p:grpSpPr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2571B3E6-C329-50E1-82A2-6B2CD09E510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2648" y="2866768"/>
              <a:ext cx="0" cy="5165124"/>
            </a:xfrm>
            <a:prstGeom prst="straightConnector1">
              <a:avLst/>
            </a:prstGeom>
            <a:ln w="762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8D5D6CF1-8703-F3D8-AFC3-3E7A4103CC34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9255210" y="5449330"/>
              <a:ext cx="0" cy="5165124"/>
            </a:xfrm>
            <a:prstGeom prst="straightConnector1">
              <a:avLst/>
            </a:prstGeom>
            <a:ln w="762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sp>
        <p:nvSpPr>
          <p:cNvPr id="44" name="5-Point Star 43">
            <a:extLst>
              <a:ext uri="{FF2B5EF4-FFF2-40B4-BE49-F238E27FC236}">
                <a16:creationId xmlns:a16="http://schemas.microsoft.com/office/drawing/2014/main" id="{543CC6DE-BCF5-F71D-5211-369FEFCE8E8A}"/>
              </a:ext>
            </a:extLst>
          </p:cNvPr>
          <p:cNvSpPr>
            <a:spLocks noChangeAspect="1"/>
          </p:cNvSpPr>
          <p:nvPr/>
        </p:nvSpPr>
        <p:spPr>
          <a:xfrm rot="17187993">
            <a:off x="11201399" y="6663998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5" name="5-Point Star 44">
            <a:extLst>
              <a:ext uri="{FF2B5EF4-FFF2-40B4-BE49-F238E27FC236}">
                <a16:creationId xmlns:a16="http://schemas.microsoft.com/office/drawing/2014/main" id="{2E1F2420-15B3-C216-2BA6-6FB355B48195}"/>
              </a:ext>
            </a:extLst>
          </p:cNvPr>
          <p:cNvSpPr>
            <a:spLocks noChangeAspect="1"/>
          </p:cNvSpPr>
          <p:nvPr/>
        </p:nvSpPr>
        <p:spPr>
          <a:xfrm rot="17187993">
            <a:off x="11125199" y="7508380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6" name="5-Point Star 45">
            <a:extLst>
              <a:ext uri="{FF2B5EF4-FFF2-40B4-BE49-F238E27FC236}">
                <a16:creationId xmlns:a16="http://schemas.microsoft.com/office/drawing/2014/main" id="{52458FF5-4AFA-80CA-9708-0F4FB14EDA56}"/>
              </a:ext>
            </a:extLst>
          </p:cNvPr>
          <p:cNvSpPr>
            <a:spLocks noChangeAspect="1"/>
          </p:cNvSpPr>
          <p:nvPr/>
        </p:nvSpPr>
        <p:spPr>
          <a:xfrm rot="17187993">
            <a:off x="10192259" y="6816398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7" name="5-Point Star 46">
            <a:extLst>
              <a:ext uri="{FF2B5EF4-FFF2-40B4-BE49-F238E27FC236}">
                <a16:creationId xmlns:a16="http://schemas.microsoft.com/office/drawing/2014/main" id="{4F8590E7-5B51-F35B-3E32-6CB5FE151ED2}"/>
              </a:ext>
            </a:extLst>
          </p:cNvPr>
          <p:cNvSpPr>
            <a:spLocks noChangeAspect="1"/>
          </p:cNvSpPr>
          <p:nvPr/>
        </p:nvSpPr>
        <p:spPr>
          <a:xfrm rot="19407426">
            <a:off x="11353799" y="5219282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8" name="5-Point Star 47">
            <a:extLst>
              <a:ext uri="{FF2B5EF4-FFF2-40B4-BE49-F238E27FC236}">
                <a16:creationId xmlns:a16="http://schemas.microsoft.com/office/drawing/2014/main" id="{D143C6F5-31DC-2288-AE25-A4766470F96E}"/>
              </a:ext>
            </a:extLst>
          </p:cNvPr>
          <p:cNvSpPr>
            <a:spLocks noChangeAspect="1"/>
          </p:cNvSpPr>
          <p:nvPr/>
        </p:nvSpPr>
        <p:spPr>
          <a:xfrm rot="19407426">
            <a:off x="11506199" y="6063664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9" name="5-Point Star 48">
            <a:extLst>
              <a:ext uri="{FF2B5EF4-FFF2-40B4-BE49-F238E27FC236}">
                <a16:creationId xmlns:a16="http://schemas.microsoft.com/office/drawing/2014/main" id="{C6BDCCCB-388A-4902-3F8D-82D746B0B66A}"/>
              </a:ext>
            </a:extLst>
          </p:cNvPr>
          <p:cNvSpPr>
            <a:spLocks noChangeAspect="1"/>
          </p:cNvSpPr>
          <p:nvPr/>
        </p:nvSpPr>
        <p:spPr>
          <a:xfrm rot="19407426">
            <a:off x="10344659" y="5371682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0" name="5-Point Star 49">
            <a:extLst>
              <a:ext uri="{FF2B5EF4-FFF2-40B4-BE49-F238E27FC236}">
                <a16:creationId xmlns:a16="http://schemas.microsoft.com/office/drawing/2014/main" id="{A42EF5CF-66DF-DA2B-9956-FF290E185635}"/>
              </a:ext>
            </a:extLst>
          </p:cNvPr>
          <p:cNvSpPr>
            <a:spLocks noChangeAspect="1"/>
          </p:cNvSpPr>
          <p:nvPr/>
        </p:nvSpPr>
        <p:spPr>
          <a:xfrm rot="14809802">
            <a:off x="9444674" y="6816398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1" name="5-Point Star 50">
            <a:extLst>
              <a:ext uri="{FF2B5EF4-FFF2-40B4-BE49-F238E27FC236}">
                <a16:creationId xmlns:a16="http://schemas.microsoft.com/office/drawing/2014/main" id="{753953E6-4D5B-9C71-06D3-874B249DEF98}"/>
              </a:ext>
            </a:extLst>
          </p:cNvPr>
          <p:cNvSpPr>
            <a:spLocks noChangeAspect="1"/>
          </p:cNvSpPr>
          <p:nvPr/>
        </p:nvSpPr>
        <p:spPr>
          <a:xfrm rot="14809802">
            <a:off x="8138354" y="6968798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2" name="5-Point Star 51">
            <a:extLst>
              <a:ext uri="{FF2B5EF4-FFF2-40B4-BE49-F238E27FC236}">
                <a16:creationId xmlns:a16="http://schemas.microsoft.com/office/drawing/2014/main" id="{14AF48D9-0AAD-9064-F3AB-12F21BB976D2}"/>
              </a:ext>
            </a:extLst>
          </p:cNvPr>
          <p:cNvSpPr>
            <a:spLocks noChangeAspect="1"/>
          </p:cNvSpPr>
          <p:nvPr/>
        </p:nvSpPr>
        <p:spPr>
          <a:xfrm rot="17029235">
            <a:off x="9978074" y="6216064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3" name="5-Point Star 52">
            <a:extLst>
              <a:ext uri="{FF2B5EF4-FFF2-40B4-BE49-F238E27FC236}">
                <a16:creationId xmlns:a16="http://schemas.microsoft.com/office/drawing/2014/main" id="{102AA1E4-D41D-ED38-8823-654C4973415A}"/>
              </a:ext>
            </a:extLst>
          </p:cNvPr>
          <p:cNvSpPr>
            <a:spLocks noChangeAspect="1"/>
          </p:cNvSpPr>
          <p:nvPr/>
        </p:nvSpPr>
        <p:spPr>
          <a:xfrm rot="16691140">
            <a:off x="11353799" y="5639409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4" name="5-Point Star 53">
            <a:extLst>
              <a:ext uri="{FF2B5EF4-FFF2-40B4-BE49-F238E27FC236}">
                <a16:creationId xmlns:a16="http://schemas.microsoft.com/office/drawing/2014/main" id="{D85BDB10-FD7D-2FFE-3692-3B39C19C119B}"/>
              </a:ext>
            </a:extLst>
          </p:cNvPr>
          <p:cNvSpPr>
            <a:spLocks noChangeAspect="1"/>
          </p:cNvSpPr>
          <p:nvPr/>
        </p:nvSpPr>
        <p:spPr>
          <a:xfrm rot="18910573">
            <a:off x="11506199" y="4423293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5" name="5-Point Star 54">
            <a:extLst>
              <a:ext uri="{FF2B5EF4-FFF2-40B4-BE49-F238E27FC236}">
                <a16:creationId xmlns:a16="http://schemas.microsoft.com/office/drawing/2014/main" id="{21FCA0A1-3425-FA3B-7EA6-7186C923083A}"/>
              </a:ext>
            </a:extLst>
          </p:cNvPr>
          <p:cNvSpPr>
            <a:spLocks noChangeAspect="1"/>
          </p:cNvSpPr>
          <p:nvPr/>
        </p:nvSpPr>
        <p:spPr>
          <a:xfrm rot="18910573">
            <a:off x="11658599" y="5153375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6" name="5-Point Star 55">
            <a:extLst>
              <a:ext uri="{FF2B5EF4-FFF2-40B4-BE49-F238E27FC236}">
                <a16:creationId xmlns:a16="http://schemas.microsoft.com/office/drawing/2014/main" id="{7137E658-B0C7-04C6-351B-8CED364B0537}"/>
              </a:ext>
            </a:extLst>
          </p:cNvPr>
          <p:cNvSpPr>
            <a:spLocks noChangeAspect="1"/>
          </p:cNvSpPr>
          <p:nvPr/>
        </p:nvSpPr>
        <p:spPr>
          <a:xfrm rot="17187993">
            <a:off x="10111941" y="7434240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7" name="5-Point Star 56">
            <a:extLst>
              <a:ext uri="{FF2B5EF4-FFF2-40B4-BE49-F238E27FC236}">
                <a16:creationId xmlns:a16="http://schemas.microsoft.com/office/drawing/2014/main" id="{70DAC4EC-9A93-E622-5DBA-B93D47BC3F94}"/>
              </a:ext>
            </a:extLst>
          </p:cNvPr>
          <p:cNvSpPr>
            <a:spLocks noChangeAspect="1"/>
          </p:cNvSpPr>
          <p:nvPr/>
        </p:nvSpPr>
        <p:spPr>
          <a:xfrm rot="17187993">
            <a:off x="9102801" y="7586640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8" name="5-Point Star 57">
            <a:extLst>
              <a:ext uri="{FF2B5EF4-FFF2-40B4-BE49-F238E27FC236}">
                <a16:creationId xmlns:a16="http://schemas.microsoft.com/office/drawing/2014/main" id="{A5FDAEB5-F14D-C16A-BD51-B2F5ECDAD99B}"/>
              </a:ext>
            </a:extLst>
          </p:cNvPr>
          <p:cNvSpPr>
            <a:spLocks noChangeAspect="1"/>
          </p:cNvSpPr>
          <p:nvPr/>
        </p:nvSpPr>
        <p:spPr>
          <a:xfrm rot="14809802">
            <a:off x="8583816" y="7586640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9" name="5-Point Star 58">
            <a:extLst>
              <a:ext uri="{FF2B5EF4-FFF2-40B4-BE49-F238E27FC236}">
                <a16:creationId xmlns:a16="http://schemas.microsoft.com/office/drawing/2014/main" id="{B5168312-A2CE-BDAB-B07C-8060F09C44A9}"/>
              </a:ext>
            </a:extLst>
          </p:cNvPr>
          <p:cNvSpPr>
            <a:spLocks noChangeAspect="1"/>
          </p:cNvSpPr>
          <p:nvPr/>
        </p:nvSpPr>
        <p:spPr>
          <a:xfrm rot="17029235">
            <a:off x="8591436" y="7100606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97BECBF-A583-B842-412A-056A8A2063B7}"/>
              </a:ext>
            </a:extLst>
          </p:cNvPr>
          <p:cNvSpPr/>
          <p:nvPr/>
        </p:nvSpPr>
        <p:spPr>
          <a:xfrm>
            <a:off x="13567719" y="2644346"/>
            <a:ext cx="3212757" cy="2048403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5-Point Star 60">
            <a:extLst>
              <a:ext uri="{FF2B5EF4-FFF2-40B4-BE49-F238E27FC236}">
                <a16:creationId xmlns:a16="http://schemas.microsoft.com/office/drawing/2014/main" id="{A1AD327D-40DA-2CD5-BBD7-551F169316F5}"/>
              </a:ext>
            </a:extLst>
          </p:cNvPr>
          <p:cNvSpPr>
            <a:spLocks noChangeAspect="1"/>
          </p:cNvSpPr>
          <p:nvPr/>
        </p:nvSpPr>
        <p:spPr>
          <a:xfrm>
            <a:off x="14000207" y="4056708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697360D-5751-A5EE-9052-117917BB3723}"/>
              </a:ext>
            </a:extLst>
          </p:cNvPr>
          <p:cNvSpPr txBox="1"/>
          <p:nvPr/>
        </p:nvSpPr>
        <p:spPr>
          <a:xfrm>
            <a:off x="14556259" y="3892282"/>
            <a:ext cx="19029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Class 2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9D2C30E-7237-D8B4-0BBE-28CB28E10F4E}"/>
              </a:ext>
            </a:extLst>
          </p:cNvPr>
          <p:cNvSpPr txBox="1"/>
          <p:nvPr/>
        </p:nvSpPr>
        <p:spPr>
          <a:xfrm>
            <a:off x="14222626" y="2685427"/>
            <a:ext cx="19029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</a:rPr>
              <a:t>Legend</a:t>
            </a:r>
          </a:p>
        </p:txBody>
      </p:sp>
      <p:sp>
        <p:nvSpPr>
          <p:cNvPr id="64" name="5-Point Star 63">
            <a:extLst>
              <a:ext uri="{FF2B5EF4-FFF2-40B4-BE49-F238E27FC236}">
                <a16:creationId xmlns:a16="http://schemas.microsoft.com/office/drawing/2014/main" id="{D56B3AFF-4C5C-D6B2-D6C6-28995854DEFD}"/>
              </a:ext>
            </a:extLst>
          </p:cNvPr>
          <p:cNvSpPr>
            <a:spLocks noChangeAspect="1"/>
          </p:cNvSpPr>
          <p:nvPr/>
        </p:nvSpPr>
        <p:spPr>
          <a:xfrm rot="14809802">
            <a:off x="10274633" y="6240776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5" name="5-Point Star 64">
            <a:extLst>
              <a:ext uri="{FF2B5EF4-FFF2-40B4-BE49-F238E27FC236}">
                <a16:creationId xmlns:a16="http://schemas.microsoft.com/office/drawing/2014/main" id="{BE29E911-FB53-B8AB-F7FC-0650E5CB79E8}"/>
              </a:ext>
            </a:extLst>
          </p:cNvPr>
          <p:cNvSpPr>
            <a:spLocks noChangeAspect="1"/>
          </p:cNvSpPr>
          <p:nvPr/>
        </p:nvSpPr>
        <p:spPr>
          <a:xfrm rot="17029235">
            <a:off x="10727715" y="6441164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6" name="5-Point Star 65">
            <a:extLst>
              <a:ext uri="{FF2B5EF4-FFF2-40B4-BE49-F238E27FC236}">
                <a16:creationId xmlns:a16="http://schemas.microsoft.com/office/drawing/2014/main" id="{197EEDBA-2D3C-44B2-E7D4-036D53C84474}"/>
              </a:ext>
            </a:extLst>
          </p:cNvPr>
          <p:cNvSpPr>
            <a:spLocks noChangeAspect="1"/>
          </p:cNvSpPr>
          <p:nvPr/>
        </p:nvSpPr>
        <p:spPr>
          <a:xfrm rot="17187993">
            <a:off x="8904480" y="7314791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7" name="5-Point Star 66">
            <a:extLst>
              <a:ext uri="{FF2B5EF4-FFF2-40B4-BE49-F238E27FC236}">
                <a16:creationId xmlns:a16="http://schemas.microsoft.com/office/drawing/2014/main" id="{9A59A454-F297-698E-0BD7-F9B4A48B012B}"/>
              </a:ext>
            </a:extLst>
          </p:cNvPr>
          <p:cNvSpPr>
            <a:spLocks noChangeAspect="1"/>
          </p:cNvSpPr>
          <p:nvPr/>
        </p:nvSpPr>
        <p:spPr>
          <a:xfrm rot="19407426">
            <a:off x="9354060" y="5870075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8" name="5-Point Star 67">
            <a:extLst>
              <a:ext uri="{FF2B5EF4-FFF2-40B4-BE49-F238E27FC236}">
                <a16:creationId xmlns:a16="http://schemas.microsoft.com/office/drawing/2014/main" id="{C056B76C-2C88-EA20-5FF2-8AFD3675F220}"/>
              </a:ext>
            </a:extLst>
          </p:cNvPr>
          <p:cNvSpPr>
            <a:spLocks noChangeAspect="1"/>
          </p:cNvSpPr>
          <p:nvPr/>
        </p:nvSpPr>
        <p:spPr>
          <a:xfrm rot="17187993">
            <a:off x="9349942" y="7932633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9" name="5-Point Star 68">
            <a:extLst>
              <a:ext uri="{FF2B5EF4-FFF2-40B4-BE49-F238E27FC236}">
                <a16:creationId xmlns:a16="http://schemas.microsoft.com/office/drawing/2014/main" id="{BB5C643B-0E64-F010-FE56-718BEF10A30D}"/>
              </a:ext>
            </a:extLst>
          </p:cNvPr>
          <p:cNvSpPr>
            <a:spLocks noChangeAspect="1"/>
          </p:cNvSpPr>
          <p:nvPr/>
        </p:nvSpPr>
        <p:spPr>
          <a:xfrm rot="14809802">
            <a:off x="8986854" y="6853469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0" name="5-Point Star 69">
            <a:extLst>
              <a:ext uri="{FF2B5EF4-FFF2-40B4-BE49-F238E27FC236}">
                <a16:creationId xmlns:a16="http://schemas.microsoft.com/office/drawing/2014/main" id="{32D370B7-7918-F4B3-C439-3504D348078D}"/>
              </a:ext>
            </a:extLst>
          </p:cNvPr>
          <p:cNvSpPr>
            <a:spLocks noChangeAspect="1"/>
          </p:cNvSpPr>
          <p:nvPr/>
        </p:nvSpPr>
        <p:spPr>
          <a:xfrm rot="17029235">
            <a:off x="9965716" y="6985277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1" name="Heart 70">
            <a:extLst>
              <a:ext uri="{FF2B5EF4-FFF2-40B4-BE49-F238E27FC236}">
                <a16:creationId xmlns:a16="http://schemas.microsoft.com/office/drawing/2014/main" id="{4D5436AC-BFAA-0FF7-048E-601770BF0232}"/>
              </a:ext>
            </a:extLst>
          </p:cNvPr>
          <p:cNvSpPr>
            <a:spLocks/>
          </p:cNvSpPr>
          <p:nvPr/>
        </p:nvSpPr>
        <p:spPr>
          <a:xfrm rot="17187993">
            <a:off x="7780960" y="4382437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Heart 71">
            <a:extLst>
              <a:ext uri="{FF2B5EF4-FFF2-40B4-BE49-F238E27FC236}">
                <a16:creationId xmlns:a16="http://schemas.microsoft.com/office/drawing/2014/main" id="{0F4B212B-99CB-47A8-26A4-CCA726E59047}"/>
              </a:ext>
            </a:extLst>
          </p:cNvPr>
          <p:cNvSpPr>
            <a:spLocks/>
          </p:cNvSpPr>
          <p:nvPr/>
        </p:nvSpPr>
        <p:spPr>
          <a:xfrm rot="18217490">
            <a:off x="7933360" y="3787865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Heart 72">
            <a:extLst>
              <a:ext uri="{FF2B5EF4-FFF2-40B4-BE49-F238E27FC236}">
                <a16:creationId xmlns:a16="http://schemas.microsoft.com/office/drawing/2014/main" id="{AB2BD0EA-102F-480D-56F9-75E3535E5884}"/>
              </a:ext>
            </a:extLst>
          </p:cNvPr>
          <p:cNvSpPr>
            <a:spLocks/>
          </p:cNvSpPr>
          <p:nvPr/>
        </p:nvSpPr>
        <p:spPr>
          <a:xfrm rot="14943899">
            <a:off x="8794218" y="4382437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Heart 73">
            <a:extLst>
              <a:ext uri="{FF2B5EF4-FFF2-40B4-BE49-F238E27FC236}">
                <a16:creationId xmlns:a16="http://schemas.microsoft.com/office/drawing/2014/main" id="{D05DE051-A849-1724-CAFF-98FAC31D49CF}"/>
              </a:ext>
            </a:extLst>
          </p:cNvPr>
          <p:cNvSpPr>
            <a:spLocks/>
          </p:cNvSpPr>
          <p:nvPr/>
        </p:nvSpPr>
        <p:spPr>
          <a:xfrm rot="15973396">
            <a:off x="8946618" y="3787865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Heart 74">
            <a:extLst>
              <a:ext uri="{FF2B5EF4-FFF2-40B4-BE49-F238E27FC236}">
                <a16:creationId xmlns:a16="http://schemas.microsoft.com/office/drawing/2014/main" id="{20DEE981-6F40-D49A-736E-C4D53A25944D}"/>
              </a:ext>
            </a:extLst>
          </p:cNvPr>
          <p:cNvSpPr>
            <a:spLocks/>
          </p:cNvSpPr>
          <p:nvPr/>
        </p:nvSpPr>
        <p:spPr>
          <a:xfrm rot="15367820">
            <a:off x="7064266" y="5010165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Heart 75">
            <a:extLst>
              <a:ext uri="{FF2B5EF4-FFF2-40B4-BE49-F238E27FC236}">
                <a16:creationId xmlns:a16="http://schemas.microsoft.com/office/drawing/2014/main" id="{1A1D7525-F213-CF22-4BC1-5EC8F6DA5FD6}"/>
              </a:ext>
            </a:extLst>
          </p:cNvPr>
          <p:cNvSpPr>
            <a:spLocks/>
          </p:cNvSpPr>
          <p:nvPr/>
        </p:nvSpPr>
        <p:spPr>
          <a:xfrm rot="16397317">
            <a:off x="7216666" y="4164133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Heart 76">
            <a:extLst>
              <a:ext uri="{FF2B5EF4-FFF2-40B4-BE49-F238E27FC236}">
                <a16:creationId xmlns:a16="http://schemas.microsoft.com/office/drawing/2014/main" id="{181081EF-AEB2-E200-FB69-6E7CAEB89F9E}"/>
              </a:ext>
            </a:extLst>
          </p:cNvPr>
          <p:cNvSpPr>
            <a:spLocks/>
          </p:cNvSpPr>
          <p:nvPr/>
        </p:nvSpPr>
        <p:spPr>
          <a:xfrm rot="13123726">
            <a:off x="8077524" y="5010165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Heart 77">
            <a:extLst>
              <a:ext uri="{FF2B5EF4-FFF2-40B4-BE49-F238E27FC236}">
                <a16:creationId xmlns:a16="http://schemas.microsoft.com/office/drawing/2014/main" id="{A8E0FE29-B933-D5B5-D164-B2A298D18C04}"/>
              </a:ext>
            </a:extLst>
          </p:cNvPr>
          <p:cNvSpPr>
            <a:spLocks/>
          </p:cNvSpPr>
          <p:nvPr/>
        </p:nvSpPr>
        <p:spPr>
          <a:xfrm rot="14153223">
            <a:off x="8229924" y="4164133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Heart 78">
            <a:extLst>
              <a:ext uri="{FF2B5EF4-FFF2-40B4-BE49-F238E27FC236}">
                <a16:creationId xmlns:a16="http://schemas.microsoft.com/office/drawing/2014/main" id="{CF035E6A-74ED-B5F2-2F21-4D11197B0424}"/>
              </a:ext>
            </a:extLst>
          </p:cNvPr>
          <p:cNvSpPr>
            <a:spLocks/>
          </p:cNvSpPr>
          <p:nvPr/>
        </p:nvSpPr>
        <p:spPr>
          <a:xfrm rot="17187993">
            <a:off x="6994243" y="5038380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Heart 79">
            <a:extLst>
              <a:ext uri="{FF2B5EF4-FFF2-40B4-BE49-F238E27FC236}">
                <a16:creationId xmlns:a16="http://schemas.microsoft.com/office/drawing/2014/main" id="{73368FEB-7226-8E66-6AB2-B62ED8741917}"/>
              </a:ext>
            </a:extLst>
          </p:cNvPr>
          <p:cNvSpPr>
            <a:spLocks/>
          </p:cNvSpPr>
          <p:nvPr/>
        </p:nvSpPr>
        <p:spPr>
          <a:xfrm rot="18217490">
            <a:off x="7146643" y="4672408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Heart 80">
            <a:extLst>
              <a:ext uri="{FF2B5EF4-FFF2-40B4-BE49-F238E27FC236}">
                <a16:creationId xmlns:a16="http://schemas.microsoft.com/office/drawing/2014/main" id="{CB64F1B0-D029-CE84-E421-A26B4ED97039}"/>
              </a:ext>
            </a:extLst>
          </p:cNvPr>
          <p:cNvSpPr>
            <a:spLocks/>
          </p:cNvSpPr>
          <p:nvPr/>
        </p:nvSpPr>
        <p:spPr>
          <a:xfrm rot="14153223">
            <a:off x="7443207" y="5117256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Heart 81">
            <a:extLst>
              <a:ext uri="{FF2B5EF4-FFF2-40B4-BE49-F238E27FC236}">
                <a16:creationId xmlns:a16="http://schemas.microsoft.com/office/drawing/2014/main" id="{5D750AD8-3954-E67A-8614-FEAB035C4A50}"/>
              </a:ext>
            </a:extLst>
          </p:cNvPr>
          <p:cNvSpPr>
            <a:spLocks/>
          </p:cNvSpPr>
          <p:nvPr/>
        </p:nvSpPr>
        <p:spPr>
          <a:xfrm rot="17187993">
            <a:off x="8254638" y="3837295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Heart 82">
            <a:extLst>
              <a:ext uri="{FF2B5EF4-FFF2-40B4-BE49-F238E27FC236}">
                <a16:creationId xmlns:a16="http://schemas.microsoft.com/office/drawing/2014/main" id="{EA2E581D-F94E-2445-6CD9-097C6D99D9E5}"/>
              </a:ext>
            </a:extLst>
          </p:cNvPr>
          <p:cNvSpPr>
            <a:spLocks/>
          </p:cNvSpPr>
          <p:nvPr/>
        </p:nvSpPr>
        <p:spPr>
          <a:xfrm rot="18217490">
            <a:off x="8704218" y="3105563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Heart 83">
            <a:extLst>
              <a:ext uri="{FF2B5EF4-FFF2-40B4-BE49-F238E27FC236}">
                <a16:creationId xmlns:a16="http://schemas.microsoft.com/office/drawing/2014/main" id="{006CC6D5-0EB0-B940-7520-326AD6A4A845}"/>
              </a:ext>
            </a:extLst>
          </p:cNvPr>
          <p:cNvSpPr>
            <a:spLocks/>
          </p:cNvSpPr>
          <p:nvPr/>
        </p:nvSpPr>
        <p:spPr>
          <a:xfrm rot="14943899">
            <a:off x="9565076" y="3837295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Heart 84">
            <a:extLst>
              <a:ext uri="{FF2B5EF4-FFF2-40B4-BE49-F238E27FC236}">
                <a16:creationId xmlns:a16="http://schemas.microsoft.com/office/drawing/2014/main" id="{5DBEC741-9C27-7586-CC56-7CF1730F408F}"/>
              </a:ext>
            </a:extLst>
          </p:cNvPr>
          <p:cNvSpPr>
            <a:spLocks/>
          </p:cNvSpPr>
          <p:nvPr/>
        </p:nvSpPr>
        <p:spPr>
          <a:xfrm rot="16397317">
            <a:off x="7690344" y="3550411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Heart 85">
            <a:extLst>
              <a:ext uri="{FF2B5EF4-FFF2-40B4-BE49-F238E27FC236}">
                <a16:creationId xmlns:a16="http://schemas.microsoft.com/office/drawing/2014/main" id="{F6106B45-DD6E-6990-393A-1E8C011F301F}"/>
              </a:ext>
            </a:extLst>
          </p:cNvPr>
          <p:cNvSpPr>
            <a:spLocks/>
          </p:cNvSpPr>
          <p:nvPr/>
        </p:nvSpPr>
        <p:spPr>
          <a:xfrm rot="14153223">
            <a:off x="8703602" y="3550411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Heart 86">
            <a:extLst>
              <a:ext uri="{FF2B5EF4-FFF2-40B4-BE49-F238E27FC236}">
                <a16:creationId xmlns:a16="http://schemas.microsoft.com/office/drawing/2014/main" id="{5303387E-D7EF-5AF5-20A8-E4A285435BBC}"/>
              </a:ext>
            </a:extLst>
          </p:cNvPr>
          <p:cNvSpPr>
            <a:spLocks/>
          </p:cNvSpPr>
          <p:nvPr/>
        </p:nvSpPr>
        <p:spPr>
          <a:xfrm rot="18217490">
            <a:off x="7620321" y="3944386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Heart 87">
            <a:extLst>
              <a:ext uri="{FF2B5EF4-FFF2-40B4-BE49-F238E27FC236}">
                <a16:creationId xmlns:a16="http://schemas.microsoft.com/office/drawing/2014/main" id="{0E303146-563E-59F3-959F-F0064A770197}"/>
              </a:ext>
            </a:extLst>
          </p:cNvPr>
          <p:cNvSpPr>
            <a:spLocks/>
          </p:cNvSpPr>
          <p:nvPr/>
        </p:nvSpPr>
        <p:spPr>
          <a:xfrm rot="109861">
            <a:off x="8575914" y="4010287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Heart 88">
            <a:extLst>
              <a:ext uri="{FF2B5EF4-FFF2-40B4-BE49-F238E27FC236}">
                <a16:creationId xmlns:a16="http://schemas.microsoft.com/office/drawing/2014/main" id="{7C9DCF2D-B1E7-FDCA-2362-CF99B845DD66}"/>
              </a:ext>
            </a:extLst>
          </p:cNvPr>
          <p:cNvSpPr>
            <a:spLocks/>
          </p:cNvSpPr>
          <p:nvPr/>
        </p:nvSpPr>
        <p:spPr>
          <a:xfrm rot="1139358">
            <a:off x="8728314" y="3278555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Heart 89">
            <a:extLst>
              <a:ext uri="{FF2B5EF4-FFF2-40B4-BE49-F238E27FC236}">
                <a16:creationId xmlns:a16="http://schemas.microsoft.com/office/drawing/2014/main" id="{A71E44C4-DB90-AA0F-5DF0-10FA0AE6BBA5}"/>
              </a:ext>
            </a:extLst>
          </p:cNvPr>
          <p:cNvSpPr>
            <a:spLocks/>
          </p:cNvSpPr>
          <p:nvPr/>
        </p:nvSpPr>
        <p:spPr>
          <a:xfrm rot="19465767">
            <a:off x="10114952" y="4010287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Heart 90">
            <a:extLst>
              <a:ext uri="{FF2B5EF4-FFF2-40B4-BE49-F238E27FC236}">
                <a16:creationId xmlns:a16="http://schemas.microsoft.com/office/drawing/2014/main" id="{4D0290BA-B122-817D-92E6-A6DE5FD775EF}"/>
              </a:ext>
            </a:extLst>
          </p:cNvPr>
          <p:cNvSpPr>
            <a:spLocks/>
          </p:cNvSpPr>
          <p:nvPr/>
        </p:nvSpPr>
        <p:spPr>
          <a:xfrm rot="20495264">
            <a:off x="10267352" y="3278555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Heart 91">
            <a:extLst>
              <a:ext uri="{FF2B5EF4-FFF2-40B4-BE49-F238E27FC236}">
                <a16:creationId xmlns:a16="http://schemas.microsoft.com/office/drawing/2014/main" id="{CE3CA145-3F0A-5C12-CC5F-C311E66B186C}"/>
              </a:ext>
            </a:extLst>
          </p:cNvPr>
          <p:cNvSpPr>
            <a:spLocks/>
          </p:cNvSpPr>
          <p:nvPr/>
        </p:nvSpPr>
        <p:spPr>
          <a:xfrm rot="20919185">
            <a:off x="8011620" y="3791983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Heart 92">
            <a:extLst>
              <a:ext uri="{FF2B5EF4-FFF2-40B4-BE49-F238E27FC236}">
                <a16:creationId xmlns:a16="http://schemas.microsoft.com/office/drawing/2014/main" id="{4F6F89B0-4372-0B2E-95BA-C04C51BA291F}"/>
              </a:ext>
            </a:extLst>
          </p:cNvPr>
          <p:cNvSpPr>
            <a:spLocks/>
          </p:cNvSpPr>
          <p:nvPr/>
        </p:nvSpPr>
        <p:spPr>
          <a:xfrm rot="18675091">
            <a:off x="9024878" y="3791983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Heart 93">
            <a:extLst>
              <a:ext uri="{FF2B5EF4-FFF2-40B4-BE49-F238E27FC236}">
                <a16:creationId xmlns:a16="http://schemas.microsoft.com/office/drawing/2014/main" id="{22D4B703-BC7A-8D6B-8AC2-778F5ACEA4F4}"/>
              </a:ext>
            </a:extLst>
          </p:cNvPr>
          <p:cNvSpPr>
            <a:spLocks/>
          </p:cNvSpPr>
          <p:nvPr/>
        </p:nvSpPr>
        <p:spPr>
          <a:xfrm rot="1139358">
            <a:off x="7941597" y="4117378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Heart 94">
            <a:extLst>
              <a:ext uri="{FF2B5EF4-FFF2-40B4-BE49-F238E27FC236}">
                <a16:creationId xmlns:a16="http://schemas.microsoft.com/office/drawing/2014/main" id="{04EB5C02-D63B-141E-5AA8-9AD2BA7A4B65}"/>
              </a:ext>
            </a:extLst>
          </p:cNvPr>
          <p:cNvSpPr>
            <a:spLocks/>
          </p:cNvSpPr>
          <p:nvPr/>
        </p:nvSpPr>
        <p:spPr>
          <a:xfrm rot="109861">
            <a:off x="9049592" y="3327985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Heart 95">
            <a:extLst>
              <a:ext uri="{FF2B5EF4-FFF2-40B4-BE49-F238E27FC236}">
                <a16:creationId xmlns:a16="http://schemas.microsoft.com/office/drawing/2014/main" id="{C5F51962-2DDB-9404-B55A-A9509A44F489}"/>
              </a:ext>
            </a:extLst>
          </p:cNvPr>
          <p:cNvSpPr>
            <a:spLocks/>
          </p:cNvSpPr>
          <p:nvPr/>
        </p:nvSpPr>
        <p:spPr>
          <a:xfrm rot="19465767">
            <a:off x="10588630" y="3327985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Heart 96">
            <a:extLst>
              <a:ext uri="{FF2B5EF4-FFF2-40B4-BE49-F238E27FC236}">
                <a16:creationId xmlns:a16="http://schemas.microsoft.com/office/drawing/2014/main" id="{154FD3D1-8D2C-8A44-80EB-E15ED7404E0F}"/>
              </a:ext>
            </a:extLst>
          </p:cNvPr>
          <p:cNvSpPr>
            <a:spLocks/>
          </p:cNvSpPr>
          <p:nvPr/>
        </p:nvSpPr>
        <p:spPr>
          <a:xfrm rot="20919185">
            <a:off x="8782478" y="3109681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Heart 97">
            <a:extLst>
              <a:ext uri="{FF2B5EF4-FFF2-40B4-BE49-F238E27FC236}">
                <a16:creationId xmlns:a16="http://schemas.microsoft.com/office/drawing/2014/main" id="{8637BA9F-682E-4399-507D-2B81B4A3624F}"/>
              </a:ext>
            </a:extLst>
          </p:cNvPr>
          <p:cNvSpPr>
            <a:spLocks/>
          </p:cNvSpPr>
          <p:nvPr/>
        </p:nvSpPr>
        <p:spPr>
          <a:xfrm rot="18675091">
            <a:off x="10024336" y="3109681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Heart 98">
            <a:extLst>
              <a:ext uri="{FF2B5EF4-FFF2-40B4-BE49-F238E27FC236}">
                <a16:creationId xmlns:a16="http://schemas.microsoft.com/office/drawing/2014/main" id="{B7A4EB01-E000-3B08-5929-AEA5F96753EB}"/>
              </a:ext>
            </a:extLst>
          </p:cNvPr>
          <p:cNvSpPr>
            <a:spLocks/>
          </p:cNvSpPr>
          <p:nvPr/>
        </p:nvSpPr>
        <p:spPr>
          <a:xfrm rot="1139358">
            <a:off x="8415275" y="3435076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Heart 99">
            <a:extLst>
              <a:ext uri="{FF2B5EF4-FFF2-40B4-BE49-F238E27FC236}">
                <a16:creationId xmlns:a16="http://schemas.microsoft.com/office/drawing/2014/main" id="{48666977-11D0-45F9-CC11-090DD706BEFF}"/>
              </a:ext>
            </a:extLst>
          </p:cNvPr>
          <p:cNvSpPr>
            <a:spLocks/>
          </p:cNvSpPr>
          <p:nvPr/>
        </p:nvSpPr>
        <p:spPr>
          <a:xfrm>
            <a:off x="13988052" y="3583145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2F315BE7-8A68-869A-D5B1-E39916C629AC}"/>
              </a:ext>
            </a:extLst>
          </p:cNvPr>
          <p:cNvSpPr txBox="1"/>
          <p:nvPr/>
        </p:nvSpPr>
        <p:spPr>
          <a:xfrm>
            <a:off x="14535661" y="3402132"/>
            <a:ext cx="19029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Class 1</a:t>
            </a:r>
          </a:p>
        </p:txBody>
      </p:sp>
      <p:sp>
        <p:nvSpPr>
          <p:cNvPr id="3" name="Heart 2">
            <a:extLst>
              <a:ext uri="{FF2B5EF4-FFF2-40B4-BE49-F238E27FC236}">
                <a16:creationId xmlns:a16="http://schemas.microsoft.com/office/drawing/2014/main" id="{3CFE8253-9C54-66FE-9951-599799FC2B97}"/>
              </a:ext>
            </a:extLst>
          </p:cNvPr>
          <p:cNvSpPr>
            <a:spLocks/>
          </p:cNvSpPr>
          <p:nvPr/>
        </p:nvSpPr>
        <p:spPr>
          <a:xfrm rot="9022207">
            <a:off x="8329398" y="5563537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Heart 3">
            <a:extLst>
              <a:ext uri="{FF2B5EF4-FFF2-40B4-BE49-F238E27FC236}">
                <a16:creationId xmlns:a16="http://schemas.microsoft.com/office/drawing/2014/main" id="{9B0CA2E4-69D2-4540-D0E2-335DF0E7A783}"/>
              </a:ext>
            </a:extLst>
          </p:cNvPr>
          <p:cNvSpPr>
            <a:spLocks/>
          </p:cNvSpPr>
          <p:nvPr/>
        </p:nvSpPr>
        <p:spPr>
          <a:xfrm rot="10051704">
            <a:off x="8481798" y="4968965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Heart 4">
            <a:extLst>
              <a:ext uri="{FF2B5EF4-FFF2-40B4-BE49-F238E27FC236}">
                <a16:creationId xmlns:a16="http://schemas.microsoft.com/office/drawing/2014/main" id="{E81CF94F-101F-20F5-A301-F2A52FBBCC2C}"/>
              </a:ext>
            </a:extLst>
          </p:cNvPr>
          <p:cNvSpPr>
            <a:spLocks/>
          </p:cNvSpPr>
          <p:nvPr/>
        </p:nvSpPr>
        <p:spPr>
          <a:xfrm rot="8231531">
            <a:off x="7765104" y="5345233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Heart 5">
            <a:extLst>
              <a:ext uri="{FF2B5EF4-FFF2-40B4-BE49-F238E27FC236}">
                <a16:creationId xmlns:a16="http://schemas.microsoft.com/office/drawing/2014/main" id="{469FFB5D-C358-6BE6-6985-D1A2FCAF3215}"/>
              </a:ext>
            </a:extLst>
          </p:cNvPr>
          <p:cNvSpPr>
            <a:spLocks/>
          </p:cNvSpPr>
          <p:nvPr/>
        </p:nvSpPr>
        <p:spPr>
          <a:xfrm rot="11266301">
            <a:off x="7789818" y="5018395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Heart 6">
            <a:extLst>
              <a:ext uri="{FF2B5EF4-FFF2-40B4-BE49-F238E27FC236}">
                <a16:creationId xmlns:a16="http://schemas.microsoft.com/office/drawing/2014/main" id="{09354358-EBBD-D3CC-54FF-2477621C907A}"/>
              </a:ext>
            </a:extLst>
          </p:cNvPr>
          <p:cNvSpPr>
            <a:spLocks/>
          </p:cNvSpPr>
          <p:nvPr/>
        </p:nvSpPr>
        <p:spPr>
          <a:xfrm rot="12295798">
            <a:off x="7942218" y="4400963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Heart 7">
            <a:extLst>
              <a:ext uri="{FF2B5EF4-FFF2-40B4-BE49-F238E27FC236}">
                <a16:creationId xmlns:a16="http://schemas.microsoft.com/office/drawing/2014/main" id="{BF841A4C-60D0-9E3E-8FB8-344C586FDD31}"/>
              </a:ext>
            </a:extLst>
          </p:cNvPr>
          <p:cNvSpPr>
            <a:spLocks/>
          </p:cNvSpPr>
          <p:nvPr/>
        </p:nvSpPr>
        <p:spPr>
          <a:xfrm rot="9022207">
            <a:off x="8803076" y="4949815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Heart 8">
            <a:extLst>
              <a:ext uri="{FF2B5EF4-FFF2-40B4-BE49-F238E27FC236}">
                <a16:creationId xmlns:a16="http://schemas.microsoft.com/office/drawing/2014/main" id="{DE13EA9F-EA9A-439B-F09A-A480AA125385}"/>
              </a:ext>
            </a:extLst>
          </p:cNvPr>
          <p:cNvSpPr>
            <a:spLocks/>
          </p:cNvSpPr>
          <p:nvPr/>
        </p:nvSpPr>
        <p:spPr>
          <a:xfrm rot="8231531">
            <a:off x="8238782" y="5028691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Heart 9">
            <a:extLst>
              <a:ext uri="{FF2B5EF4-FFF2-40B4-BE49-F238E27FC236}">
                <a16:creationId xmlns:a16="http://schemas.microsoft.com/office/drawing/2014/main" id="{3D204E9D-BAF9-501C-0B5A-59B04115CE7A}"/>
              </a:ext>
            </a:extLst>
          </p:cNvPr>
          <p:cNvSpPr>
            <a:spLocks/>
          </p:cNvSpPr>
          <p:nvPr/>
        </p:nvSpPr>
        <p:spPr>
          <a:xfrm rot="15788169">
            <a:off x="8111094" y="5122807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Heart 10">
            <a:extLst>
              <a:ext uri="{FF2B5EF4-FFF2-40B4-BE49-F238E27FC236}">
                <a16:creationId xmlns:a16="http://schemas.microsoft.com/office/drawing/2014/main" id="{D17A47F6-25DF-7265-2894-A7EC71E6F61F}"/>
              </a:ext>
            </a:extLst>
          </p:cNvPr>
          <p:cNvSpPr>
            <a:spLocks/>
          </p:cNvSpPr>
          <p:nvPr/>
        </p:nvSpPr>
        <p:spPr>
          <a:xfrm rot="16817666">
            <a:off x="8263494" y="4756835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Heart 11">
            <a:extLst>
              <a:ext uri="{FF2B5EF4-FFF2-40B4-BE49-F238E27FC236}">
                <a16:creationId xmlns:a16="http://schemas.microsoft.com/office/drawing/2014/main" id="{909461D1-9607-AEE6-3B3D-BD83A3EA1CCA}"/>
              </a:ext>
            </a:extLst>
          </p:cNvPr>
          <p:cNvSpPr>
            <a:spLocks/>
          </p:cNvSpPr>
          <p:nvPr/>
        </p:nvSpPr>
        <p:spPr>
          <a:xfrm rot="13544075">
            <a:off x="9421532" y="5122807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Heart 12">
            <a:extLst>
              <a:ext uri="{FF2B5EF4-FFF2-40B4-BE49-F238E27FC236}">
                <a16:creationId xmlns:a16="http://schemas.microsoft.com/office/drawing/2014/main" id="{99E495D3-40C6-8780-C3C2-B8F3087217CF}"/>
              </a:ext>
            </a:extLst>
          </p:cNvPr>
          <p:cNvSpPr>
            <a:spLocks/>
          </p:cNvSpPr>
          <p:nvPr/>
        </p:nvSpPr>
        <p:spPr>
          <a:xfrm rot="14573572">
            <a:off x="9573932" y="4756835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Heart 13">
            <a:extLst>
              <a:ext uri="{FF2B5EF4-FFF2-40B4-BE49-F238E27FC236}">
                <a16:creationId xmlns:a16="http://schemas.microsoft.com/office/drawing/2014/main" id="{43A418CD-37A8-5883-2384-68B10223C747}"/>
              </a:ext>
            </a:extLst>
          </p:cNvPr>
          <p:cNvSpPr>
            <a:spLocks/>
          </p:cNvSpPr>
          <p:nvPr/>
        </p:nvSpPr>
        <p:spPr>
          <a:xfrm rot="12753399">
            <a:off x="8560058" y="4973083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Heart 14">
            <a:extLst>
              <a:ext uri="{FF2B5EF4-FFF2-40B4-BE49-F238E27FC236}">
                <a16:creationId xmlns:a16="http://schemas.microsoft.com/office/drawing/2014/main" id="{0C86DAC2-B93C-AB4D-55D8-8B54293B867E}"/>
              </a:ext>
            </a:extLst>
          </p:cNvPr>
          <p:cNvSpPr>
            <a:spLocks/>
          </p:cNvSpPr>
          <p:nvPr/>
        </p:nvSpPr>
        <p:spPr>
          <a:xfrm rot="15788169">
            <a:off x="8584772" y="4806265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Heart 15">
            <a:extLst>
              <a:ext uri="{FF2B5EF4-FFF2-40B4-BE49-F238E27FC236}">
                <a16:creationId xmlns:a16="http://schemas.microsoft.com/office/drawing/2014/main" id="{0598583C-F198-0EBF-6142-DA0FF5A8FC5A}"/>
              </a:ext>
            </a:extLst>
          </p:cNvPr>
          <p:cNvSpPr>
            <a:spLocks/>
          </p:cNvSpPr>
          <p:nvPr/>
        </p:nvSpPr>
        <p:spPr>
          <a:xfrm rot="13544075">
            <a:off x="9689470" y="4280485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Heart 16">
            <a:extLst>
              <a:ext uri="{FF2B5EF4-FFF2-40B4-BE49-F238E27FC236}">
                <a16:creationId xmlns:a16="http://schemas.microsoft.com/office/drawing/2014/main" id="{1B7C4133-5392-6326-024F-8649C8E5D891}"/>
              </a:ext>
            </a:extLst>
          </p:cNvPr>
          <p:cNvSpPr>
            <a:spLocks/>
          </p:cNvSpPr>
          <p:nvPr/>
        </p:nvSpPr>
        <p:spPr>
          <a:xfrm rot="14997493">
            <a:off x="8020478" y="4405081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Heart 17">
            <a:extLst>
              <a:ext uri="{FF2B5EF4-FFF2-40B4-BE49-F238E27FC236}">
                <a16:creationId xmlns:a16="http://schemas.microsoft.com/office/drawing/2014/main" id="{90B95111-BCA2-EC01-E775-BF8F1DE6EFE4}"/>
              </a:ext>
            </a:extLst>
          </p:cNvPr>
          <p:cNvSpPr>
            <a:spLocks/>
          </p:cNvSpPr>
          <p:nvPr/>
        </p:nvSpPr>
        <p:spPr>
          <a:xfrm rot="12753399">
            <a:off x="9033736" y="4405081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Heart 18">
            <a:extLst>
              <a:ext uri="{FF2B5EF4-FFF2-40B4-BE49-F238E27FC236}">
                <a16:creationId xmlns:a16="http://schemas.microsoft.com/office/drawing/2014/main" id="{F87D2421-71E2-5E7C-C915-480E602C40A9}"/>
              </a:ext>
            </a:extLst>
          </p:cNvPr>
          <p:cNvSpPr>
            <a:spLocks/>
          </p:cNvSpPr>
          <p:nvPr/>
        </p:nvSpPr>
        <p:spPr>
          <a:xfrm rot="16817666">
            <a:off x="7950455" y="4913356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5-Point Star 19">
            <a:extLst>
              <a:ext uri="{FF2B5EF4-FFF2-40B4-BE49-F238E27FC236}">
                <a16:creationId xmlns:a16="http://schemas.microsoft.com/office/drawing/2014/main" id="{AD8B1E56-28CC-8BE1-B527-7703180562AB}"/>
              </a:ext>
            </a:extLst>
          </p:cNvPr>
          <p:cNvSpPr>
            <a:spLocks noChangeAspect="1"/>
          </p:cNvSpPr>
          <p:nvPr/>
        </p:nvSpPr>
        <p:spPr>
          <a:xfrm rot="14980193">
            <a:off x="10302239" y="6062018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1" name="5-Point Star 20">
            <a:extLst>
              <a:ext uri="{FF2B5EF4-FFF2-40B4-BE49-F238E27FC236}">
                <a16:creationId xmlns:a16="http://schemas.microsoft.com/office/drawing/2014/main" id="{C7855096-5769-7D26-198E-4110E0F82B65}"/>
              </a:ext>
            </a:extLst>
          </p:cNvPr>
          <p:cNvSpPr>
            <a:spLocks noChangeAspect="1"/>
          </p:cNvSpPr>
          <p:nvPr/>
        </p:nvSpPr>
        <p:spPr>
          <a:xfrm rot="17199626">
            <a:off x="10454639" y="5028782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2" name="5-Point Star 21">
            <a:extLst>
              <a:ext uri="{FF2B5EF4-FFF2-40B4-BE49-F238E27FC236}">
                <a16:creationId xmlns:a16="http://schemas.microsoft.com/office/drawing/2014/main" id="{DAF63D24-D6FD-FBFC-28E8-A3913DDC2A4A}"/>
              </a:ext>
            </a:extLst>
          </p:cNvPr>
          <p:cNvSpPr>
            <a:spLocks noChangeAspect="1"/>
          </p:cNvSpPr>
          <p:nvPr/>
        </p:nvSpPr>
        <p:spPr>
          <a:xfrm rot="17199626">
            <a:off x="10607039" y="5575984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3" name="5-Point Star 22">
            <a:extLst>
              <a:ext uri="{FF2B5EF4-FFF2-40B4-BE49-F238E27FC236}">
                <a16:creationId xmlns:a16="http://schemas.microsoft.com/office/drawing/2014/main" id="{1A7624AE-D42B-CAD4-F3AC-F94B44B90E57}"/>
              </a:ext>
            </a:extLst>
          </p:cNvPr>
          <p:cNvSpPr>
            <a:spLocks noChangeAspect="1"/>
          </p:cNvSpPr>
          <p:nvPr/>
        </p:nvSpPr>
        <p:spPr>
          <a:xfrm rot="17199626">
            <a:off x="8919719" y="5181182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4" name="5-Point Star 23">
            <a:extLst>
              <a:ext uri="{FF2B5EF4-FFF2-40B4-BE49-F238E27FC236}">
                <a16:creationId xmlns:a16="http://schemas.microsoft.com/office/drawing/2014/main" id="{263FD2FB-14AA-A08A-866B-43CF714DE0EE}"/>
              </a:ext>
            </a:extLst>
          </p:cNvPr>
          <p:cNvSpPr>
            <a:spLocks noChangeAspect="1"/>
          </p:cNvSpPr>
          <p:nvPr/>
        </p:nvSpPr>
        <p:spPr>
          <a:xfrm rot="14821435">
            <a:off x="9378634" y="6261784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5" name="5-Point Star 24">
            <a:extLst>
              <a:ext uri="{FF2B5EF4-FFF2-40B4-BE49-F238E27FC236}">
                <a16:creationId xmlns:a16="http://schemas.microsoft.com/office/drawing/2014/main" id="{BFAB42E9-A041-18ED-B96D-B5E574EF6C85}"/>
              </a:ext>
            </a:extLst>
          </p:cNvPr>
          <p:cNvSpPr>
            <a:spLocks noChangeAspect="1"/>
          </p:cNvSpPr>
          <p:nvPr/>
        </p:nvSpPr>
        <p:spPr>
          <a:xfrm rot="14483340">
            <a:off x="10454639" y="5151729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6" name="5-Point Star 25">
            <a:extLst>
              <a:ext uri="{FF2B5EF4-FFF2-40B4-BE49-F238E27FC236}">
                <a16:creationId xmlns:a16="http://schemas.microsoft.com/office/drawing/2014/main" id="{F08A38A2-3C35-890A-410C-A7ACF041E80E}"/>
              </a:ext>
            </a:extLst>
          </p:cNvPr>
          <p:cNvSpPr>
            <a:spLocks noChangeAspect="1"/>
          </p:cNvSpPr>
          <p:nvPr/>
        </p:nvSpPr>
        <p:spPr>
          <a:xfrm rot="16702773">
            <a:off x="10607039" y="4004193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7" name="5-Point Star 26">
            <a:extLst>
              <a:ext uri="{FF2B5EF4-FFF2-40B4-BE49-F238E27FC236}">
                <a16:creationId xmlns:a16="http://schemas.microsoft.com/office/drawing/2014/main" id="{5185C97E-52C6-8C44-66B2-E4F95770CA80}"/>
              </a:ext>
            </a:extLst>
          </p:cNvPr>
          <p:cNvSpPr>
            <a:spLocks noChangeAspect="1"/>
          </p:cNvSpPr>
          <p:nvPr/>
        </p:nvSpPr>
        <p:spPr>
          <a:xfrm rot="16702773">
            <a:off x="10759439" y="4962875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8" name="5-Point Star 27">
            <a:extLst>
              <a:ext uri="{FF2B5EF4-FFF2-40B4-BE49-F238E27FC236}">
                <a16:creationId xmlns:a16="http://schemas.microsoft.com/office/drawing/2014/main" id="{2BB6E2F6-257D-9300-F4B4-7A772B564284}"/>
              </a:ext>
            </a:extLst>
          </p:cNvPr>
          <p:cNvSpPr>
            <a:spLocks noChangeAspect="1"/>
          </p:cNvSpPr>
          <p:nvPr/>
        </p:nvSpPr>
        <p:spPr>
          <a:xfrm rot="12602002">
            <a:off x="8849693" y="5753096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9" name="5-Point Star 28">
            <a:extLst>
              <a:ext uri="{FF2B5EF4-FFF2-40B4-BE49-F238E27FC236}">
                <a16:creationId xmlns:a16="http://schemas.microsoft.com/office/drawing/2014/main" id="{227D8E68-23A5-613D-0725-4C0C263C98F3}"/>
              </a:ext>
            </a:extLst>
          </p:cNvPr>
          <p:cNvSpPr>
            <a:spLocks noChangeAspect="1"/>
          </p:cNvSpPr>
          <p:nvPr/>
        </p:nvSpPr>
        <p:spPr>
          <a:xfrm rot="14821435">
            <a:off x="9599955" y="5884904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0" name="Heart 29">
            <a:extLst>
              <a:ext uri="{FF2B5EF4-FFF2-40B4-BE49-F238E27FC236}">
                <a16:creationId xmlns:a16="http://schemas.microsoft.com/office/drawing/2014/main" id="{89969F22-3000-D78C-15E6-EBD84FDD8E99}"/>
              </a:ext>
            </a:extLst>
          </p:cNvPr>
          <p:cNvSpPr>
            <a:spLocks/>
          </p:cNvSpPr>
          <p:nvPr/>
        </p:nvSpPr>
        <p:spPr>
          <a:xfrm rot="12365772">
            <a:off x="8377592" y="4086275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Heart 30">
            <a:extLst>
              <a:ext uri="{FF2B5EF4-FFF2-40B4-BE49-F238E27FC236}">
                <a16:creationId xmlns:a16="http://schemas.microsoft.com/office/drawing/2014/main" id="{C1CD87ED-9CB8-1DB7-6416-DB53AC270080}"/>
              </a:ext>
            </a:extLst>
          </p:cNvPr>
          <p:cNvSpPr>
            <a:spLocks/>
          </p:cNvSpPr>
          <p:nvPr/>
        </p:nvSpPr>
        <p:spPr>
          <a:xfrm rot="11336275">
            <a:off x="8698870" y="4135705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5-Point Star 31">
            <a:extLst>
              <a:ext uri="{FF2B5EF4-FFF2-40B4-BE49-F238E27FC236}">
                <a16:creationId xmlns:a16="http://schemas.microsoft.com/office/drawing/2014/main" id="{16AD720F-2CBD-02BF-1FAF-79229BA37D83}"/>
              </a:ext>
            </a:extLst>
          </p:cNvPr>
          <p:cNvSpPr>
            <a:spLocks noChangeAspect="1"/>
          </p:cNvSpPr>
          <p:nvPr/>
        </p:nvSpPr>
        <p:spPr>
          <a:xfrm rot="16620844">
            <a:off x="10031414" y="5642918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3" name="5-Point Star 32">
            <a:extLst>
              <a:ext uri="{FF2B5EF4-FFF2-40B4-BE49-F238E27FC236}">
                <a16:creationId xmlns:a16="http://schemas.microsoft.com/office/drawing/2014/main" id="{8BF0C66B-C9DF-604B-653C-76A844694DAA}"/>
              </a:ext>
            </a:extLst>
          </p:cNvPr>
          <p:cNvSpPr>
            <a:spLocks noChangeAspect="1"/>
          </p:cNvSpPr>
          <p:nvPr/>
        </p:nvSpPr>
        <p:spPr>
          <a:xfrm rot="16620844">
            <a:off x="8290754" y="5360978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5-Point Star 33">
            <a:extLst>
              <a:ext uri="{FF2B5EF4-FFF2-40B4-BE49-F238E27FC236}">
                <a16:creationId xmlns:a16="http://schemas.microsoft.com/office/drawing/2014/main" id="{A4AE882B-10B2-A409-B305-E9CEF4EB371F}"/>
              </a:ext>
            </a:extLst>
          </p:cNvPr>
          <p:cNvSpPr>
            <a:spLocks noChangeAspect="1"/>
          </p:cNvSpPr>
          <p:nvPr/>
        </p:nvSpPr>
        <p:spPr>
          <a:xfrm rot="18999035">
            <a:off x="8958021" y="5978820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5" name="5-Point Star 34">
            <a:extLst>
              <a:ext uri="{FF2B5EF4-FFF2-40B4-BE49-F238E27FC236}">
                <a16:creationId xmlns:a16="http://schemas.microsoft.com/office/drawing/2014/main" id="{5F166A64-439A-59AE-555D-8375CE41A0E9}"/>
              </a:ext>
            </a:extLst>
          </p:cNvPr>
          <p:cNvSpPr>
            <a:spLocks noChangeAspect="1"/>
          </p:cNvSpPr>
          <p:nvPr/>
        </p:nvSpPr>
        <p:spPr>
          <a:xfrm rot="16620844">
            <a:off x="8439036" y="6359820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6" name="5-Point Star 35">
            <a:extLst>
              <a:ext uri="{FF2B5EF4-FFF2-40B4-BE49-F238E27FC236}">
                <a16:creationId xmlns:a16="http://schemas.microsoft.com/office/drawing/2014/main" id="{8501C5B6-3394-B53A-5D2D-62031F01AA7A}"/>
              </a:ext>
            </a:extLst>
          </p:cNvPr>
          <p:cNvSpPr>
            <a:spLocks noChangeAspect="1"/>
          </p:cNvSpPr>
          <p:nvPr/>
        </p:nvSpPr>
        <p:spPr>
          <a:xfrm rot="18840277">
            <a:off x="8743836" y="6452906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7" name="5-Point Star 36">
            <a:extLst>
              <a:ext uri="{FF2B5EF4-FFF2-40B4-BE49-F238E27FC236}">
                <a16:creationId xmlns:a16="http://schemas.microsoft.com/office/drawing/2014/main" id="{D4F74CA4-A91B-21BC-F0AF-1F2AC4A8F0F3}"/>
              </a:ext>
            </a:extLst>
          </p:cNvPr>
          <p:cNvSpPr>
            <a:spLocks noChangeAspect="1"/>
          </p:cNvSpPr>
          <p:nvPr/>
        </p:nvSpPr>
        <p:spPr>
          <a:xfrm rot="18999035">
            <a:off x="9354060" y="5706971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8" name="5-Point Star 37">
            <a:extLst>
              <a:ext uri="{FF2B5EF4-FFF2-40B4-BE49-F238E27FC236}">
                <a16:creationId xmlns:a16="http://schemas.microsoft.com/office/drawing/2014/main" id="{678E35E1-3DA0-D194-8447-C47F826E00C8}"/>
              </a:ext>
            </a:extLst>
          </p:cNvPr>
          <p:cNvSpPr>
            <a:spLocks noChangeAspect="1"/>
          </p:cNvSpPr>
          <p:nvPr/>
        </p:nvSpPr>
        <p:spPr>
          <a:xfrm rot="16620844">
            <a:off x="9436434" y="5245649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9" name="Heart 38">
            <a:extLst>
              <a:ext uri="{FF2B5EF4-FFF2-40B4-BE49-F238E27FC236}">
                <a16:creationId xmlns:a16="http://schemas.microsoft.com/office/drawing/2014/main" id="{838DC10F-30C4-193F-B2DD-CAC92B097273}"/>
              </a:ext>
            </a:extLst>
          </p:cNvPr>
          <p:cNvSpPr>
            <a:spLocks/>
          </p:cNvSpPr>
          <p:nvPr/>
        </p:nvSpPr>
        <p:spPr>
          <a:xfrm rot="11787993">
            <a:off x="9946076" y="4812655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Heart 40">
            <a:extLst>
              <a:ext uri="{FF2B5EF4-FFF2-40B4-BE49-F238E27FC236}">
                <a16:creationId xmlns:a16="http://schemas.microsoft.com/office/drawing/2014/main" id="{C61476B6-D1EE-F374-77FA-FF200664A734}"/>
              </a:ext>
            </a:extLst>
          </p:cNvPr>
          <p:cNvSpPr>
            <a:spLocks/>
          </p:cNvSpPr>
          <p:nvPr/>
        </p:nvSpPr>
        <p:spPr>
          <a:xfrm rot="16309861">
            <a:off x="10267352" y="4985647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Heart 101">
            <a:extLst>
              <a:ext uri="{FF2B5EF4-FFF2-40B4-BE49-F238E27FC236}">
                <a16:creationId xmlns:a16="http://schemas.microsoft.com/office/drawing/2014/main" id="{615872AB-2290-65E5-2BE2-324F8315E1EF}"/>
              </a:ext>
            </a:extLst>
          </p:cNvPr>
          <p:cNvSpPr>
            <a:spLocks/>
          </p:cNvSpPr>
          <p:nvPr/>
        </p:nvSpPr>
        <p:spPr>
          <a:xfrm rot="17339358">
            <a:off x="10419752" y="4139615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Heart 102">
            <a:extLst>
              <a:ext uri="{FF2B5EF4-FFF2-40B4-BE49-F238E27FC236}">
                <a16:creationId xmlns:a16="http://schemas.microsoft.com/office/drawing/2014/main" id="{F365AA0D-C324-9154-A4E0-AEB2D618656C}"/>
              </a:ext>
            </a:extLst>
          </p:cNvPr>
          <p:cNvSpPr>
            <a:spLocks/>
          </p:cNvSpPr>
          <p:nvPr/>
        </p:nvSpPr>
        <p:spPr>
          <a:xfrm rot="16309861">
            <a:off x="10055230" y="3663265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Heart 103">
            <a:extLst>
              <a:ext uri="{FF2B5EF4-FFF2-40B4-BE49-F238E27FC236}">
                <a16:creationId xmlns:a16="http://schemas.microsoft.com/office/drawing/2014/main" id="{365D3181-E9F6-D80E-5880-BFB41567E728}"/>
              </a:ext>
            </a:extLst>
          </p:cNvPr>
          <p:cNvSpPr>
            <a:spLocks/>
          </p:cNvSpPr>
          <p:nvPr/>
        </p:nvSpPr>
        <p:spPr>
          <a:xfrm rot="15519185">
            <a:off x="10176736" y="4039321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5-Point Star 104">
            <a:extLst>
              <a:ext uri="{FF2B5EF4-FFF2-40B4-BE49-F238E27FC236}">
                <a16:creationId xmlns:a16="http://schemas.microsoft.com/office/drawing/2014/main" id="{7402BC98-FE9A-E760-C4F0-07CA568024E6}"/>
              </a:ext>
            </a:extLst>
          </p:cNvPr>
          <p:cNvSpPr>
            <a:spLocks noChangeAspect="1"/>
          </p:cNvSpPr>
          <p:nvPr/>
        </p:nvSpPr>
        <p:spPr>
          <a:xfrm rot="13546867">
            <a:off x="10759439" y="4979553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1B8B2D99-683F-2140-3521-2881063F4B6D}"/>
              </a:ext>
            </a:extLst>
          </p:cNvPr>
          <p:cNvCxnSpPr>
            <a:cxnSpLocks/>
          </p:cNvCxnSpPr>
          <p:nvPr/>
        </p:nvCxnSpPr>
        <p:spPr>
          <a:xfrm flipV="1">
            <a:off x="5555410" y="3069554"/>
            <a:ext cx="6452559" cy="553960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11495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40723-192D-3EB8-0B1E-A2215463E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1724" y="4367783"/>
            <a:ext cx="16084552" cy="1551434"/>
          </a:xfrm>
        </p:spPr>
        <p:txBody>
          <a:bodyPr/>
          <a:lstStyle/>
          <a:p>
            <a:r>
              <a:rPr lang="en-US" dirty="0"/>
              <a:t>Perfect classification is impossible here.</a:t>
            </a:r>
          </a:p>
        </p:txBody>
      </p:sp>
    </p:spTree>
    <p:extLst>
      <p:ext uri="{BB962C8B-B14F-4D97-AF65-F5344CB8AC3E}">
        <p14:creationId xmlns:p14="http://schemas.microsoft.com/office/powerpoint/2010/main" val="32696142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40723-192D-3EB8-0B1E-A2215463E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Slack Variables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000BF7A-D3BA-522A-9003-E6B7FC9C2CC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SVM can be modified to include slack variables: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𝜉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𝜉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…,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𝜉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We now search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 such that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for all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𝜉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</m:nary>
                  </m:oMath>
                </a14:m>
                <a:r>
                  <a:rPr lang="en-US" dirty="0"/>
                  <a:t>, for some specified constant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.</a:t>
                </a:r>
              </a:p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 provides a bound that limits the extent of the overlap, but allows for some overlap. 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000BF7A-D3BA-522A-9003-E6B7FC9C2C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41" t="-16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595102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85A5F-3E9A-D3D1-3168-9D138359C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</a:t>
            </a:r>
            <a:r>
              <a:rPr lang="en-US" dirty="0" err="1"/>
              <a:t>Overlaping</a:t>
            </a:r>
            <a:r>
              <a:rPr lang="en-US" dirty="0"/>
              <a:t> Classes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15E0E8F5-FF71-712F-2523-CDFB270812E5}"/>
              </a:ext>
            </a:extLst>
          </p:cNvPr>
          <p:cNvGrpSpPr/>
          <p:nvPr/>
        </p:nvGrpSpPr>
        <p:grpSpPr>
          <a:xfrm>
            <a:off x="6558264" y="3212757"/>
            <a:ext cx="5165124" cy="5165124"/>
            <a:chOff x="6672648" y="2866768"/>
            <a:chExt cx="5165124" cy="5165124"/>
          </a:xfrm>
        </p:grpSpPr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2571B3E6-C329-50E1-82A2-6B2CD09E510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2648" y="2866768"/>
              <a:ext cx="0" cy="5165124"/>
            </a:xfrm>
            <a:prstGeom prst="straightConnector1">
              <a:avLst/>
            </a:prstGeom>
            <a:ln w="762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8D5D6CF1-8703-F3D8-AFC3-3E7A4103CC34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9255210" y="5449330"/>
              <a:ext cx="0" cy="5165124"/>
            </a:xfrm>
            <a:prstGeom prst="straightConnector1">
              <a:avLst/>
            </a:prstGeom>
            <a:ln w="762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sp>
        <p:nvSpPr>
          <p:cNvPr id="44" name="5-Point Star 43">
            <a:extLst>
              <a:ext uri="{FF2B5EF4-FFF2-40B4-BE49-F238E27FC236}">
                <a16:creationId xmlns:a16="http://schemas.microsoft.com/office/drawing/2014/main" id="{543CC6DE-BCF5-F71D-5211-369FEFCE8E8A}"/>
              </a:ext>
            </a:extLst>
          </p:cNvPr>
          <p:cNvSpPr>
            <a:spLocks noChangeAspect="1"/>
          </p:cNvSpPr>
          <p:nvPr/>
        </p:nvSpPr>
        <p:spPr>
          <a:xfrm rot="17187993">
            <a:off x="11201399" y="6663998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5" name="5-Point Star 44">
            <a:extLst>
              <a:ext uri="{FF2B5EF4-FFF2-40B4-BE49-F238E27FC236}">
                <a16:creationId xmlns:a16="http://schemas.microsoft.com/office/drawing/2014/main" id="{2E1F2420-15B3-C216-2BA6-6FB355B48195}"/>
              </a:ext>
            </a:extLst>
          </p:cNvPr>
          <p:cNvSpPr>
            <a:spLocks noChangeAspect="1"/>
          </p:cNvSpPr>
          <p:nvPr/>
        </p:nvSpPr>
        <p:spPr>
          <a:xfrm rot="17187993">
            <a:off x="11125199" y="7508380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6" name="5-Point Star 45">
            <a:extLst>
              <a:ext uri="{FF2B5EF4-FFF2-40B4-BE49-F238E27FC236}">
                <a16:creationId xmlns:a16="http://schemas.microsoft.com/office/drawing/2014/main" id="{52458FF5-4AFA-80CA-9708-0F4FB14EDA56}"/>
              </a:ext>
            </a:extLst>
          </p:cNvPr>
          <p:cNvSpPr>
            <a:spLocks noChangeAspect="1"/>
          </p:cNvSpPr>
          <p:nvPr/>
        </p:nvSpPr>
        <p:spPr>
          <a:xfrm rot="17187993">
            <a:off x="10192259" y="6816398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7" name="5-Point Star 46">
            <a:extLst>
              <a:ext uri="{FF2B5EF4-FFF2-40B4-BE49-F238E27FC236}">
                <a16:creationId xmlns:a16="http://schemas.microsoft.com/office/drawing/2014/main" id="{4F8590E7-5B51-F35B-3E32-6CB5FE151ED2}"/>
              </a:ext>
            </a:extLst>
          </p:cNvPr>
          <p:cNvSpPr>
            <a:spLocks noChangeAspect="1"/>
          </p:cNvSpPr>
          <p:nvPr/>
        </p:nvSpPr>
        <p:spPr>
          <a:xfrm rot="19407426">
            <a:off x="11353799" y="5219282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8" name="5-Point Star 47">
            <a:extLst>
              <a:ext uri="{FF2B5EF4-FFF2-40B4-BE49-F238E27FC236}">
                <a16:creationId xmlns:a16="http://schemas.microsoft.com/office/drawing/2014/main" id="{D143C6F5-31DC-2288-AE25-A4766470F96E}"/>
              </a:ext>
            </a:extLst>
          </p:cNvPr>
          <p:cNvSpPr>
            <a:spLocks noChangeAspect="1"/>
          </p:cNvSpPr>
          <p:nvPr/>
        </p:nvSpPr>
        <p:spPr>
          <a:xfrm rot="19407426">
            <a:off x="11506199" y="6063664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9" name="5-Point Star 48">
            <a:extLst>
              <a:ext uri="{FF2B5EF4-FFF2-40B4-BE49-F238E27FC236}">
                <a16:creationId xmlns:a16="http://schemas.microsoft.com/office/drawing/2014/main" id="{C6BDCCCB-388A-4902-3F8D-82D746B0B66A}"/>
              </a:ext>
            </a:extLst>
          </p:cNvPr>
          <p:cNvSpPr>
            <a:spLocks noChangeAspect="1"/>
          </p:cNvSpPr>
          <p:nvPr/>
        </p:nvSpPr>
        <p:spPr>
          <a:xfrm rot="19407426">
            <a:off x="10344659" y="5371682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0" name="5-Point Star 49">
            <a:extLst>
              <a:ext uri="{FF2B5EF4-FFF2-40B4-BE49-F238E27FC236}">
                <a16:creationId xmlns:a16="http://schemas.microsoft.com/office/drawing/2014/main" id="{A42EF5CF-66DF-DA2B-9956-FF290E185635}"/>
              </a:ext>
            </a:extLst>
          </p:cNvPr>
          <p:cNvSpPr>
            <a:spLocks noChangeAspect="1"/>
          </p:cNvSpPr>
          <p:nvPr/>
        </p:nvSpPr>
        <p:spPr>
          <a:xfrm rot="14809802">
            <a:off x="9444674" y="6816398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1" name="5-Point Star 50">
            <a:extLst>
              <a:ext uri="{FF2B5EF4-FFF2-40B4-BE49-F238E27FC236}">
                <a16:creationId xmlns:a16="http://schemas.microsoft.com/office/drawing/2014/main" id="{753953E6-4D5B-9C71-06D3-874B249DEF98}"/>
              </a:ext>
            </a:extLst>
          </p:cNvPr>
          <p:cNvSpPr>
            <a:spLocks noChangeAspect="1"/>
          </p:cNvSpPr>
          <p:nvPr/>
        </p:nvSpPr>
        <p:spPr>
          <a:xfrm rot="14809802">
            <a:off x="8138354" y="6968798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2" name="5-Point Star 51">
            <a:extLst>
              <a:ext uri="{FF2B5EF4-FFF2-40B4-BE49-F238E27FC236}">
                <a16:creationId xmlns:a16="http://schemas.microsoft.com/office/drawing/2014/main" id="{14AF48D9-0AAD-9064-F3AB-12F21BB976D2}"/>
              </a:ext>
            </a:extLst>
          </p:cNvPr>
          <p:cNvSpPr>
            <a:spLocks noChangeAspect="1"/>
          </p:cNvSpPr>
          <p:nvPr/>
        </p:nvSpPr>
        <p:spPr>
          <a:xfrm rot="17029235">
            <a:off x="9978074" y="6216064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3" name="5-Point Star 52">
            <a:extLst>
              <a:ext uri="{FF2B5EF4-FFF2-40B4-BE49-F238E27FC236}">
                <a16:creationId xmlns:a16="http://schemas.microsoft.com/office/drawing/2014/main" id="{102AA1E4-D41D-ED38-8823-654C4973415A}"/>
              </a:ext>
            </a:extLst>
          </p:cNvPr>
          <p:cNvSpPr>
            <a:spLocks noChangeAspect="1"/>
          </p:cNvSpPr>
          <p:nvPr/>
        </p:nvSpPr>
        <p:spPr>
          <a:xfrm rot="16691140">
            <a:off x="11353799" y="5639409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4" name="5-Point Star 53">
            <a:extLst>
              <a:ext uri="{FF2B5EF4-FFF2-40B4-BE49-F238E27FC236}">
                <a16:creationId xmlns:a16="http://schemas.microsoft.com/office/drawing/2014/main" id="{D85BDB10-FD7D-2FFE-3692-3B39C19C119B}"/>
              </a:ext>
            </a:extLst>
          </p:cNvPr>
          <p:cNvSpPr>
            <a:spLocks noChangeAspect="1"/>
          </p:cNvSpPr>
          <p:nvPr/>
        </p:nvSpPr>
        <p:spPr>
          <a:xfrm rot="18910573">
            <a:off x="11506199" y="4423293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5" name="5-Point Star 54">
            <a:extLst>
              <a:ext uri="{FF2B5EF4-FFF2-40B4-BE49-F238E27FC236}">
                <a16:creationId xmlns:a16="http://schemas.microsoft.com/office/drawing/2014/main" id="{21FCA0A1-3425-FA3B-7EA6-7186C923083A}"/>
              </a:ext>
            </a:extLst>
          </p:cNvPr>
          <p:cNvSpPr>
            <a:spLocks noChangeAspect="1"/>
          </p:cNvSpPr>
          <p:nvPr/>
        </p:nvSpPr>
        <p:spPr>
          <a:xfrm rot="18910573">
            <a:off x="11658599" y="5153375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6" name="5-Point Star 55">
            <a:extLst>
              <a:ext uri="{FF2B5EF4-FFF2-40B4-BE49-F238E27FC236}">
                <a16:creationId xmlns:a16="http://schemas.microsoft.com/office/drawing/2014/main" id="{7137E658-B0C7-04C6-351B-8CED364B0537}"/>
              </a:ext>
            </a:extLst>
          </p:cNvPr>
          <p:cNvSpPr>
            <a:spLocks noChangeAspect="1"/>
          </p:cNvSpPr>
          <p:nvPr/>
        </p:nvSpPr>
        <p:spPr>
          <a:xfrm rot="17187993">
            <a:off x="10111941" y="7434240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7" name="5-Point Star 56">
            <a:extLst>
              <a:ext uri="{FF2B5EF4-FFF2-40B4-BE49-F238E27FC236}">
                <a16:creationId xmlns:a16="http://schemas.microsoft.com/office/drawing/2014/main" id="{70DAC4EC-9A93-E622-5DBA-B93D47BC3F94}"/>
              </a:ext>
            </a:extLst>
          </p:cNvPr>
          <p:cNvSpPr>
            <a:spLocks noChangeAspect="1"/>
          </p:cNvSpPr>
          <p:nvPr/>
        </p:nvSpPr>
        <p:spPr>
          <a:xfrm rot="17187993">
            <a:off x="9102801" y="7586640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8" name="5-Point Star 57">
            <a:extLst>
              <a:ext uri="{FF2B5EF4-FFF2-40B4-BE49-F238E27FC236}">
                <a16:creationId xmlns:a16="http://schemas.microsoft.com/office/drawing/2014/main" id="{A5FDAEB5-F14D-C16A-BD51-B2F5ECDAD99B}"/>
              </a:ext>
            </a:extLst>
          </p:cNvPr>
          <p:cNvSpPr>
            <a:spLocks noChangeAspect="1"/>
          </p:cNvSpPr>
          <p:nvPr/>
        </p:nvSpPr>
        <p:spPr>
          <a:xfrm rot="14809802">
            <a:off x="8583816" y="7586640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9" name="5-Point Star 58">
            <a:extLst>
              <a:ext uri="{FF2B5EF4-FFF2-40B4-BE49-F238E27FC236}">
                <a16:creationId xmlns:a16="http://schemas.microsoft.com/office/drawing/2014/main" id="{B5168312-A2CE-BDAB-B07C-8060F09C44A9}"/>
              </a:ext>
            </a:extLst>
          </p:cNvPr>
          <p:cNvSpPr>
            <a:spLocks noChangeAspect="1"/>
          </p:cNvSpPr>
          <p:nvPr/>
        </p:nvSpPr>
        <p:spPr>
          <a:xfrm rot="17029235">
            <a:off x="8591436" y="7100606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97BECBF-A583-B842-412A-056A8A2063B7}"/>
              </a:ext>
            </a:extLst>
          </p:cNvPr>
          <p:cNvSpPr/>
          <p:nvPr/>
        </p:nvSpPr>
        <p:spPr>
          <a:xfrm>
            <a:off x="13567719" y="2644346"/>
            <a:ext cx="3212757" cy="2048403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5-Point Star 60">
            <a:extLst>
              <a:ext uri="{FF2B5EF4-FFF2-40B4-BE49-F238E27FC236}">
                <a16:creationId xmlns:a16="http://schemas.microsoft.com/office/drawing/2014/main" id="{A1AD327D-40DA-2CD5-BBD7-551F169316F5}"/>
              </a:ext>
            </a:extLst>
          </p:cNvPr>
          <p:cNvSpPr>
            <a:spLocks noChangeAspect="1"/>
          </p:cNvSpPr>
          <p:nvPr/>
        </p:nvSpPr>
        <p:spPr>
          <a:xfrm>
            <a:off x="14000207" y="4056708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697360D-5751-A5EE-9052-117917BB3723}"/>
              </a:ext>
            </a:extLst>
          </p:cNvPr>
          <p:cNvSpPr txBox="1"/>
          <p:nvPr/>
        </p:nvSpPr>
        <p:spPr>
          <a:xfrm>
            <a:off x="14556259" y="3892282"/>
            <a:ext cx="19029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Class 2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9D2C30E-7237-D8B4-0BBE-28CB28E10F4E}"/>
              </a:ext>
            </a:extLst>
          </p:cNvPr>
          <p:cNvSpPr txBox="1"/>
          <p:nvPr/>
        </p:nvSpPr>
        <p:spPr>
          <a:xfrm>
            <a:off x="14222626" y="2685427"/>
            <a:ext cx="19029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</a:rPr>
              <a:t>Legend</a:t>
            </a:r>
          </a:p>
        </p:txBody>
      </p:sp>
      <p:sp>
        <p:nvSpPr>
          <p:cNvPr id="64" name="5-Point Star 63">
            <a:extLst>
              <a:ext uri="{FF2B5EF4-FFF2-40B4-BE49-F238E27FC236}">
                <a16:creationId xmlns:a16="http://schemas.microsoft.com/office/drawing/2014/main" id="{D56B3AFF-4C5C-D6B2-D6C6-28995854DEFD}"/>
              </a:ext>
            </a:extLst>
          </p:cNvPr>
          <p:cNvSpPr>
            <a:spLocks noChangeAspect="1"/>
          </p:cNvSpPr>
          <p:nvPr/>
        </p:nvSpPr>
        <p:spPr>
          <a:xfrm rot="14809802">
            <a:off x="10274633" y="6240776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5" name="5-Point Star 64">
            <a:extLst>
              <a:ext uri="{FF2B5EF4-FFF2-40B4-BE49-F238E27FC236}">
                <a16:creationId xmlns:a16="http://schemas.microsoft.com/office/drawing/2014/main" id="{BE29E911-FB53-B8AB-F7FC-0650E5CB79E8}"/>
              </a:ext>
            </a:extLst>
          </p:cNvPr>
          <p:cNvSpPr>
            <a:spLocks noChangeAspect="1"/>
          </p:cNvSpPr>
          <p:nvPr/>
        </p:nvSpPr>
        <p:spPr>
          <a:xfrm rot="17029235">
            <a:off x="10727715" y="6441164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6" name="5-Point Star 65">
            <a:extLst>
              <a:ext uri="{FF2B5EF4-FFF2-40B4-BE49-F238E27FC236}">
                <a16:creationId xmlns:a16="http://schemas.microsoft.com/office/drawing/2014/main" id="{197EEDBA-2D3C-44B2-E7D4-036D53C84474}"/>
              </a:ext>
            </a:extLst>
          </p:cNvPr>
          <p:cNvSpPr>
            <a:spLocks noChangeAspect="1"/>
          </p:cNvSpPr>
          <p:nvPr/>
        </p:nvSpPr>
        <p:spPr>
          <a:xfrm rot="17187993">
            <a:off x="8904480" y="7314791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7" name="5-Point Star 66">
            <a:extLst>
              <a:ext uri="{FF2B5EF4-FFF2-40B4-BE49-F238E27FC236}">
                <a16:creationId xmlns:a16="http://schemas.microsoft.com/office/drawing/2014/main" id="{9A59A454-F297-698E-0BD7-F9B4A48B012B}"/>
              </a:ext>
            </a:extLst>
          </p:cNvPr>
          <p:cNvSpPr>
            <a:spLocks noChangeAspect="1"/>
          </p:cNvSpPr>
          <p:nvPr/>
        </p:nvSpPr>
        <p:spPr>
          <a:xfrm rot="19407426">
            <a:off x="9354060" y="5870075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8" name="5-Point Star 67">
            <a:extLst>
              <a:ext uri="{FF2B5EF4-FFF2-40B4-BE49-F238E27FC236}">
                <a16:creationId xmlns:a16="http://schemas.microsoft.com/office/drawing/2014/main" id="{C056B76C-2C88-EA20-5FF2-8AFD3675F220}"/>
              </a:ext>
            </a:extLst>
          </p:cNvPr>
          <p:cNvSpPr>
            <a:spLocks noChangeAspect="1"/>
          </p:cNvSpPr>
          <p:nvPr/>
        </p:nvSpPr>
        <p:spPr>
          <a:xfrm rot="17187993">
            <a:off x="9349942" y="7932633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9" name="5-Point Star 68">
            <a:extLst>
              <a:ext uri="{FF2B5EF4-FFF2-40B4-BE49-F238E27FC236}">
                <a16:creationId xmlns:a16="http://schemas.microsoft.com/office/drawing/2014/main" id="{BB5C643B-0E64-F010-FE56-718BEF10A30D}"/>
              </a:ext>
            </a:extLst>
          </p:cNvPr>
          <p:cNvSpPr>
            <a:spLocks noChangeAspect="1"/>
          </p:cNvSpPr>
          <p:nvPr/>
        </p:nvSpPr>
        <p:spPr>
          <a:xfrm rot="14809802">
            <a:off x="8986854" y="6853469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0" name="5-Point Star 69">
            <a:extLst>
              <a:ext uri="{FF2B5EF4-FFF2-40B4-BE49-F238E27FC236}">
                <a16:creationId xmlns:a16="http://schemas.microsoft.com/office/drawing/2014/main" id="{32D370B7-7918-F4B3-C439-3504D348078D}"/>
              </a:ext>
            </a:extLst>
          </p:cNvPr>
          <p:cNvSpPr>
            <a:spLocks noChangeAspect="1"/>
          </p:cNvSpPr>
          <p:nvPr/>
        </p:nvSpPr>
        <p:spPr>
          <a:xfrm rot="17029235">
            <a:off x="9965716" y="6985277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1" name="Heart 70">
            <a:extLst>
              <a:ext uri="{FF2B5EF4-FFF2-40B4-BE49-F238E27FC236}">
                <a16:creationId xmlns:a16="http://schemas.microsoft.com/office/drawing/2014/main" id="{4D5436AC-BFAA-0FF7-048E-601770BF0232}"/>
              </a:ext>
            </a:extLst>
          </p:cNvPr>
          <p:cNvSpPr>
            <a:spLocks/>
          </p:cNvSpPr>
          <p:nvPr/>
        </p:nvSpPr>
        <p:spPr>
          <a:xfrm rot="17187993">
            <a:off x="7780960" y="4382437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Heart 71">
            <a:extLst>
              <a:ext uri="{FF2B5EF4-FFF2-40B4-BE49-F238E27FC236}">
                <a16:creationId xmlns:a16="http://schemas.microsoft.com/office/drawing/2014/main" id="{0F4B212B-99CB-47A8-26A4-CCA726E59047}"/>
              </a:ext>
            </a:extLst>
          </p:cNvPr>
          <p:cNvSpPr>
            <a:spLocks/>
          </p:cNvSpPr>
          <p:nvPr/>
        </p:nvSpPr>
        <p:spPr>
          <a:xfrm rot="18217490">
            <a:off x="7933360" y="3787865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Heart 72">
            <a:extLst>
              <a:ext uri="{FF2B5EF4-FFF2-40B4-BE49-F238E27FC236}">
                <a16:creationId xmlns:a16="http://schemas.microsoft.com/office/drawing/2014/main" id="{AB2BD0EA-102F-480D-56F9-75E3535E5884}"/>
              </a:ext>
            </a:extLst>
          </p:cNvPr>
          <p:cNvSpPr>
            <a:spLocks/>
          </p:cNvSpPr>
          <p:nvPr/>
        </p:nvSpPr>
        <p:spPr>
          <a:xfrm rot="14943899">
            <a:off x="8794218" y="4382437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Heart 73">
            <a:extLst>
              <a:ext uri="{FF2B5EF4-FFF2-40B4-BE49-F238E27FC236}">
                <a16:creationId xmlns:a16="http://schemas.microsoft.com/office/drawing/2014/main" id="{D05DE051-A849-1724-CAFF-98FAC31D49CF}"/>
              </a:ext>
            </a:extLst>
          </p:cNvPr>
          <p:cNvSpPr>
            <a:spLocks/>
          </p:cNvSpPr>
          <p:nvPr/>
        </p:nvSpPr>
        <p:spPr>
          <a:xfrm rot="15973396">
            <a:off x="8946618" y="3787865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Heart 74">
            <a:extLst>
              <a:ext uri="{FF2B5EF4-FFF2-40B4-BE49-F238E27FC236}">
                <a16:creationId xmlns:a16="http://schemas.microsoft.com/office/drawing/2014/main" id="{20DEE981-6F40-D49A-736E-C4D53A25944D}"/>
              </a:ext>
            </a:extLst>
          </p:cNvPr>
          <p:cNvSpPr>
            <a:spLocks/>
          </p:cNvSpPr>
          <p:nvPr/>
        </p:nvSpPr>
        <p:spPr>
          <a:xfrm rot="15367820">
            <a:off x="7064266" y="5010165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Heart 75">
            <a:extLst>
              <a:ext uri="{FF2B5EF4-FFF2-40B4-BE49-F238E27FC236}">
                <a16:creationId xmlns:a16="http://schemas.microsoft.com/office/drawing/2014/main" id="{1A1D7525-F213-CF22-4BC1-5EC8F6DA5FD6}"/>
              </a:ext>
            </a:extLst>
          </p:cNvPr>
          <p:cNvSpPr>
            <a:spLocks/>
          </p:cNvSpPr>
          <p:nvPr/>
        </p:nvSpPr>
        <p:spPr>
          <a:xfrm rot="16397317">
            <a:off x="7216666" y="4164133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Heart 76">
            <a:extLst>
              <a:ext uri="{FF2B5EF4-FFF2-40B4-BE49-F238E27FC236}">
                <a16:creationId xmlns:a16="http://schemas.microsoft.com/office/drawing/2014/main" id="{181081EF-AEB2-E200-FB69-6E7CAEB89F9E}"/>
              </a:ext>
            </a:extLst>
          </p:cNvPr>
          <p:cNvSpPr>
            <a:spLocks/>
          </p:cNvSpPr>
          <p:nvPr/>
        </p:nvSpPr>
        <p:spPr>
          <a:xfrm rot="13123726">
            <a:off x="8077524" y="5010165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Heart 77">
            <a:extLst>
              <a:ext uri="{FF2B5EF4-FFF2-40B4-BE49-F238E27FC236}">
                <a16:creationId xmlns:a16="http://schemas.microsoft.com/office/drawing/2014/main" id="{A8E0FE29-B933-D5B5-D164-B2A298D18C04}"/>
              </a:ext>
            </a:extLst>
          </p:cNvPr>
          <p:cNvSpPr>
            <a:spLocks/>
          </p:cNvSpPr>
          <p:nvPr/>
        </p:nvSpPr>
        <p:spPr>
          <a:xfrm rot="14153223">
            <a:off x="8229924" y="4164133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Heart 78">
            <a:extLst>
              <a:ext uri="{FF2B5EF4-FFF2-40B4-BE49-F238E27FC236}">
                <a16:creationId xmlns:a16="http://schemas.microsoft.com/office/drawing/2014/main" id="{CF035E6A-74ED-B5F2-2F21-4D11197B0424}"/>
              </a:ext>
            </a:extLst>
          </p:cNvPr>
          <p:cNvSpPr>
            <a:spLocks/>
          </p:cNvSpPr>
          <p:nvPr/>
        </p:nvSpPr>
        <p:spPr>
          <a:xfrm rot="17187993">
            <a:off x="6994243" y="5038380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Heart 79">
            <a:extLst>
              <a:ext uri="{FF2B5EF4-FFF2-40B4-BE49-F238E27FC236}">
                <a16:creationId xmlns:a16="http://schemas.microsoft.com/office/drawing/2014/main" id="{73368FEB-7226-8E66-6AB2-B62ED8741917}"/>
              </a:ext>
            </a:extLst>
          </p:cNvPr>
          <p:cNvSpPr>
            <a:spLocks/>
          </p:cNvSpPr>
          <p:nvPr/>
        </p:nvSpPr>
        <p:spPr>
          <a:xfrm rot="18217490">
            <a:off x="7146643" y="4672408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Heart 80">
            <a:extLst>
              <a:ext uri="{FF2B5EF4-FFF2-40B4-BE49-F238E27FC236}">
                <a16:creationId xmlns:a16="http://schemas.microsoft.com/office/drawing/2014/main" id="{CB64F1B0-D029-CE84-E421-A26B4ED97039}"/>
              </a:ext>
            </a:extLst>
          </p:cNvPr>
          <p:cNvSpPr>
            <a:spLocks/>
          </p:cNvSpPr>
          <p:nvPr/>
        </p:nvSpPr>
        <p:spPr>
          <a:xfrm rot="14153223">
            <a:off x="7443207" y="5117256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Heart 81">
            <a:extLst>
              <a:ext uri="{FF2B5EF4-FFF2-40B4-BE49-F238E27FC236}">
                <a16:creationId xmlns:a16="http://schemas.microsoft.com/office/drawing/2014/main" id="{5D750AD8-3954-E67A-8614-FEAB035C4A50}"/>
              </a:ext>
            </a:extLst>
          </p:cNvPr>
          <p:cNvSpPr>
            <a:spLocks/>
          </p:cNvSpPr>
          <p:nvPr/>
        </p:nvSpPr>
        <p:spPr>
          <a:xfrm rot="17187993">
            <a:off x="8254638" y="3837295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Heart 82">
            <a:extLst>
              <a:ext uri="{FF2B5EF4-FFF2-40B4-BE49-F238E27FC236}">
                <a16:creationId xmlns:a16="http://schemas.microsoft.com/office/drawing/2014/main" id="{EA2E581D-F94E-2445-6CD9-097C6D99D9E5}"/>
              </a:ext>
            </a:extLst>
          </p:cNvPr>
          <p:cNvSpPr>
            <a:spLocks/>
          </p:cNvSpPr>
          <p:nvPr/>
        </p:nvSpPr>
        <p:spPr>
          <a:xfrm rot="18217490">
            <a:off x="8704218" y="3105563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Heart 83">
            <a:extLst>
              <a:ext uri="{FF2B5EF4-FFF2-40B4-BE49-F238E27FC236}">
                <a16:creationId xmlns:a16="http://schemas.microsoft.com/office/drawing/2014/main" id="{006CC6D5-0EB0-B940-7520-326AD6A4A845}"/>
              </a:ext>
            </a:extLst>
          </p:cNvPr>
          <p:cNvSpPr>
            <a:spLocks/>
          </p:cNvSpPr>
          <p:nvPr/>
        </p:nvSpPr>
        <p:spPr>
          <a:xfrm rot="14943899">
            <a:off x="9565076" y="3837295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Heart 84">
            <a:extLst>
              <a:ext uri="{FF2B5EF4-FFF2-40B4-BE49-F238E27FC236}">
                <a16:creationId xmlns:a16="http://schemas.microsoft.com/office/drawing/2014/main" id="{5DBEC741-9C27-7586-CC56-7CF1730F408F}"/>
              </a:ext>
            </a:extLst>
          </p:cNvPr>
          <p:cNvSpPr>
            <a:spLocks/>
          </p:cNvSpPr>
          <p:nvPr/>
        </p:nvSpPr>
        <p:spPr>
          <a:xfrm rot="16397317">
            <a:off x="7690344" y="3550411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Heart 85">
            <a:extLst>
              <a:ext uri="{FF2B5EF4-FFF2-40B4-BE49-F238E27FC236}">
                <a16:creationId xmlns:a16="http://schemas.microsoft.com/office/drawing/2014/main" id="{F6106B45-DD6E-6990-393A-1E8C011F301F}"/>
              </a:ext>
            </a:extLst>
          </p:cNvPr>
          <p:cNvSpPr>
            <a:spLocks/>
          </p:cNvSpPr>
          <p:nvPr/>
        </p:nvSpPr>
        <p:spPr>
          <a:xfrm rot="14153223">
            <a:off x="8703602" y="3550411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Heart 86">
            <a:extLst>
              <a:ext uri="{FF2B5EF4-FFF2-40B4-BE49-F238E27FC236}">
                <a16:creationId xmlns:a16="http://schemas.microsoft.com/office/drawing/2014/main" id="{5303387E-D7EF-5AF5-20A8-E4A285435BBC}"/>
              </a:ext>
            </a:extLst>
          </p:cNvPr>
          <p:cNvSpPr>
            <a:spLocks/>
          </p:cNvSpPr>
          <p:nvPr/>
        </p:nvSpPr>
        <p:spPr>
          <a:xfrm rot="18217490">
            <a:off x="7620321" y="3944386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Heart 87">
            <a:extLst>
              <a:ext uri="{FF2B5EF4-FFF2-40B4-BE49-F238E27FC236}">
                <a16:creationId xmlns:a16="http://schemas.microsoft.com/office/drawing/2014/main" id="{0E303146-563E-59F3-959F-F0064A770197}"/>
              </a:ext>
            </a:extLst>
          </p:cNvPr>
          <p:cNvSpPr>
            <a:spLocks/>
          </p:cNvSpPr>
          <p:nvPr/>
        </p:nvSpPr>
        <p:spPr>
          <a:xfrm rot="109861">
            <a:off x="8575914" y="4010287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Heart 88">
            <a:extLst>
              <a:ext uri="{FF2B5EF4-FFF2-40B4-BE49-F238E27FC236}">
                <a16:creationId xmlns:a16="http://schemas.microsoft.com/office/drawing/2014/main" id="{7C9DCF2D-B1E7-FDCA-2362-CF99B845DD66}"/>
              </a:ext>
            </a:extLst>
          </p:cNvPr>
          <p:cNvSpPr>
            <a:spLocks/>
          </p:cNvSpPr>
          <p:nvPr/>
        </p:nvSpPr>
        <p:spPr>
          <a:xfrm rot="1139358">
            <a:off x="8728314" y="3278555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Heart 90">
            <a:extLst>
              <a:ext uri="{FF2B5EF4-FFF2-40B4-BE49-F238E27FC236}">
                <a16:creationId xmlns:a16="http://schemas.microsoft.com/office/drawing/2014/main" id="{4D0290BA-B122-817D-92E6-A6DE5FD775EF}"/>
              </a:ext>
            </a:extLst>
          </p:cNvPr>
          <p:cNvSpPr>
            <a:spLocks/>
          </p:cNvSpPr>
          <p:nvPr/>
        </p:nvSpPr>
        <p:spPr>
          <a:xfrm rot="20495264">
            <a:off x="10267352" y="3278555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Heart 91">
            <a:extLst>
              <a:ext uri="{FF2B5EF4-FFF2-40B4-BE49-F238E27FC236}">
                <a16:creationId xmlns:a16="http://schemas.microsoft.com/office/drawing/2014/main" id="{CE3CA145-3F0A-5C12-CC5F-C311E66B186C}"/>
              </a:ext>
            </a:extLst>
          </p:cNvPr>
          <p:cNvSpPr>
            <a:spLocks/>
          </p:cNvSpPr>
          <p:nvPr/>
        </p:nvSpPr>
        <p:spPr>
          <a:xfrm rot="20919185">
            <a:off x="8011620" y="3791983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Heart 92">
            <a:extLst>
              <a:ext uri="{FF2B5EF4-FFF2-40B4-BE49-F238E27FC236}">
                <a16:creationId xmlns:a16="http://schemas.microsoft.com/office/drawing/2014/main" id="{4F6F89B0-4372-0B2E-95BA-C04C51BA291F}"/>
              </a:ext>
            </a:extLst>
          </p:cNvPr>
          <p:cNvSpPr>
            <a:spLocks/>
          </p:cNvSpPr>
          <p:nvPr/>
        </p:nvSpPr>
        <p:spPr>
          <a:xfrm rot="18675091">
            <a:off x="9024878" y="3791983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Heart 93">
            <a:extLst>
              <a:ext uri="{FF2B5EF4-FFF2-40B4-BE49-F238E27FC236}">
                <a16:creationId xmlns:a16="http://schemas.microsoft.com/office/drawing/2014/main" id="{22D4B703-BC7A-8D6B-8AC2-778F5ACEA4F4}"/>
              </a:ext>
            </a:extLst>
          </p:cNvPr>
          <p:cNvSpPr>
            <a:spLocks/>
          </p:cNvSpPr>
          <p:nvPr/>
        </p:nvSpPr>
        <p:spPr>
          <a:xfrm rot="1139358">
            <a:off x="7941597" y="4117378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Heart 94">
            <a:extLst>
              <a:ext uri="{FF2B5EF4-FFF2-40B4-BE49-F238E27FC236}">
                <a16:creationId xmlns:a16="http://schemas.microsoft.com/office/drawing/2014/main" id="{04EB5C02-D63B-141E-5AA8-9AD2BA7A4B65}"/>
              </a:ext>
            </a:extLst>
          </p:cNvPr>
          <p:cNvSpPr>
            <a:spLocks/>
          </p:cNvSpPr>
          <p:nvPr/>
        </p:nvSpPr>
        <p:spPr>
          <a:xfrm rot="109861">
            <a:off x="9049592" y="3327985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Heart 95">
            <a:extLst>
              <a:ext uri="{FF2B5EF4-FFF2-40B4-BE49-F238E27FC236}">
                <a16:creationId xmlns:a16="http://schemas.microsoft.com/office/drawing/2014/main" id="{C5F51962-2DDB-9404-B55A-A9509A44F489}"/>
              </a:ext>
            </a:extLst>
          </p:cNvPr>
          <p:cNvSpPr>
            <a:spLocks/>
          </p:cNvSpPr>
          <p:nvPr/>
        </p:nvSpPr>
        <p:spPr>
          <a:xfrm rot="19465767">
            <a:off x="10588630" y="3327985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Heart 96">
            <a:extLst>
              <a:ext uri="{FF2B5EF4-FFF2-40B4-BE49-F238E27FC236}">
                <a16:creationId xmlns:a16="http://schemas.microsoft.com/office/drawing/2014/main" id="{154FD3D1-8D2C-8A44-80EB-E15ED7404E0F}"/>
              </a:ext>
            </a:extLst>
          </p:cNvPr>
          <p:cNvSpPr>
            <a:spLocks/>
          </p:cNvSpPr>
          <p:nvPr/>
        </p:nvSpPr>
        <p:spPr>
          <a:xfrm rot="20919185">
            <a:off x="8782478" y="3109681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Heart 97">
            <a:extLst>
              <a:ext uri="{FF2B5EF4-FFF2-40B4-BE49-F238E27FC236}">
                <a16:creationId xmlns:a16="http://schemas.microsoft.com/office/drawing/2014/main" id="{8637BA9F-682E-4399-507D-2B81B4A3624F}"/>
              </a:ext>
            </a:extLst>
          </p:cNvPr>
          <p:cNvSpPr>
            <a:spLocks/>
          </p:cNvSpPr>
          <p:nvPr/>
        </p:nvSpPr>
        <p:spPr>
          <a:xfrm rot="18675091">
            <a:off x="10024336" y="3109681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Heart 98">
            <a:extLst>
              <a:ext uri="{FF2B5EF4-FFF2-40B4-BE49-F238E27FC236}">
                <a16:creationId xmlns:a16="http://schemas.microsoft.com/office/drawing/2014/main" id="{B7A4EB01-E000-3B08-5929-AEA5F96753EB}"/>
              </a:ext>
            </a:extLst>
          </p:cNvPr>
          <p:cNvSpPr>
            <a:spLocks/>
          </p:cNvSpPr>
          <p:nvPr/>
        </p:nvSpPr>
        <p:spPr>
          <a:xfrm rot="1139358">
            <a:off x="8415275" y="3435076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Heart 99">
            <a:extLst>
              <a:ext uri="{FF2B5EF4-FFF2-40B4-BE49-F238E27FC236}">
                <a16:creationId xmlns:a16="http://schemas.microsoft.com/office/drawing/2014/main" id="{48666977-11D0-45F9-CC11-090DD706BEFF}"/>
              </a:ext>
            </a:extLst>
          </p:cNvPr>
          <p:cNvSpPr>
            <a:spLocks/>
          </p:cNvSpPr>
          <p:nvPr/>
        </p:nvSpPr>
        <p:spPr>
          <a:xfrm>
            <a:off x="13988052" y="3583145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2F315BE7-8A68-869A-D5B1-E39916C629AC}"/>
              </a:ext>
            </a:extLst>
          </p:cNvPr>
          <p:cNvSpPr txBox="1"/>
          <p:nvPr/>
        </p:nvSpPr>
        <p:spPr>
          <a:xfrm>
            <a:off x="14535661" y="3402132"/>
            <a:ext cx="19029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Class 1</a:t>
            </a:r>
          </a:p>
        </p:txBody>
      </p:sp>
      <p:sp>
        <p:nvSpPr>
          <p:cNvPr id="4" name="Heart 3">
            <a:extLst>
              <a:ext uri="{FF2B5EF4-FFF2-40B4-BE49-F238E27FC236}">
                <a16:creationId xmlns:a16="http://schemas.microsoft.com/office/drawing/2014/main" id="{9B0CA2E4-69D2-4540-D0E2-335DF0E7A783}"/>
              </a:ext>
            </a:extLst>
          </p:cNvPr>
          <p:cNvSpPr>
            <a:spLocks/>
          </p:cNvSpPr>
          <p:nvPr/>
        </p:nvSpPr>
        <p:spPr>
          <a:xfrm rot="10051704">
            <a:off x="8481798" y="4968965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Heart 4">
            <a:extLst>
              <a:ext uri="{FF2B5EF4-FFF2-40B4-BE49-F238E27FC236}">
                <a16:creationId xmlns:a16="http://schemas.microsoft.com/office/drawing/2014/main" id="{E81CF94F-101F-20F5-A301-F2A52FBBCC2C}"/>
              </a:ext>
            </a:extLst>
          </p:cNvPr>
          <p:cNvSpPr>
            <a:spLocks/>
          </p:cNvSpPr>
          <p:nvPr/>
        </p:nvSpPr>
        <p:spPr>
          <a:xfrm rot="8231531">
            <a:off x="7765104" y="5345233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Heart 5">
            <a:extLst>
              <a:ext uri="{FF2B5EF4-FFF2-40B4-BE49-F238E27FC236}">
                <a16:creationId xmlns:a16="http://schemas.microsoft.com/office/drawing/2014/main" id="{469FFB5D-C358-6BE6-6985-D1A2FCAF3215}"/>
              </a:ext>
            </a:extLst>
          </p:cNvPr>
          <p:cNvSpPr>
            <a:spLocks/>
          </p:cNvSpPr>
          <p:nvPr/>
        </p:nvSpPr>
        <p:spPr>
          <a:xfrm rot="11266301">
            <a:off x="7789818" y="5018395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Heart 6">
            <a:extLst>
              <a:ext uri="{FF2B5EF4-FFF2-40B4-BE49-F238E27FC236}">
                <a16:creationId xmlns:a16="http://schemas.microsoft.com/office/drawing/2014/main" id="{09354358-EBBD-D3CC-54FF-2477621C907A}"/>
              </a:ext>
            </a:extLst>
          </p:cNvPr>
          <p:cNvSpPr>
            <a:spLocks/>
          </p:cNvSpPr>
          <p:nvPr/>
        </p:nvSpPr>
        <p:spPr>
          <a:xfrm rot="12295798">
            <a:off x="7942218" y="4400963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Heart 7">
            <a:extLst>
              <a:ext uri="{FF2B5EF4-FFF2-40B4-BE49-F238E27FC236}">
                <a16:creationId xmlns:a16="http://schemas.microsoft.com/office/drawing/2014/main" id="{BF841A4C-60D0-9E3E-8FB8-344C586FDD31}"/>
              </a:ext>
            </a:extLst>
          </p:cNvPr>
          <p:cNvSpPr>
            <a:spLocks/>
          </p:cNvSpPr>
          <p:nvPr/>
        </p:nvSpPr>
        <p:spPr>
          <a:xfrm rot="9022207">
            <a:off x="8803076" y="4949815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Heart 8">
            <a:extLst>
              <a:ext uri="{FF2B5EF4-FFF2-40B4-BE49-F238E27FC236}">
                <a16:creationId xmlns:a16="http://schemas.microsoft.com/office/drawing/2014/main" id="{DE13EA9F-EA9A-439B-F09A-A480AA125385}"/>
              </a:ext>
            </a:extLst>
          </p:cNvPr>
          <p:cNvSpPr>
            <a:spLocks/>
          </p:cNvSpPr>
          <p:nvPr/>
        </p:nvSpPr>
        <p:spPr>
          <a:xfrm rot="8231531">
            <a:off x="8238782" y="5028691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Heart 9">
            <a:extLst>
              <a:ext uri="{FF2B5EF4-FFF2-40B4-BE49-F238E27FC236}">
                <a16:creationId xmlns:a16="http://schemas.microsoft.com/office/drawing/2014/main" id="{3D204E9D-BAF9-501C-0B5A-59B04115CE7A}"/>
              </a:ext>
            </a:extLst>
          </p:cNvPr>
          <p:cNvSpPr>
            <a:spLocks/>
          </p:cNvSpPr>
          <p:nvPr/>
        </p:nvSpPr>
        <p:spPr>
          <a:xfrm rot="15788169">
            <a:off x="8111094" y="5122807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Heart 10">
            <a:extLst>
              <a:ext uri="{FF2B5EF4-FFF2-40B4-BE49-F238E27FC236}">
                <a16:creationId xmlns:a16="http://schemas.microsoft.com/office/drawing/2014/main" id="{D17A47F6-25DF-7265-2894-A7EC71E6F61F}"/>
              </a:ext>
            </a:extLst>
          </p:cNvPr>
          <p:cNvSpPr>
            <a:spLocks/>
          </p:cNvSpPr>
          <p:nvPr/>
        </p:nvSpPr>
        <p:spPr>
          <a:xfrm rot="16817666">
            <a:off x="8263494" y="4756835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Heart 11">
            <a:extLst>
              <a:ext uri="{FF2B5EF4-FFF2-40B4-BE49-F238E27FC236}">
                <a16:creationId xmlns:a16="http://schemas.microsoft.com/office/drawing/2014/main" id="{909461D1-9607-AEE6-3B3D-BD83A3EA1CCA}"/>
              </a:ext>
            </a:extLst>
          </p:cNvPr>
          <p:cNvSpPr>
            <a:spLocks/>
          </p:cNvSpPr>
          <p:nvPr/>
        </p:nvSpPr>
        <p:spPr>
          <a:xfrm rot="13544075">
            <a:off x="9421532" y="5122807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Heart 12">
            <a:extLst>
              <a:ext uri="{FF2B5EF4-FFF2-40B4-BE49-F238E27FC236}">
                <a16:creationId xmlns:a16="http://schemas.microsoft.com/office/drawing/2014/main" id="{99E495D3-40C6-8780-C3C2-B8F3087217CF}"/>
              </a:ext>
            </a:extLst>
          </p:cNvPr>
          <p:cNvSpPr>
            <a:spLocks/>
          </p:cNvSpPr>
          <p:nvPr/>
        </p:nvSpPr>
        <p:spPr>
          <a:xfrm rot="14573572">
            <a:off x="9573932" y="4756835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Heart 13">
            <a:extLst>
              <a:ext uri="{FF2B5EF4-FFF2-40B4-BE49-F238E27FC236}">
                <a16:creationId xmlns:a16="http://schemas.microsoft.com/office/drawing/2014/main" id="{43A418CD-37A8-5883-2384-68B10223C747}"/>
              </a:ext>
            </a:extLst>
          </p:cNvPr>
          <p:cNvSpPr>
            <a:spLocks/>
          </p:cNvSpPr>
          <p:nvPr/>
        </p:nvSpPr>
        <p:spPr>
          <a:xfrm rot="12753399">
            <a:off x="8560058" y="4973083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Heart 14">
            <a:extLst>
              <a:ext uri="{FF2B5EF4-FFF2-40B4-BE49-F238E27FC236}">
                <a16:creationId xmlns:a16="http://schemas.microsoft.com/office/drawing/2014/main" id="{0C86DAC2-B93C-AB4D-55D8-8B54293B867E}"/>
              </a:ext>
            </a:extLst>
          </p:cNvPr>
          <p:cNvSpPr>
            <a:spLocks/>
          </p:cNvSpPr>
          <p:nvPr/>
        </p:nvSpPr>
        <p:spPr>
          <a:xfrm rot="15788169">
            <a:off x="8584772" y="4806265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Heart 16">
            <a:extLst>
              <a:ext uri="{FF2B5EF4-FFF2-40B4-BE49-F238E27FC236}">
                <a16:creationId xmlns:a16="http://schemas.microsoft.com/office/drawing/2014/main" id="{1B7C4133-5392-6326-024F-8649C8E5D891}"/>
              </a:ext>
            </a:extLst>
          </p:cNvPr>
          <p:cNvSpPr>
            <a:spLocks/>
          </p:cNvSpPr>
          <p:nvPr/>
        </p:nvSpPr>
        <p:spPr>
          <a:xfrm rot="14997493">
            <a:off x="8020478" y="4405081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Heart 17">
            <a:extLst>
              <a:ext uri="{FF2B5EF4-FFF2-40B4-BE49-F238E27FC236}">
                <a16:creationId xmlns:a16="http://schemas.microsoft.com/office/drawing/2014/main" id="{90B95111-BCA2-EC01-E775-BF8F1DE6EFE4}"/>
              </a:ext>
            </a:extLst>
          </p:cNvPr>
          <p:cNvSpPr>
            <a:spLocks/>
          </p:cNvSpPr>
          <p:nvPr/>
        </p:nvSpPr>
        <p:spPr>
          <a:xfrm rot="12753399">
            <a:off x="9033736" y="4405081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Heart 18">
            <a:extLst>
              <a:ext uri="{FF2B5EF4-FFF2-40B4-BE49-F238E27FC236}">
                <a16:creationId xmlns:a16="http://schemas.microsoft.com/office/drawing/2014/main" id="{F87D2421-71E2-5E7C-C915-480E602C40A9}"/>
              </a:ext>
            </a:extLst>
          </p:cNvPr>
          <p:cNvSpPr>
            <a:spLocks/>
          </p:cNvSpPr>
          <p:nvPr/>
        </p:nvSpPr>
        <p:spPr>
          <a:xfrm rot="16817666">
            <a:off x="7950455" y="4913356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5-Point Star 19">
            <a:extLst>
              <a:ext uri="{FF2B5EF4-FFF2-40B4-BE49-F238E27FC236}">
                <a16:creationId xmlns:a16="http://schemas.microsoft.com/office/drawing/2014/main" id="{AD8B1E56-28CC-8BE1-B527-7703180562AB}"/>
              </a:ext>
            </a:extLst>
          </p:cNvPr>
          <p:cNvSpPr>
            <a:spLocks noChangeAspect="1"/>
          </p:cNvSpPr>
          <p:nvPr/>
        </p:nvSpPr>
        <p:spPr>
          <a:xfrm rot="14980193">
            <a:off x="10302239" y="6062018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1" name="5-Point Star 20">
            <a:extLst>
              <a:ext uri="{FF2B5EF4-FFF2-40B4-BE49-F238E27FC236}">
                <a16:creationId xmlns:a16="http://schemas.microsoft.com/office/drawing/2014/main" id="{C7855096-5769-7D26-198E-4110E0F82B65}"/>
              </a:ext>
            </a:extLst>
          </p:cNvPr>
          <p:cNvSpPr>
            <a:spLocks noChangeAspect="1"/>
          </p:cNvSpPr>
          <p:nvPr/>
        </p:nvSpPr>
        <p:spPr>
          <a:xfrm rot="17199626">
            <a:off x="10454639" y="5028782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2" name="5-Point Star 21">
            <a:extLst>
              <a:ext uri="{FF2B5EF4-FFF2-40B4-BE49-F238E27FC236}">
                <a16:creationId xmlns:a16="http://schemas.microsoft.com/office/drawing/2014/main" id="{DAF63D24-D6FD-FBFC-28E8-A3913DDC2A4A}"/>
              </a:ext>
            </a:extLst>
          </p:cNvPr>
          <p:cNvSpPr>
            <a:spLocks noChangeAspect="1"/>
          </p:cNvSpPr>
          <p:nvPr/>
        </p:nvSpPr>
        <p:spPr>
          <a:xfrm rot="17199626">
            <a:off x="10607039" y="5575984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3" name="5-Point Star 22">
            <a:extLst>
              <a:ext uri="{FF2B5EF4-FFF2-40B4-BE49-F238E27FC236}">
                <a16:creationId xmlns:a16="http://schemas.microsoft.com/office/drawing/2014/main" id="{1A7624AE-D42B-CAD4-F3AC-F94B44B90E57}"/>
              </a:ext>
            </a:extLst>
          </p:cNvPr>
          <p:cNvSpPr>
            <a:spLocks noChangeAspect="1"/>
          </p:cNvSpPr>
          <p:nvPr/>
        </p:nvSpPr>
        <p:spPr>
          <a:xfrm rot="17199626">
            <a:off x="8919719" y="5181182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4" name="5-Point Star 23">
            <a:extLst>
              <a:ext uri="{FF2B5EF4-FFF2-40B4-BE49-F238E27FC236}">
                <a16:creationId xmlns:a16="http://schemas.microsoft.com/office/drawing/2014/main" id="{263FD2FB-14AA-A08A-866B-43CF714DE0EE}"/>
              </a:ext>
            </a:extLst>
          </p:cNvPr>
          <p:cNvSpPr>
            <a:spLocks noChangeAspect="1"/>
          </p:cNvSpPr>
          <p:nvPr/>
        </p:nvSpPr>
        <p:spPr>
          <a:xfrm rot="14821435">
            <a:off x="9378634" y="6261784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5" name="5-Point Star 24">
            <a:extLst>
              <a:ext uri="{FF2B5EF4-FFF2-40B4-BE49-F238E27FC236}">
                <a16:creationId xmlns:a16="http://schemas.microsoft.com/office/drawing/2014/main" id="{BFAB42E9-A041-18ED-B96D-B5E574EF6C85}"/>
              </a:ext>
            </a:extLst>
          </p:cNvPr>
          <p:cNvSpPr>
            <a:spLocks noChangeAspect="1"/>
          </p:cNvSpPr>
          <p:nvPr/>
        </p:nvSpPr>
        <p:spPr>
          <a:xfrm rot="14483340">
            <a:off x="10454639" y="5151729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6" name="5-Point Star 25">
            <a:extLst>
              <a:ext uri="{FF2B5EF4-FFF2-40B4-BE49-F238E27FC236}">
                <a16:creationId xmlns:a16="http://schemas.microsoft.com/office/drawing/2014/main" id="{F08A38A2-3C35-890A-410C-A7ACF041E80E}"/>
              </a:ext>
            </a:extLst>
          </p:cNvPr>
          <p:cNvSpPr>
            <a:spLocks noChangeAspect="1"/>
          </p:cNvSpPr>
          <p:nvPr/>
        </p:nvSpPr>
        <p:spPr>
          <a:xfrm rot="16702773">
            <a:off x="10607039" y="4004193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7" name="5-Point Star 26">
            <a:extLst>
              <a:ext uri="{FF2B5EF4-FFF2-40B4-BE49-F238E27FC236}">
                <a16:creationId xmlns:a16="http://schemas.microsoft.com/office/drawing/2014/main" id="{5185C97E-52C6-8C44-66B2-E4F95770CA80}"/>
              </a:ext>
            </a:extLst>
          </p:cNvPr>
          <p:cNvSpPr>
            <a:spLocks noChangeAspect="1"/>
          </p:cNvSpPr>
          <p:nvPr/>
        </p:nvSpPr>
        <p:spPr>
          <a:xfrm rot="16702773">
            <a:off x="10759439" y="4962875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9" name="5-Point Star 28">
            <a:extLst>
              <a:ext uri="{FF2B5EF4-FFF2-40B4-BE49-F238E27FC236}">
                <a16:creationId xmlns:a16="http://schemas.microsoft.com/office/drawing/2014/main" id="{227D8E68-23A5-613D-0725-4C0C263C98F3}"/>
              </a:ext>
            </a:extLst>
          </p:cNvPr>
          <p:cNvSpPr>
            <a:spLocks noChangeAspect="1"/>
          </p:cNvSpPr>
          <p:nvPr/>
        </p:nvSpPr>
        <p:spPr>
          <a:xfrm rot="14821435">
            <a:off x="9599955" y="5884904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0" name="Heart 29">
            <a:extLst>
              <a:ext uri="{FF2B5EF4-FFF2-40B4-BE49-F238E27FC236}">
                <a16:creationId xmlns:a16="http://schemas.microsoft.com/office/drawing/2014/main" id="{89969F22-3000-D78C-15E6-EBD84FDD8E99}"/>
              </a:ext>
            </a:extLst>
          </p:cNvPr>
          <p:cNvSpPr>
            <a:spLocks/>
          </p:cNvSpPr>
          <p:nvPr/>
        </p:nvSpPr>
        <p:spPr>
          <a:xfrm rot="12365772">
            <a:off x="8377592" y="4086275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Heart 30">
            <a:extLst>
              <a:ext uri="{FF2B5EF4-FFF2-40B4-BE49-F238E27FC236}">
                <a16:creationId xmlns:a16="http://schemas.microsoft.com/office/drawing/2014/main" id="{C1CD87ED-9CB8-1DB7-6416-DB53AC270080}"/>
              </a:ext>
            </a:extLst>
          </p:cNvPr>
          <p:cNvSpPr>
            <a:spLocks/>
          </p:cNvSpPr>
          <p:nvPr/>
        </p:nvSpPr>
        <p:spPr>
          <a:xfrm rot="11336275">
            <a:off x="8698870" y="4135705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5-Point Star 31">
            <a:extLst>
              <a:ext uri="{FF2B5EF4-FFF2-40B4-BE49-F238E27FC236}">
                <a16:creationId xmlns:a16="http://schemas.microsoft.com/office/drawing/2014/main" id="{16AD720F-2CBD-02BF-1FAF-79229BA37D83}"/>
              </a:ext>
            </a:extLst>
          </p:cNvPr>
          <p:cNvSpPr>
            <a:spLocks noChangeAspect="1"/>
          </p:cNvSpPr>
          <p:nvPr/>
        </p:nvSpPr>
        <p:spPr>
          <a:xfrm rot="16620844">
            <a:off x="10031414" y="5642918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3" name="5-Point Star 32">
            <a:extLst>
              <a:ext uri="{FF2B5EF4-FFF2-40B4-BE49-F238E27FC236}">
                <a16:creationId xmlns:a16="http://schemas.microsoft.com/office/drawing/2014/main" id="{8BF0C66B-C9DF-604B-653C-76A844694DAA}"/>
              </a:ext>
            </a:extLst>
          </p:cNvPr>
          <p:cNvSpPr>
            <a:spLocks noChangeAspect="1"/>
          </p:cNvSpPr>
          <p:nvPr/>
        </p:nvSpPr>
        <p:spPr>
          <a:xfrm rot="16620844">
            <a:off x="8290754" y="5360978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5-Point Star 33">
            <a:extLst>
              <a:ext uri="{FF2B5EF4-FFF2-40B4-BE49-F238E27FC236}">
                <a16:creationId xmlns:a16="http://schemas.microsoft.com/office/drawing/2014/main" id="{A4AE882B-10B2-A409-B305-E9CEF4EB371F}"/>
              </a:ext>
            </a:extLst>
          </p:cNvPr>
          <p:cNvSpPr>
            <a:spLocks noChangeAspect="1"/>
          </p:cNvSpPr>
          <p:nvPr/>
        </p:nvSpPr>
        <p:spPr>
          <a:xfrm rot="18999035">
            <a:off x="8958021" y="5978820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5" name="5-Point Star 34">
            <a:extLst>
              <a:ext uri="{FF2B5EF4-FFF2-40B4-BE49-F238E27FC236}">
                <a16:creationId xmlns:a16="http://schemas.microsoft.com/office/drawing/2014/main" id="{5F166A64-439A-59AE-555D-8375CE41A0E9}"/>
              </a:ext>
            </a:extLst>
          </p:cNvPr>
          <p:cNvSpPr>
            <a:spLocks noChangeAspect="1"/>
          </p:cNvSpPr>
          <p:nvPr/>
        </p:nvSpPr>
        <p:spPr>
          <a:xfrm rot="16620844">
            <a:off x="8439036" y="6359820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6" name="5-Point Star 35">
            <a:extLst>
              <a:ext uri="{FF2B5EF4-FFF2-40B4-BE49-F238E27FC236}">
                <a16:creationId xmlns:a16="http://schemas.microsoft.com/office/drawing/2014/main" id="{8501C5B6-3394-B53A-5D2D-62031F01AA7A}"/>
              </a:ext>
            </a:extLst>
          </p:cNvPr>
          <p:cNvSpPr>
            <a:spLocks noChangeAspect="1"/>
          </p:cNvSpPr>
          <p:nvPr/>
        </p:nvSpPr>
        <p:spPr>
          <a:xfrm rot="18840277">
            <a:off x="8743836" y="6452906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8" name="5-Point Star 37">
            <a:extLst>
              <a:ext uri="{FF2B5EF4-FFF2-40B4-BE49-F238E27FC236}">
                <a16:creationId xmlns:a16="http://schemas.microsoft.com/office/drawing/2014/main" id="{678E35E1-3DA0-D194-8447-C47F826E00C8}"/>
              </a:ext>
            </a:extLst>
          </p:cNvPr>
          <p:cNvSpPr>
            <a:spLocks noChangeAspect="1"/>
          </p:cNvSpPr>
          <p:nvPr/>
        </p:nvSpPr>
        <p:spPr>
          <a:xfrm rot="16620844">
            <a:off x="9436434" y="5245649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9" name="Heart 38">
            <a:extLst>
              <a:ext uri="{FF2B5EF4-FFF2-40B4-BE49-F238E27FC236}">
                <a16:creationId xmlns:a16="http://schemas.microsoft.com/office/drawing/2014/main" id="{838DC10F-30C4-193F-B2DD-CAC92B097273}"/>
              </a:ext>
            </a:extLst>
          </p:cNvPr>
          <p:cNvSpPr>
            <a:spLocks/>
          </p:cNvSpPr>
          <p:nvPr/>
        </p:nvSpPr>
        <p:spPr>
          <a:xfrm rot="11787993">
            <a:off x="9946076" y="4812655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Heart 40">
            <a:extLst>
              <a:ext uri="{FF2B5EF4-FFF2-40B4-BE49-F238E27FC236}">
                <a16:creationId xmlns:a16="http://schemas.microsoft.com/office/drawing/2014/main" id="{C61476B6-D1EE-F374-77FA-FF200664A734}"/>
              </a:ext>
            </a:extLst>
          </p:cNvPr>
          <p:cNvSpPr>
            <a:spLocks/>
          </p:cNvSpPr>
          <p:nvPr/>
        </p:nvSpPr>
        <p:spPr>
          <a:xfrm rot="16309861">
            <a:off x="10267352" y="4985647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Heart 101">
            <a:extLst>
              <a:ext uri="{FF2B5EF4-FFF2-40B4-BE49-F238E27FC236}">
                <a16:creationId xmlns:a16="http://schemas.microsoft.com/office/drawing/2014/main" id="{615872AB-2290-65E5-2BE2-324F8315E1EF}"/>
              </a:ext>
            </a:extLst>
          </p:cNvPr>
          <p:cNvSpPr>
            <a:spLocks/>
          </p:cNvSpPr>
          <p:nvPr/>
        </p:nvSpPr>
        <p:spPr>
          <a:xfrm rot="17339358">
            <a:off x="10419752" y="4139615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Heart 102">
            <a:extLst>
              <a:ext uri="{FF2B5EF4-FFF2-40B4-BE49-F238E27FC236}">
                <a16:creationId xmlns:a16="http://schemas.microsoft.com/office/drawing/2014/main" id="{F365AA0D-C324-9154-A4E0-AEB2D618656C}"/>
              </a:ext>
            </a:extLst>
          </p:cNvPr>
          <p:cNvSpPr>
            <a:spLocks/>
          </p:cNvSpPr>
          <p:nvPr/>
        </p:nvSpPr>
        <p:spPr>
          <a:xfrm rot="16309861">
            <a:off x="10055230" y="3663265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5-Point Star 104">
            <a:extLst>
              <a:ext uri="{FF2B5EF4-FFF2-40B4-BE49-F238E27FC236}">
                <a16:creationId xmlns:a16="http://schemas.microsoft.com/office/drawing/2014/main" id="{7402BC98-FE9A-E760-C4F0-07CA568024E6}"/>
              </a:ext>
            </a:extLst>
          </p:cNvPr>
          <p:cNvSpPr>
            <a:spLocks noChangeAspect="1"/>
          </p:cNvSpPr>
          <p:nvPr/>
        </p:nvSpPr>
        <p:spPr>
          <a:xfrm rot="13546867">
            <a:off x="10759439" y="4979553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1B8B2D99-683F-2140-3521-2881063F4B6D}"/>
              </a:ext>
            </a:extLst>
          </p:cNvPr>
          <p:cNvCxnSpPr>
            <a:cxnSpLocks/>
          </p:cNvCxnSpPr>
          <p:nvPr/>
        </p:nvCxnSpPr>
        <p:spPr>
          <a:xfrm flipV="1">
            <a:off x="5555410" y="3069554"/>
            <a:ext cx="6452559" cy="553960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6A2C2D81-B117-AABB-7670-C94B3F855E23}"/>
              </a:ext>
            </a:extLst>
          </p:cNvPr>
          <p:cNvCxnSpPr>
            <a:cxnSpLocks/>
          </p:cNvCxnSpPr>
          <p:nvPr/>
        </p:nvCxnSpPr>
        <p:spPr>
          <a:xfrm rot="-420000">
            <a:off x="9061392" y="5290916"/>
            <a:ext cx="107404" cy="207111"/>
          </a:xfrm>
          <a:prstGeom prst="line">
            <a:avLst/>
          </a:prstGeom>
          <a:ln w="101600">
            <a:solidFill>
              <a:srgbClr val="00BFF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D46B4095-EC89-09D8-C022-CC72F012889C}"/>
              </a:ext>
            </a:extLst>
          </p:cNvPr>
          <p:cNvCxnSpPr>
            <a:cxnSpLocks/>
          </p:cNvCxnSpPr>
          <p:nvPr/>
        </p:nvCxnSpPr>
        <p:spPr>
          <a:xfrm>
            <a:off x="8442961" y="5527040"/>
            <a:ext cx="289993" cy="339633"/>
          </a:xfrm>
          <a:prstGeom prst="line">
            <a:avLst/>
          </a:prstGeom>
          <a:ln w="101600">
            <a:solidFill>
              <a:srgbClr val="00BFF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B319D742-A6AF-887C-69B5-9615FF62EAB6}"/>
              </a:ext>
            </a:extLst>
          </p:cNvPr>
          <p:cNvCxnSpPr>
            <a:cxnSpLocks/>
          </p:cNvCxnSpPr>
          <p:nvPr/>
        </p:nvCxnSpPr>
        <p:spPr>
          <a:xfrm rot="-180000">
            <a:off x="10106494" y="4722825"/>
            <a:ext cx="258677" cy="365136"/>
          </a:xfrm>
          <a:prstGeom prst="line">
            <a:avLst/>
          </a:prstGeom>
          <a:ln w="101600">
            <a:solidFill>
              <a:srgbClr val="00BFF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8EAFD637-A397-58B0-C135-9E5CD0B83A78}"/>
              </a:ext>
            </a:extLst>
          </p:cNvPr>
          <p:cNvCxnSpPr>
            <a:cxnSpLocks/>
          </p:cNvCxnSpPr>
          <p:nvPr/>
        </p:nvCxnSpPr>
        <p:spPr>
          <a:xfrm rot="-900000">
            <a:off x="9994052" y="4820713"/>
            <a:ext cx="80605" cy="150888"/>
          </a:xfrm>
          <a:prstGeom prst="line">
            <a:avLst/>
          </a:prstGeom>
          <a:ln w="101600">
            <a:solidFill>
              <a:srgbClr val="00BFF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F27A02FC-6C13-70D3-4816-B6248214F917}"/>
              </a:ext>
            </a:extLst>
          </p:cNvPr>
          <p:cNvCxnSpPr>
            <a:cxnSpLocks/>
          </p:cNvCxnSpPr>
          <p:nvPr/>
        </p:nvCxnSpPr>
        <p:spPr>
          <a:xfrm rot="-1020000" flipH="1" flipV="1">
            <a:off x="10712570" y="4094999"/>
            <a:ext cx="30273" cy="59238"/>
          </a:xfrm>
          <a:prstGeom prst="line">
            <a:avLst/>
          </a:prstGeom>
          <a:ln w="101600">
            <a:solidFill>
              <a:srgbClr val="00BFF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5D5E7F4C-D693-4694-6A24-0BCE40FF75D2}"/>
              </a:ext>
            </a:extLst>
          </p:cNvPr>
          <p:cNvCxnSpPr>
            <a:cxnSpLocks/>
          </p:cNvCxnSpPr>
          <p:nvPr/>
        </p:nvCxnSpPr>
        <p:spPr>
          <a:xfrm rot="-1020000" flipH="1" flipV="1">
            <a:off x="9523850" y="5212599"/>
            <a:ext cx="30273" cy="59238"/>
          </a:xfrm>
          <a:prstGeom prst="line">
            <a:avLst/>
          </a:prstGeom>
          <a:ln w="101600">
            <a:solidFill>
              <a:srgbClr val="00BFF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C74139EA-5468-B420-68E6-378C900A8CBE}"/>
              </a:ext>
            </a:extLst>
          </p:cNvPr>
          <p:cNvSpPr txBox="1"/>
          <p:nvPr/>
        </p:nvSpPr>
        <p:spPr>
          <a:xfrm>
            <a:off x="6536804" y="5880089"/>
            <a:ext cx="12554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BFFF"/>
                </a:solidFill>
              </a:rPr>
              <a:t>Slack</a:t>
            </a:r>
          </a:p>
        </p:txBody>
      </p:sp>
    </p:spTree>
    <p:extLst>
      <p:ext uri="{BB962C8B-B14F-4D97-AF65-F5344CB8AC3E}">
        <p14:creationId xmlns:p14="http://schemas.microsoft.com/office/powerpoint/2010/main" val="4153037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Rectangle 119">
            <a:extLst>
              <a:ext uri="{FF2B5EF4-FFF2-40B4-BE49-F238E27FC236}">
                <a16:creationId xmlns:a16="http://schemas.microsoft.com/office/drawing/2014/main" id="{2B8401C5-7540-B1FB-61B6-A622A7D52018}"/>
              </a:ext>
            </a:extLst>
          </p:cNvPr>
          <p:cNvSpPr/>
          <p:nvPr/>
        </p:nvSpPr>
        <p:spPr>
          <a:xfrm rot="2938951">
            <a:off x="8406337" y="1546833"/>
            <a:ext cx="923474" cy="8614880"/>
          </a:xfrm>
          <a:prstGeom prst="rect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785A5F-3E9A-D3D1-3168-9D138359C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</a:t>
            </a:r>
            <a:r>
              <a:rPr lang="en-US" dirty="0" err="1"/>
              <a:t>Overlaping</a:t>
            </a:r>
            <a:r>
              <a:rPr lang="en-US" dirty="0"/>
              <a:t> Classes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15E0E8F5-FF71-712F-2523-CDFB270812E5}"/>
              </a:ext>
            </a:extLst>
          </p:cNvPr>
          <p:cNvGrpSpPr/>
          <p:nvPr/>
        </p:nvGrpSpPr>
        <p:grpSpPr>
          <a:xfrm>
            <a:off x="6558264" y="3212757"/>
            <a:ext cx="5165124" cy="5165124"/>
            <a:chOff x="6672648" y="2866768"/>
            <a:chExt cx="5165124" cy="5165124"/>
          </a:xfrm>
        </p:grpSpPr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2571B3E6-C329-50E1-82A2-6B2CD09E510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2648" y="2866768"/>
              <a:ext cx="0" cy="5165124"/>
            </a:xfrm>
            <a:prstGeom prst="straightConnector1">
              <a:avLst/>
            </a:prstGeom>
            <a:ln w="762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8D5D6CF1-8703-F3D8-AFC3-3E7A4103CC34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9255210" y="5449330"/>
              <a:ext cx="0" cy="5165124"/>
            </a:xfrm>
            <a:prstGeom prst="straightConnector1">
              <a:avLst/>
            </a:prstGeom>
            <a:ln w="762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sp>
        <p:nvSpPr>
          <p:cNvPr id="44" name="5-Point Star 43">
            <a:extLst>
              <a:ext uri="{FF2B5EF4-FFF2-40B4-BE49-F238E27FC236}">
                <a16:creationId xmlns:a16="http://schemas.microsoft.com/office/drawing/2014/main" id="{543CC6DE-BCF5-F71D-5211-369FEFCE8E8A}"/>
              </a:ext>
            </a:extLst>
          </p:cNvPr>
          <p:cNvSpPr>
            <a:spLocks noChangeAspect="1"/>
          </p:cNvSpPr>
          <p:nvPr/>
        </p:nvSpPr>
        <p:spPr>
          <a:xfrm rot="17187993">
            <a:off x="11201399" y="6663998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5" name="5-Point Star 44">
            <a:extLst>
              <a:ext uri="{FF2B5EF4-FFF2-40B4-BE49-F238E27FC236}">
                <a16:creationId xmlns:a16="http://schemas.microsoft.com/office/drawing/2014/main" id="{2E1F2420-15B3-C216-2BA6-6FB355B48195}"/>
              </a:ext>
            </a:extLst>
          </p:cNvPr>
          <p:cNvSpPr>
            <a:spLocks noChangeAspect="1"/>
          </p:cNvSpPr>
          <p:nvPr/>
        </p:nvSpPr>
        <p:spPr>
          <a:xfrm rot="17187993">
            <a:off x="11125199" y="7508380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6" name="5-Point Star 45">
            <a:extLst>
              <a:ext uri="{FF2B5EF4-FFF2-40B4-BE49-F238E27FC236}">
                <a16:creationId xmlns:a16="http://schemas.microsoft.com/office/drawing/2014/main" id="{52458FF5-4AFA-80CA-9708-0F4FB14EDA56}"/>
              </a:ext>
            </a:extLst>
          </p:cNvPr>
          <p:cNvSpPr>
            <a:spLocks noChangeAspect="1"/>
          </p:cNvSpPr>
          <p:nvPr/>
        </p:nvSpPr>
        <p:spPr>
          <a:xfrm rot="17187993">
            <a:off x="10192259" y="6816398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7" name="5-Point Star 46">
            <a:extLst>
              <a:ext uri="{FF2B5EF4-FFF2-40B4-BE49-F238E27FC236}">
                <a16:creationId xmlns:a16="http://schemas.microsoft.com/office/drawing/2014/main" id="{4F8590E7-5B51-F35B-3E32-6CB5FE151ED2}"/>
              </a:ext>
            </a:extLst>
          </p:cNvPr>
          <p:cNvSpPr>
            <a:spLocks noChangeAspect="1"/>
          </p:cNvSpPr>
          <p:nvPr/>
        </p:nvSpPr>
        <p:spPr>
          <a:xfrm rot="19407426">
            <a:off x="11353799" y="5219282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8" name="5-Point Star 47">
            <a:extLst>
              <a:ext uri="{FF2B5EF4-FFF2-40B4-BE49-F238E27FC236}">
                <a16:creationId xmlns:a16="http://schemas.microsoft.com/office/drawing/2014/main" id="{D143C6F5-31DC-2288-AE25-A4766470F96E}"/>
              </a:ext>
            </a:extLst>
          </p:cNvPr>
          <p:cNvSpPr>
            <a:spLocks noChangeAspect="1"/>
          </p:cNvSpPr>
          <p:nvPr/>
        </p:nvSpPr>
        <p:spPr>
          <a:xfrm rot="19407426">
            <a:off x="11506199" y="6063664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9" name="5-Point Star 48">
            <a:extLst>
              <a:ext uri="{FF2B5EF4-FFF2-40B4-BE49-F238E27FC236}">
                <a16:creationId xmlns:a16="http://schemas.microsoft.com/office/drawing/2014/main" id="{C6BDCCCB-388A-4902-3F8D-82D746B0B66A}"/>
              </a:ext>
            </a:extLst>
          </p:cNvPr>
          <p:cNvSpPr>
            <a:spLocks noChangeAspect="1"/>
          </p:cNvSpPr>
          <p:nvPr/>
        </p:nvSpPr>
        <p:spPr>
          <a:xfrm rot="19407426">
            <a:off x="10344659" y="5371682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0" name="5-Point Star 49">
            <a:extLst>
              <a:ext uri="{FF2B5EF4-FFF2-40B4-BE49-F238E27FC236}">
                <a16:creationId xmlns:a16="http://schemas.microsoft.com/office/drawing/2014/main" id="{A42EF5CF-66DF-DA2B-9956-FF290E185635}"/>
              </a:ext>
            </a:extLst>
          </p:cNvPr>
          <p:cNvSpPr>
            <a:spLocks noChangeAspect="1"/>
          </p:cNvSpPr>
          <p:nvPr/>
        </p:nvSpPr>
        <p:spPr>
          <a:xfrm rot="14809802">
            <a:off x="9444674" y="6816398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1" name="5-Point Star 50">
            <a:extLst>
              <a:ext uri="{FF2B5EF4-FFF2-40B4-BE49-F238E27FC236}">
                <a16:creationId xmlns:a16="http://schemas.microsoft.com/office/drawing/2014/main" id="{753953E6-4D5B-9C71-06D3-874B249DEF98}"/>
              </a:ext>
            </a:extLst>
          </p:cNvPr>
          <p:cNvSpPr>
            <a:spLocks noChangeAspect="1"/>
          </p:cNvSpPr>
          <p:nvPr/>
        </p:nvSpPr>
        <p:spPr>
          <a:xfrm rot="14809802">
            <a:off x="8138354" y="6968798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2" name="5-Point Star 51">
            <a:extLst>
              <a:ext uri="{FF2B5EF4-FFF2-40B4-BE49-F238E27FC236}">
                <a16:creationId xmlns:a16="http://schemas.microsoft.com/office/drawing/2014/main" id="{14AF48D9-0AAD-9064-F3AB-12F21BB976D2}"/>
              </a:ext>
            </a:extLst>
          </p:cNvPr>
          <p:cNvSpPr>
            <a:spLocks noChangeAspect="1"/>
          </p:cNvSpPr>
          <p:nvPr/>
        </p:nvSpPr>
        <p:spPr>
          <a:xfrm rot="17029235">
            <a:off x="9978074" y="6216064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3" name="5-Point Star 52">
            <a:extLst>
              <a:ext uri="{FF2B5EF4-FFF2-40B4-BE49-F238E27FC236}">
                <a16:creationId xmlns:a16="http://schemas.microsoft.com/office/drawing/2014/main" id="{102AA1E4-D41D-ED38-8823-654C4973415A}"/>
              </a:ext>
            </a:extLst>
          </p:cNvPr>
          <p:cNvSpPr>
            <a:spLocks noChangeAspect="1"/>
          </p:cNvSpPr>
          <p:nvPr/>
        </p:nvSpPr>
        <p:spPr>
          <a:xfrm rot="16691140">
            <a:off x="11353799" y="5639409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4" name="5-Point Star 53">
            <a:extLst>
              <a:ext uri="{FF2B5EF4-FFF2-40B4-BE49-F238E27FC236}">
                <a16:creationId xmlns:a16="http://schemas.microsoft.com/office/drawing/2014/main" id="{D85BDB10-FD7D-2FFE-3692-3B39C19C119B}"/>
              </a:ext>
            </a:extLst>
          </p:cNvPr>
          <p:cNvSpPr>
            <a:spLocks noChangeAspect="1"/>
          </p:cNvSpPr>
          <p:nvPr/>
        </p:nvSpPr>
        <p:spPr>
          <a:xfrm rot="18910573">
            <a:off x="11506199" y="4423293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5" name="5-Point Star 54">
            <a:extLst>
              <a:ext uri="{FF2B5EF4-FFF2-40B4-BE49-F238E27FC236}">
                <a16:creationId xmlns:a16="http://schemas.microsoft.com/office/drawing/2014/main" id="{21FCA0A1-3425-FA3B-7EA6-7186C923083A}"/>
              </a:ext>
            </a:extLst>
          </p:cNvPr>
          <p:cNvSpPr>
            <a:spLocks noChangeAspect="1"/>
          </p:cNvSpPr>
          <p:nvPr/>
        </p:nvSpPr>
        <p:spPr>
          <a:xfrm rot="18910573">
            <a:off x="11658599" y="5153375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6" name="5-Point Star 55">
            <a:extLst>
              <a:ext uri="{FF2B5EF4-FFF2-40B4-BE49-F238E27FC236}">
                <a16:creationId xmlns:a16="http://schemas.microsoft.com/office/drawing/2014/main" id="{7137E658-B0C7-04C6-351B-8CED364B0537}"/>
              </a:ext>
            </a:extLst>
          </p:cNvPr>
          <p:cNvSpPr>
            <a:spLocks noChangeAspect="1"/>
          </p:cNvSpPr>
          <p:nvPr/>
        </p:nvSpPr>
        <p:spPr>
          <a:xfrm rot="17187993">
            <a:off x="10111941" y="7434240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7" name="5-Point Star 56">
            <a:extLst>
              <a:ext uri="{FF2B5EF4-FFF2-40B4-BE49-F238E27FC236}">
                <a16:creationId xmlns:a16="http://schemas.microsoft.com/office/drawing/2014/main" id="{70DAC4EC-9A93-E622-5DBA-B93D47BC3F94}"/>
              </a:ext>
            </a:extLst>
          </p:cNvPr>
          <p:cNvSpPr>
            <a:spLocks noChangeAspect="1"/>
          </p:cNvSpPr>
          <p:nvPr/>
        </p:nvSpPr>
        <p:spPr>
          <a:xfrm rot="17187993">
            <a:off x="9102801" y="7586640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8" name="5-Point Star 57">
            <a:extLst>
              <a:ext uri="{FF2B5EF4-FFF2-40B4-BE49-F238E27FC236}">
                <a16:creationId xmlns:a16="http://schemas.microsoft.com/office/drawing/2014/main" id="{A5FDAEB5-F14D-C16A-BD51-B2F5ECDAD99B}"/>
              </a:ext>
            </a:extLst>
          </p:cNvPr>
          <p:cNvSpPr>
            <a:spLocks noChangeAspect="1"/>
          </p:cNvSpPr>
          <p:nvPr/>
        </p:nvSpPr>
        <p:spPr>
          <a:xfrm rot="14809802">
            <a:off x="8583816" y="7586640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9" name="5-Point Star 58">
            <a:extLst>
              <a:ext uri="{FF2B5EF4-FFF2-40B4-BE49-F238E27FC236}">
                <a16:creationId xmlns:a16="http://schemas.microsoft.com/office/drawing/2014/main" id="{B5168312-A2CE-BDAB-B07C-8060F09C44A9}"/>
              </a:ext>
            </a:extLst>
          </p:cNvPr>
          <p:cNvSpPr>
            <a:spLocks noChangeAspect="1"/>
          </p:cNvSpPr>
          <p:nvPr/>
        </p:nvSpPr>
        <p:spPr>
          <a:xfrm rot="17029235">
            <a:off x="8591436" y="7100606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97BECBF-A583-B842-412A-056A8A2063B7}"/>
              </a:ext>
            </a:extLst>
          </p:cNvPr>
          <p:cNvSpPr/>
          <p:nvPr/>
        </p:nvSpPr>
        <p:spPr>
          <a:xfrm>
            <a:off x="13567719" y="2644346"/>
            <a:ext cx="3212757" cy="2048403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5-Point Star 60">
            <a:extLst>
              <a:ext uri="{FF2B5EF4-FFF2-40B4-BE49-F238E27FC236}">
                <a16:creationId xmlns:a16="http://schemas.microsoft.com/office/drawing/2014/main" id="{A1AD327D-40DA-2CD5-BBD7-551F169316F5}"/>
              </a:ext>
            </a:extLst>
          </p:cNvPr>
          <p:cNvSpPr>
            <a:spLocks noChangeAspect="1"/>
          </p:cNvSpPr>
          <p:nvPr/>
        </p:nvSpPr>
        <p:spPr>
          <a:xfrm>
            <a:off x="14000207" y="4056708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697360D-5751-A5EE-9052-117917BB3723}"/>
              </a:ext>
            </a:extLst>
          </p:cNvPr>
          <p:cNvSpPr txBox="1"/>
          <p:nvPr/>
        </p:nvSpPr>
        <p:spPr>
          <a:xfrm>
            <a:off x="14556259" y="3892282"/>
            <a:ext cx="19029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Class 2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9D2C30E-7237-D8B4-0BBE-28CB28E10F4E}"/>
              </a:ext>
            </a:extLst>
          </p:cNvPr>
          <p:cNvSpPr txBox="1"/>
          <p:nvPr/>
        </p:nvSpPr>
        <p:spPr>
          <a:xfrm>
            <a:off x="14222626" y="2685427"/>
            <a:ext cx="19029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</a:rPr>
              <a:t>Legend</a:t>
            </a:r>
          </a:p>
        </p:txBody>
      </p:sp>
      <p:sp>
        <p:nvSpPr>
          <p:cNvPr id="64" name="5-Point Star 63">
            <a:extLst>
              <a:ext uri="{FF2B5EF4-FFF2-40B4-BE49-F238E27FC236}">
                <a16:creationId xmlns:a16="http://schemas.microsoft.com/office/drawing/2014/main" id="{D56B3AFF-4C5C-D6B2-D6C6-28995854DEFD}"/>
              </a:ext>
            </a:extLst>
          </p:cNvPr>
          <p:cNvSpPr>
            <a:spLocks noChangeAspect="1"/>
          </p:cNvSpPr>
          <p:nvPr/>
        </p:nvSpPr>
        <p:spPr>
          <a:xfrm rot="14809802">
            <a:off x="10274633" y="6240776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5" name="5-Point Star 64">
            <a:extLst>
              <a:ext uri="{FF2B5EF4-FFF2-40B4-BE49-F238E27FC236}">
                <a16:creationId xmlns:a16="http://schemas.microsoft.com/office/drawing/2014/main" id="{BE29E911-FB53-B8AB-F7FC-0650E5CB79E8}"/>
              </a:ext>
            </a:extLst>
          </p:cNvPr>
          <p:cNvSpPr>
            <a:spLocks noChangeAspect="1"/>
          </p:cNvSpPr>
          <p:nvPr/>
        </p:nvSpPr>
        <p:spPr>
          <a:xfrm rot="17029235">
            <a:off x="10727715" y="6441164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6" name="5-Point Star 65">
            <a:extLst>
              <a:ext uri="{FF2B5EF4-FFF2-40B4-BE49-F238E27FC236}">
                <a16:creationId xmlns:a16="http://schemas.microsoft.com/office/drawing/2014/main" id="{197EEDBA-2D3C-44B2-E7D4-036D53C84474}"/>
              </a:ext>
            </a:extLst>
          </p:cNvPr>
          <p:cNvSpPr>
            <a:spLocks noChangeAspect="1"/>
          </p:cNvSpPr>
          <p:nvPr/>
        </p:nvSpPr>
        <p:spPr>
          <a:xfrm rot="17187993">
            <a:off x="8904480" y="7314791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7" name="5-Point Star 66">
            <a:extLst>
              <a:ext uri="{FF2B5EF4-FFF2-40B4-BE49-F238E27FC236}">
                <a16:creationId xmlns:a16="http://schemas.microsoft.com/office/drawing/2014/main" id="{9A59A454-F297-698E-0BD7-F9B4A48B012B}"/>
              </a:ext>
            </a:extLst>
          </p:cNvPr>
          <p:cNvSpPr>
            <a:spLocks noChangeAspect="1"/>
          </p:cNvSpPr>
          <p:nvPr/>
        </p:nvSpPr>
        <p:spPr>
          <a:xfrm rot="19407426">
            <a:off x="9354060" y="5870075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8" name="5-Point Star 67">
            <a:extLst>
              <a:ext uri="{FF2B5EF4-FFF2-40B4-BE49-F238E27FC236}">
                <a16:creationId xmlns:a16="http://schemas.microsoft.com/office/drawing/2014/main" id="{C056B76C-2C88-EA20-5FF2-8AFD3675F220}"/>
              </a:ext>
            </a:extLst>
          </p:cNvPr>
          <p:cNvSpPr>
            <a:spLocks noChangeAspect="1"/>
          </p:cNvSpPr>
          <p:nvPr/>
        </p:nvSpPr>
        <p:spPr>
          <a:xfrm rot="17187993">
            <a:off x="9349942" y="7932633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9" name="5-Point Star 68">
            <a:extLst>
              <a:ext uri="{FF2B5EF4-FFF2-40B4-BE49-F238E27FC236}">
                <a16:creationId xmlns:a16="http://schemas.microsoft.com/office/drawing/2014/main" id="{BB5C643B-0E64-F010-FE56-718BEF10A30D}"/>
              </a:ext>
            </a:extLst>
          </p:cNvPr>
          <p:cNvSpPr>
            <a:spLocks noChangeAspect="1"/>
          </p:cNvSpPr>
          <p:nvPr/>
        </p:nvSpPr>
        <p:spPr>
          <a:xfrm rot="14809802">
            <a:off x="8986854" y="6853469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0" name="5-Point Star 69">
            <a:extLst>
              <a:ext uri="{FF2B5EF4-FFF2-40B4-BE49-F238E27FC236}">
                <a16:creationId xmlns:a16="http://schemas.microsoft.com/office/drawing/2014/main" id="{32D370B7-7918-F4B3-C439-3504D348078D}"/>
              </a:ext>
            </a:extLst>
          </p:cNvPr>
          <p:cNvSpPr>
            <a:spLocks noChangeAspect="1"/>
          </p:cNvSpPr>
          <p:nvPr/>
        </p:nvSpPr>
        <p:spPr>
          <a:xfrm rot="17029235">
            <a:off x="9965716" y="6985277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1" name="Heart 70">
            <a:extLst>
              <a:ext uri="{FF2B5EF4-FFF2-40B4-BE49-F238E27FC236}">
                <a16:creationId xmlns:a16="http://schemas.microsoft.com/office/drawing/2014/main" id="{4D5436AC-BFAA-0FF7-048E-601770BF0232}"/>
              </a:ext>
            </a:extLst>
          </p:cNvPr>
          <p:cNvSpPr>
            <a:spLocks/>
          </p:cNvSpPr>
          <p:nvPr/>
        </p:nvSpPr>
        <p:spPr>
          <a:xfrm rot="17187993">
            <a:off x="7780960" y="4382437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Heart 71">
            <a:extLst>
              <a:ext uri="{FF2B5EF4-FFF2-40B4-BE49-F238E27FC236}">
                <a16:creationId xmlns:a16="http://schemas.microsoft.com/office/drawing/2014/main" id="{0F4B212B-99CB-47A8-26A4-CCA726E59047}"/>
              </a:ext>
            </a:extLst>
          </p:cNvPr>
          <p:cNvSpPr>
            <a:spLocks/>
          </p:cNvSpPr>
          <p:nvPr/>
        </p:nvSpPr>
        <p:spPr>
          <a:xfrm rot="18217490">
            <a:off x="7933360" y="3787865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Heart 72">
            <a:extLst>
              <a:ext uri="{FF2B5EF4-FFF2-40B4-BE49-F238E27FC236}">
                <a16:creationId xmlns:a16="http://schemas.microsoft.com/office/drawing/2014/main" id="{AB2BD0EA-102F-480D-56F9-75E3535E5884}"/>
              </a:ext>
            </a:extLst>
          </p:cNvPr>
          <p:cNvSpPr>
            <a:spLocks/>
          </p:cNvSpPr>
          <p:nvPr/>
        </p:nvSpPr>
        <p:spPr>
          <a:xfrm rot="14943899">
            <a:off x="8794218" y="4382437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Heart 73">
            <a:extLst>
              <a:ext uri="{FF2B5EF4-FFF2-40B4-BE49-F238E27FC236}">
                <a16:creationId xmlns:a16="http://schemas.microsoft.com/office/drawing/2014/main" id="{D05DE051-A849-1724-CAFF-98FAC31D49CF}"/>
              </a:ext>
            </a:extLst>
          </p:cNvPr>
          <p:cNvSpPr>
            <a:spLocks/>
          </p:cNvSpPr>
          <p:nvPr/>
        </p:nvSpPr>
        <p:spPr>
          <a:xfrm rot="15973396">
            <a:off x="8946618" y="3787865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Heart 74">
            <a:extLst>
              <a:ext uri="{FF2B5EF4-FFF2-40B4-BE49-F238E27FC236}">
                <a16:creationId xmlns:a16="http://schemas.microsoft.com/office/drawing/2014/main" id="{20DEE981-6F40-D49A-736E-C4D53A25944D}"/>
              </a:ext>
            </a:extLst>
          </p:cNvPr>
          <p:cNvSpPr>
            <a:spLocks/>
          </p:cNvSpPr>
          <p:nvPr/>
        </p:nvSpPr>
        <p:spPr>
          <a:xfrm rot="15367820">
            <a:off x="7064266" y="5010165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Heart 75">
            <a:extLst>
              <a:ext uri="{FF2B5EF4-FFF2-40B4-BE49-F238E27FC236}">
                <a16:creationId xmlns:a16="http://schemas.microsoft.com/office/drawing/2014/main" id="{1A1D7525-F213-CF22-4BC1-5EC8F6DA5FD6}"/>
              </a:ext>
            </a:extLst>
          </p:cNvPr>
          <p:cNvSpPr>
            <a:spLocks/>
          </p:cNvSpPr>
          <p:nvPr/>
        </p:nvSpPr>
        <p:spPr>
          <a:xfrm rot="16397317">
            <a:off x="7216666" y="4164133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Heart 76">
            <a:extLst>
              <a:ext uri="{FF2B5EF4-FFF2-40B4-BE49-F238E27FC236}">
                <a16:creationId xmlns:a16="http://schemas.microsoft.com/office/drawing/2014/main" id="{181081EF-AEB2-E200-FB69-6E7CAEB89F9E}"/>
              </a:ext>
            </a:extLst>
          </p:cNvPr>
          <p:cNvSpPr>
            <a:spLocks/>
          </p:cNvSpPr>
          <p:nvPr/>
        </p:nvSpPr>
        <p:spPr>
          <a:xfrm rot="13123726">
            <a:off x="8077524" y="5010165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Heart 77">
            <a:extLst>
              <a:ext uri="{FF2B5EF4-FFF2-40B4-BE49-F238E27FC236}">
                <a16:creationId xmlns:a16="http://schemas.microsoft.com/office/drawing/2014/main" id="{A8E0FE29-B933-D5B5-D164-B2A298D18C04}"/>
              </a:ext>
            </a:extLst>
          </p:cNvPr>
          <p:cNvSpPr>
            <a:spLocks/>
          </p:cNvSpPr>
          <p:nvPr/>
        </p:nvSpPr>
        <p:spPr>
          <a:xfrm rot="14153223">
            <a:off x="8229924" y="4164133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Heart 78">
            <a:extLst>
              <a:ext uri="{FF2B5EF4-FFF2-40B4-BE49-F238E27FC236}">
                <a16:creationId xmlns:a16="http://schemas.microsoft.com/office/drawing/2014/main" id="{CF035E6A-74ED-B5F2-2F21-4D11197B0424}"/>
              </a:ext>
            </a:extLst>
          </p:cNvPr>
          <p:cNvSpPr>
            <a:spLocks/>
          </p:cNvSpPr>
          <p:nvPr/>
        </p:nvSpPr>
        <p:spPr>
          <a:xfrm rot="17187993">
            <a:off x="6994243" y="5038380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Heart 79">
            <a:extLst>
              <a:ext uri="{FF2B5EF4-FFF2-40B4-BE49-F238E27FC236}">
                <a16:creationId xmlns:a16="http://schemas.microsoft.com/office/drawing/2014/main" id="{73368FEB-7226-8E66-6AB2-B62ED8741917}"/>
              </a:ext>
            </a:extLst>
          </p:cNvPr>
          <p:cNvSpPr>
            <a:spLocks/>
          </p:cNvSpPr>
          <p:nvPr/>
        </p:nvSpPr>
        <p:spPr>
          <a:xfrm rot="18217490">
            <a:off x="7146643" y="4672408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Heart 80">
            <a:extLst>
              <a:ext uri="{FF2B5EF4-FFF2-40B4-BE49-F238E27FC236}">
                <a16:creationId xmlns:a16="http://schemas.microsoft.com/office/drawing/2014/main" id="{CB64F1B0-D029-CE84-E421-A26B4ED97039}"/>
              </a:ext>
            </a:extLst>
          </p:cNvPr>
          <p:cNvSpPr>
            <a:spLocks/>
          </p:cNvSpPr>
          <p:nvPr/>
        </p:nvSpPr>
        <p:spPr>
          <a:xfrm rot="14153223">
            <a:off x="7443207" y="5117256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Heart 81">
            <a:extLst>
              <a:ext uri="{FF2B5EF4-FFF2-40B4-BE49-F238E27FC236}">
                <a16:creationId xmlns:a16="http://schemas.microsoft.com/office/drawing/2014/main" id="{5D750AD8-3954-E67A-8614-FEAB035C4A50}"/>
              </a:ext>
            </a:extLst>
          </p:cNvPr>
          <p:cNvSpPr>
            <a:spLocks/>
          </p:cNvSpPr>
          <p:nvPr/>
        </p:nvSpPr>
        <p:spPr>
          <a:xfrm rot="17187993">
            <a:off x="8254638" y="3837295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Heart 82">
            <a:extLst>
              <a:ext uri="{FF2B5EF4-FFF2-40B4-BE49-F238E27FC236}">
                <a16:creationId xmlns:a16="http://schemas.microsoft.com/office/drawing/2014/main" id="{EA2E581D-F94E-2445-6CD9-097C6D99D9E5}"/>
              </a:ext>
            </a:extLst>
          </p:cNvPr>
          <p:cNvSpPr>
            <a:spLocks/>
          </p:cNvSpPr>
          <p:nvPr/>
        </p:nvSpPr>
        <p:spPr>
          <a:xfrm rot="18217490">
            <a:off x="8704218" y="3105563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Heart 83">
            <a:extLst>
              <a:ext uri="{FF2B5EF4-FFF2-40B4-BE49-F238E27FC236}">
                <a16:creationId xmlns:a16="http://schemas.microsoft.com/office/drawing/2014/main" id="{006CC6D5-0EB0-B940-7520-326AD6A4A845}"/>
              </a:ext>
            </a:extLst>
          </p:cNvPr>
          <p:cNvSpPr>
            <a:spLocks/>
          </p:cNvSpPr>
          <p:nvPr/>
        </p:nvSpPr>
        <p:spPr>
          <a:xfrm rot="14943899">
            <a:off x="9565076" y="3837295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Heart 84">
            <a:extLst>
              <a:ext uri="{FF2B5EF4-FFF2-40B4-BE49-F238E27FC236}">
                <a16:creationId xmlns:a16="http://schemas.microsoft.com/office/drawing/2014/main" id="{5DBEC741-9C27-7586-CC56-7CF1730F408F}"/>
              </a:ext>
            </a:extLst>
          </p:cNvPr>
          <p:cNvSpPr>
            <a:spLocks/>
          </p:cNvSpPr>
          <p:nvPr/>
        </p:nvSpPr>
        <p:spPr>
          <a:xfrm rot="16397317">
            <a:off x="7690344" y="3550411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Heart 85">
            <a:extLst>
              <a:ext uri="{FF2B5EF4-FFF2-40B4-BE49-F238E27FC236}">
                <a16:creationId xmlns:a16="http://schemas.microsoft.com/office/drawing/2014/main" id="{F6106B45-DD6E-6990-393A-1E8C011F301F}"/>
              </a:ext>
            </a:extLst>
          </p:cNvPr>
          <p:cNvSpPr>
            <a:spLocks/>
          </p:cNvSpPr>
          <p:nvPr/>
        </p:nvSpPr>
        <p:spPr>
          <a:xfrm rot="14153223">
            <a:off x="8703602" y="3550411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Heart 86">
            <a:extLst>
              <a:ext uri="{FF2B5EF4-FFF2-40B4-BE49-F238E27FC236}">
                <a16:creationId xmlns:a16="http://schemas.microsoft.com/office/drawing/2014/main" id="{5303387E-D7EF-5AF5-20A8-E4A285435BBC}"/>
              </a:ext>
            </a:extLst>
          </p:cNvPr>
          <p:cNvSpPr>
            <a:spLocks/>
          </p:cNvSpPr>
          <p:nvPr/>
        </p:nvSpPr>
        <p:spPr>
          <a:xfrm rot="18217490">
            <a:off x="7620321" y="3944386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Heart 87">
            <a:extLst>
              <a:ext uri="{FF2B5EF4-FFF2-40B4-BE49-F238E27FC236}">
                <a16:creationId xmlns:a16="http://schemas.microsoft.com/office/drawing/2014/main" id="{0E303146-563E-59F3-959F-F0064A770197}"/>
              </a:ext>
            </a:extLst>
          </p:cNvPr>
          <p:cNvSpPr>
            <a:spLocks/>
          </p:cNvSpPr>
          <p:nvPr/>
        </p:nvSpPr>
        <p:spPr>
          <a:xfrm rot="109861">
            <a:off x="8575914" y="4010287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Heart 88">
            <a:extLst>
              <a:ext uri="{FF2B5EF4-FFF2-40B4-BE49-F238E27FC236}">
                <a16:creationId xmlns:a16="http://schemas.microsoft.com/office/drawing/2014/main" id="{7C9DCF2D-B1E7-FDCA-2362-CF99B845DD66}"/>
              </a:ext>
            </a:extLst>
          </p:cNvPr>
          <p:cNvSpPr>
            <a:spLocks/>
          </p:cNvSpPr>
          <p:nvPr/>
        </p:nvSpPr>
        <p:spPr>
          <a:xfrm rot="1139358">
            <a:off x="8728314" y="3278555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Heart 90">
            <a:extLst>
              <a:ext uri="{FF2B5EF4-FFF2-40B4-BE49-F238E27FC236}">
                <a16:creationId xmlns:a16="http://schemas.microsoft.com/office/drawing/2014/main" id="{4D0290BA-B122-817D-92E6-A6DE5FD775EF}"/>
              </a:ext>
            </a:extLst>
          </p:cNvPr>
          <p:cNvSpPr>
            <a:spLocks/>
          </p:cNvSpPr>
          <p:nvPr/>
        </p:nvSpPr>
        <p:spPr>
          <a:xfrm rot="20495264">
            <a:off x="10267352" y="3278555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Heart 91">
            <a:extLst>
              <a:ext uri="{FF2B5EF4-FFF2-40B4-BE49-F238E27FC236}">
                <a16:creationId xmlns:a16="http://schemas.microsoft.com/office/drawing/2014/main" id="{CE3CA145-3F0A-5C12-CC5F-C311E66B186C}"/>
              </a:ext>
            </a:extLst>
          </p:cNvPr>
          <p:cNvSpPr>
            <a:spLocks/>
          </p:cNvSpPr>
          <p:nvPr/>
        </p:nvSpPr>
        <p:spPr>
          <a:xfrm rot="20919185">
            <a:off x="8011620" y="3791983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Heart 92">
            <a:extLst>
              <a:ext uri="{FF2B5EF4-FFF2-40B4-BE49-F238E27FC236}">
                <a16:creationId xmlns:a16="http://schemas.microsoft.com/office/drawing/2014/main" id="{4F6F89B0-4372-0B2E-95BA-C04C51BA291F}"/>
              </a:ext>
            </a:extLst>
          </p:cNvPr>
          <p:cNvSpPr>
            <a:spLocks/>
          </p:cNvSpPr>
          <p:nvPr/>
        </p:nvSpPr>
        <p:spPr>
          <a:xfrm rot="18675091">
            <a:off x="9024878" y="3791983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Heart 93">
            <a:extLst>
              <a:ext uri="{FF2B5EF4-FFF2-40B4-BE49-F238E27FC236}">
                <a16:creationId xmlns:a16="http://schemas.microsoft.com/office/drawing/2014/main" id="{22D4B703-BC7A-8D6B-8AC2-778F5ACEA4F4}"/>
              </a:ext>
            </a:extLst>
          </p:cNvPr>
          <p:cNvSpPr>
            <a:spLocks/>
          </p:cNvSpPr>
          <p:nvPr/>
        </p:nvSpPr>
        <p:spPr>
          <a:xfrm rot="1139358">
            <a:off x="7941597" y="4117378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Heart 94">
            <a:extLst>
              <a:ext uri="{FF2B5EF4-FFF2-40B4-BE49-F238E27FC236}">
                <a16:creationId xmlns:a16="http://schemas.microsoft.com/office/drawing/2014/main" id="{04EB5C02-D63B-141E-5AA8-9AD2BA7A4B65}"/>
              </a:ext>
            </a:extLst>
          </p:cNvPr>
          <p:cNvSpPr>
            <a:spLocks/>
          </p:cNvSpPr>
          <p:nvPr/>
        </p:nvSpPr>
        <p:spPr>
          <a:xfrm rot="109861">
            <a:off x="9049592" y="3327985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Heart 95">
            <a:extLst>
              <a:ext uri="{FF2B5EF4-FFF2-40B4-BE49-F238E27FC236}">
                <a16:creationId xmlns:a16="http://schemas.microsoft.com/office/drawing/2014/main" id="{C5F51962-2DDB-9404-B55A-A9509A44F489}"/>
              </a:ext>
            </a:extLst>
          </p:cNvPr>
          <p:cNvSpPr>
            <a:spLocks/>
          </p:cNvSpPr>
          <p:nvPr/>
        </p:nvSpPr>
        <p:spPr>
          <a:xfrm rot="19465767">
            <a:off x="10588630" y="3327985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Heart 96">
            <a:extLst>
              <a:ext uri="{FF2B5EF4-FFF2-40B4-BE49-F238E27FC236}">
                <a16:creationId xmlns:a16="http://schemas.microsoft.com/office/drawing/2014/main" id="{154FD3D1-8D2C-8A44-80EB-E15ED7404E0F}"/>
              </a:ext>
            </a:extLst>
          </p:cNvPr>
          <p:cNvSpPr>
            <a:spLocks/>
          </p:cNvSpPr>
          <p:nvPr/>
        </p:nvSpPr>
        <p:spPr>
          <a:xfrm rot="20919185">
            <a:off x="8782478" y="3109681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Heart 97">
            <a:extLst>
              <a:ext uri="{FF2B5EF4-FFF2-40B4-BE49-F238E27FC236}">
                <a16:creationId xmlns:a16="http://schemas.microsoft.com/office/drawing/2014/main" id="{8637BA9F-682E-4399-507D-2B81B4A3624F}"/>
              </a:ext>
            </a:extLst>
          </p:cNvPr>
          <p:cNvSpPr>
            <a:spLocks/>
          </p:cNvSpPr>
          <p:nvPr/>
        </p:nvSpPr>
        <p:spPr>
          <a:xfrm rot="18675091">
            <a:off x="10024336" y="3109681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Heart 98">
            <a:extLst>
              <a:ext uri="{FF2B5EF4-FFF2-40B4-BE49-F238E27FC236}">
                <a16:creationId xmlns:a16="http://schemas.microsoft.com/office/drawing/2014/main" id="{B7A4EB01-E000-3B08-5929-AEA5F96753EB}"/>
              </a:ext>
            </a:extLst>
          </p:cNvPr>
          <p:cNvSpPr>
            <a:spLocks/>
          </p:cNvSpPr>
          <p:nvPr/>
        </p:nvSpPr>
        <p:spPr>
          <a:xfrm rot="1139358">
            <a:off x="8415275" y="3435076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Heart 99">
            <a:extLst>
              <a:ext uri="{FF2B5EF4-FFF2-40B4-BE49-F238E27FC236}">
                <a16:creationId xmlns:a16="http://schemas.microsoft.com/office/drawing/2014/main" id="{48666977-11D0-45F9-CC11-090DD706BEFF}"/>
              </a:ext>
            </a:extLst>
          </p:cNvPr>
          <p:cNvSpPr>
            <a:spLocks/>
          </p:cNvSpPr>
          <p:nvPr/>
        </p:nvSpPr>
        <p:spPr>
          <a:xfrm>
            <a:off x="13988052" y="3583145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2F315BE7-8A68-869A-D5B1-E39916C629AC}"/>
              </a:ext>
            </a:extLst>
          </p:cNvPr>
          <p:cNvSpPr txBox="1"/>
          <p:nvPr/>
        </p:nvSpPr>
        <p:spPr>
          <a:xfrm>
            <a:off x="14535661" y="3402132"/>
            <a:ext cx="19029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Class 1</a:t>
            </a:r>
          </a:p>
        </p:txBody>
      </p:sp>
      <p:sp>
        <p:nvSpPr>
          <p:cNvPr id="4" name="Heart 3">
            <a:extLst>
              <a:ext uri="{FF2B5EF4-FFF2-40B4-BE49-F238E27FC236}">
                <a16:creationId xmlns:a16="http://schemas.microsoft.com/office/drawing/2014/main" id="{9B0CA2E4-69D2-4540-D0E2-335DF0E7A783}"/>
              </a:ext>
            </a:extLst>
          </p:cNvPr>
          <p:cNvSpPr>
            <a:spLocks/>
          </p:cNvSpPr>
          <p:nvPr/>
        </p:nvSpPr>
        <p:spPr>
          <a:xfrm rot="10051704">
            <a:off x="8481798" y="4968965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Heart 4">
            <a:extLst>
              <a:ext uri="{FF2B5EF4-FFF2-40B4-BE49-F238E27FC236}">
                <a16:creationId xmlns:a16="http://schemas.microsoft.com/office/drawing/2014/main" id="{E81CF94F-101F-20F5-A301-F2A52FBBCC2C}"/>
              </a:ext>
            </a:extLst>
          </p:cNvPr>
          <p:cNvSpPr>
            <a:spLocks/>
          </p:cNvSpPr>
          <p:nvPr/>
        </p:nvSpPr>
        <p:spPr>
          <a:xfrm rot="8231531">
            <a:off x="7765104" y="5345233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Heart 5">
            <a:extLst>
              <a:ext uri="{FF2B5EF4-FFF2-40B4-BE49-F238E27FC236}">
                <a16:creationId xmlns:a16="http://schemas.microsoft.com/office/drawing/2014/main" id="{469FFB5D-C358-6BE6-6985-D1A2FCAF3215}"/>
              </a:ext>
            </a:extLst>
          </p:cNvPr>
          <p:cNvSpPr>
            <a:spLocks/>
          </p:cNvSpPr>
          <p:nvPr/>
        </p:nvSpPr>
        <p:spPr>
          <a:xfrm rot="11266301">
            <a:off x="7789818" y="5018395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Heart 6">
            <a:extLst>
              <a:ext uri="{FF2B5EF4-FFF2-40B4-BE49-F238E27FC236}">
                <a16:creationId xmlns:a16="http://schemas.microsoft.com/office/drawing/2014/main" id="{09354358-EBBD-D3CC-54FF-2477621C907A}"/>
              </a:ext>
            </a:extLst>
          </p:cNvPr>
          <p:cNvSpPr>
            <a:spLocks/>
          </p:cNvSpPr>
          <p:nvPr/>
        </p:nvSpPr>
        <p:spPr>
          <a:xfrm rot="12295798">
            <a:off x="7942218" y="4400963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Heart 7">
            <a:extLst>
              <a:ext uri="{FF2B5EF4-FFF2-40B4-BE49-F238E27FC236}">
                <a16:creationId xmlns:a16="http://schemas.microsoft.com/office/drawing/2014/main" id="{BF841A4C-60D0-9E3E-8FB8-344C586FDD31}"/>
              </a:ext>
            </a:extLst>
          </p:cNvPr>
          <p:cNvSpPr>
            <a:spLocks/>
          </p:cNvSpPr>
          <p:nvPr/>
        </p:nvSpPr>
        <p:spPr>
          <a:xfrm rot="9022207">
            <a:off x="8803076" y="4949815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Heart 8">
            <a:extLst>
              <a:ext uri="{FF2B5EF4-FFF2-40B4-BE49-F238E27FC236}">
                <a16:creationId xmlns:a16="http://schemas.microsoft.com/office/drawing/2014/main" id="{DE13EA9F-EA9A-439B-F09A-A480AA125385}"/>
              </a:ext>
            </a:extLst>
          </p:cNvPr>
          <p:cNvSpPr>
            <a:spLocks/>
          </p:cNvSpPr>
          <p:nvPr/>
        </p:nvSpPr>
        <p:spPr>
          <a:xfrm rot="8231531">
            <a:off x="8238782" y="5028691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Heart 9">
            <a:extLst>
              <a:ext uri="{FF2B5EF4-FFF2-40B4-BE49-F238E27FC236}">
                <a16:creationId xmlns:a16="http://schemas.microsoft.com/office/drawing/2014/main" id="{3D204E9D-BAF9-501C-0B5A-59B04115CE7A}"/>
              </a:ext>
            </a:extLst>
          </p:cNvPr>
          <p:cNvSpPr>
            <a:spLocks/>
          </p:cNvSpPr>
          <p:nvPr/>
        </p:nvSpPr>
        <p:spPr>
          <a:xfrm rot="15788169">
            <a:off x="8111094" y="5122807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Heart 10">
            <a:extLst>
              <a:ext uri="{FF2B5EF4-FFF2-40B4-BE49-F238E27FC236}">
                <a16:creationId xmlns:a16="http://schemas.microsoft.com/office/drawing/2014/main" id="{D17A47F6-25DF-7265-2894-A7EC71E6F61F}"/>
              </a:ext>
            </a:extLst>
          </p:cNvPr>
          <p:cNvSpPr>
            <a:spLocks/>
          </p:cNvSpPr>
          <p:nvPr/>
        </p:nvSpPr>
        <p:spPr>
          <a:xfrm rot="16817666">
            <a:off x="8263494" y="4756835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Heart 11">
            <a:extLst>
              <a:ext uri="{FF2B5EF4-FFF2-40B4-BE49-F238E27FC236}">
                <a16:creationId xmlns:a16="http://schemas.microsoft.com/office/drawing/2014/main" id="{909461D1-9607-AEE6-3B3D-BD83A3EA1CCA}"/>
              </a:ext>
            </a:extLst>
          </p:cNvPr>
          <p:cNvSpPr>
            <a:spLocks/>
          </p:cNvSpPr>
          <p:nvPr/>
        </p:nvSpPr>
        <p:spPr>
          <a:xfrm rot="13544075">
            <a:off x="9421532" y="5122807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Heart 12">
            <a:extLst>
              <a:ext uri="{FF2B5EF4-FFF2-40B4-BE49-F238E27FC236}">
                <a16:creationId xmlns:a16="http://schemas.microsoft.com/office/drawing/2014/main" id="{99E495D3-40C6-8780-C3C2-B8F3087217CF}"/>
              </a:ext>
            </a:extLst>
          </p:cNvPr>
          <p:cNvSpPr>
            <a:spLocks/>
          </p:cNvSpPr>
          <p:nvPr/>
        </p:nvSpPr>
        <p:spPr>
          <a:xfrm rot="14573572">
            <a:off x="9573932" y="4756835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Heart 13">
            <a:extLst>
              <a:ext uri="{FF2B5EF4-FFF2-40B4-BE49-F238E27FC236}">
                <a16:creationId xmlns:a16="http://schemas.microsoft.com/office/drawing/2014/main" id="{43A418CD-37A8-5883-2384-68B10223C747}"/>
              </a:ext>
            </a:extLst>
          </p:cNvPr>
          <p:cNvSpPr>
            <a:spLocks/>
          </p:cNvSpPr>
          <p:nvPr/>
        </p:nvSpPr>
        <p:spPr>
          <a:xfrm rot="12753399">
            <a:off x="8560058" y="4973083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Heart 14">
            <a:extLst>
              <a:ext uri="{FF2B5EF4-FFF2-40B4-BE49-F238E27FC236}">
                <a16:creationId xmlns:a16="http://schemas.microsoft.com/office/drawing/2014/main" id="{0C86DAC2-B93C-AB4D-55D8-8B54293B867E}"/>
              </a:ext>
            </a:extLst>
          </p:cNvPr>
          <p:cNvSpPr>
            <a:spLocks/>
          </p:cNvSpPr>
          <p:nvPr/>
        </p:nvSpPr>
        <p:spPr>
          <a:xfrm rot="15788169">
            <a:off x="8584772" y="4806265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Heart 16">
            <a:extLst>
              <a:ext uri="{FF2B5EF4-FFF2-40B4-BE49-F238E27FC236}">
                <a16:creationId xmlns:a16="http://schemas.microsoft.com/office/drawing/2014/main" id="{1B7C4133-5392-6326-024F-8649C8E5D891}"/>
              </a:ext>
            </a:extLst>
          </p:cNvPr>
          <p:cNvSpPr>
            <a:spLocks/>
          </p:cNvSpPr>
          <p:nvPr/>
        </p:nvSpPr>
        <p:spPr>
          <a:xfrm rot="14997493">
            <a:off x="8020478" y="4405081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Heart 17">
            <a:extLst>
              <a:ext uri="{FF2B5EF4-FFF2-40B4-BE49-F238E27FC236}">
                <a16:creationId xmlns:a16="http://schemas.microsoft.com/office/drawing/2014/main" id="{90B95111-BCA2-EC01-E775-BF8F1DE6EFE4}"/>
              </a:ext>
            </a:extLst>
          </p:cNvPr>
          <p:cNvSpPr>
            <a:spLocks/>
          </p:cNvSpPr>
          <p:nvPr/>
        </p:nvSpPr>
        <p:spPr>
          <a:xfrm rot="12753399">
            <a:off x="9033736" y="4405081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Heart 18">
            <a:extLst>
              <a:ext uri="{FF2B5EF4-FFF2-40B4-BE49-F238E27FC236}">
                <a16:creationId xmlns:a16="http://schemas.microsoft.com/office/drawing/2014/main" id="{F87D2421-71E2-5E7C-C915-480E602C40A9}"/>
              </a:ext>
            </a:extLst>
          </p:cNvPr>
          <p:cNvSpPr>
            <a:spLocks/>
          </p:cNvSpPr>
          <p:nvPr/>
        </p:nvSpPr>
        <p:spPr>
          <a:xfrm rot="16817666">
            <a:off x="7950455" y="4913356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5-Point Star 19">
            <a:extLst>
              <a:ext uri="{FF2B5EF4-FFF2-40B4-BE49-F238E27FC236}">
                <a16:creationId xmlns:a16="http://schemas.microsoft.com/office/drawing/2014/main" id="{AD8B1E56-28CC-8BE1-B527-7703180562AB}"/>
              </a:ext>
            </a:extLst>
          </p:cNvPr>
          <p:cNvSpPr>
            <a:spLocks noChangeAspect="1"/>
          </p:cNvSpPr>
          <p:nvPr/>
        </p:nvSpPr>
        <p:spPr>
          <a:xfrm rot="14980193">
            <a:off x="10302239" y="6062018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1" name="5-Point Star 20">
            <a:extLst>
              <a:ext uri="{FF2B5EF4-FFF2-40B4-BE49-F238E27FC236}">
                <a16:creationId xmlns:a16="http://schemas.microsoft.com/office/drawing/2014/main" id="{C7855096-5769-7D26-198E-4110E0F82B65}"/>
              </a:ext>
            </a:extLst>
          </p:cNvPr>
          <p:cNvSpPr>
            <a:spLocks noChangeAspect="1"/>
          </p:cNvSpPr>
          <p:nvPr/>
        </p:nvSpPr>
        <p:spPr>
          <a:xfrm rot="17199626">
            <a:off x="10454639" y="5028782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2" name="5-Point Star 21">
            <a:extLst>
              <a:ext uri="{FF2B5EF4-FFF2-40B4-BE49-F238E27FC236}">
                <a16:creationId xmlns:a16="http://schemas.microsoft.com/office/drawing/2014/main" id="{DAF63D24-D6FD-FBFC-28E8-A3913DDC2A4A}"/>
              </a:ext>
            </a:extLst>
          </p:cNvPr>
          <p:cNvSpPr>
            <a:spLocks noChangeAspect="1"/>
          </p:cNvSpPr>
          <p:nvPr/>
        </p:nvSpPr>
        <p:spPr>
          <a:xfrm rot="17199626">
            <a:off x="10607039" y="5575984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3" name="5-Point Star 22">
            <a:extLst>
              <a:ext uri="{FF2B5EF4-FFF2-40B4-BE49-F238E27FC236}">
                <a16:creationId xmlns:a16="http://schemas.microsoft.com/office/drawing/2014/main" id="{1A7624AE-D42B-CAD4-F3AC-F94B44B90E57}"/>
              </a:ext>
            </a:extLst>
          </p:cNvPr>
          <p:cNvSpPr>
            <a:spLocks noChangeAspect="1"/>
          </p:cNvSpPr>
          <p:nvPr/>
        </p:nvSpPr>
        <p:spPr>
          <a:xfrm rot="17199626">
            <a:off x="8919719" y="5181182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4" name="5-Point Star 23">
            <a:extLst>
              <a:ext uri="{FF2B5EF4-FFF2-40B4-BE49-F238E27FC236}">
                <a16:creationId xmlns:a16="http://schemas.microsoft.com/office/drawing/2014/main" id="{263FD2FB-14AA-A08A-866B-43CF714DE0EE}"/>
              </a:ext>
            </a:extLst>
          </p:cNvPr>
          <p:cNvSpPr>
            <a:spLocks noChangeAspect="1"/>
          </p:cNvSpPr>
          <p:nvPr/>
        </p:nvSpPr>
        <p:spPr>
          <a:xfrm rot="14821435">
            <a:off x="9378634" y="6261784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5" name="5-Point Star 24">
            <a:extLst>
              <a:ext uri="{FF2B5EF4-FFF2-40B4-BE49-F238E27FC236}">
                <a16:creationId xmlns:a16="http://schemas.microsoft.com/office/drawing/2014/main" id="{BFAB42E9-A041-18ED-B96D-B5E574EF6C85}"/>
              </a:ext>
            </a:extLst>
          </p:cNvPr>
          <p:cNvSpPr>
            <a:spLocks noChangeAspect="1"/>
          </p:cNvSpPr>
          <p:nvPr/>
        </p:nvSpPr>
        <p:spPr>
          <a:xfrm rot="14483340">
            <a:off x="10454639" y="5151729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6" name="5-Point Star 25">
            <a:extLst>
              <a:ext uri="{FF2B5EF4-FFF2-40B4-BE49-F238E27FC236}">
                <a16:creationId xmlns:a16="http://schemas.microsoft.com/office/drawing/2014/main" id="{F08A38A2-3C35-890A-410C-A7ACF041E80E}"/>
              </a:ext>
            </a:extLst>
          </p:cNvPr>
          <p:cNvSpPr>
            <a:spLocks noChangeAspect="1"/>
          </p:cNvSpPr>
          <p:nvPr/>
        </p:nvSpPr>
        <p:spPr>
          <a:xfrm rot="16702773">
            <a:off x="10607039" y="4004193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7" name="5-Point Star 26">
            <a:extLst>
              <a:ext uri="{FF2B5EF4-FFF2-40B4-BE49-F238E27FC236}">
                <a16:creationId xmlns:a16="http://schemas.microsoft.com/office/drawing/2014/main" id="{5185C97E-52C6-8C44-66B2-E4F95770CA80}"/>
              </a:ext>
            </a:extLst>
          </p:cNvPr>
          <p:cNvSpPr>
            <a:spLocks noChangeAspect="1"/>
          </p:cNvSpPr>
          <p:nvPr/>
        </p:nvSpPr>
        <p:spPr>
          <a:xfrm rot="16702773">
            <a:off x="10759439" y="4962875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9" name="5-Point Star 28">
            <a:extLst>
              <a:ext uri="{FF2B5EF4-FFF2-40B4-BE49-F238E27FC236}">
                <a16:creationId xmlns:a16="http://schemas.microsoft.com/office/drawing/2014/main" id="{227D8E68-23A5-613D-0725-4C0C263C98F3}"/>
              </a:ext>
            </a:extLst>
          </p:cNvPr>
          <p:cNvSpPr>
            <a:spLocks noChangeAspect="1"/>
          </p:cNvSpPr>
          <p:nvPr/>
        </p:nvSpPr>
        <p:spPr>
          <a:xfrm rot="14821435">
            <a:off x="9599955" y="5884904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0" name="Heart 29">
            <a:extLst>
              <a:ext uri="{FF2B5EF4-FFF2-40B4-BE49-F238E27FC236}">
                <a16:creationId xmlns:a16="http://schemas.microsoft.com/office/drawing/2014/main" id="{89969F22-3000-D78C-15E6-EBD84FDD8E99}"/>
              </a:ext>
            </a:extLst>
          </p:cNvPr>
          <p:cNvSpPr>
            <a:spLocks/>
          </p:cNvSpPr>
          <p:nvPr/>
        </p:nvSpPr>
        <p:spPr>
          <a:xfrm rot="12365772">
            <a:off x="8377592" y="4086275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Heart 30">
            <a:extLst>
              <a:ext uri="{FF2B5EF4-FFF2-40B4-BE49-F238E27FC236}">
                <a16:creationId xmlns:a16="http://schemas.microsoft.com/office/drawing/2014/main" id="{C1CD87ED-9CB8-1DB7-6416-DB53AC270080}"/>
              </a:ext>
            </a:extLst>
          </p:cNvPr>
          <p:cNvSpPr>
            <a:spLocks/>
          </p:cNvSpPr>
          <p:nvPr/>
        </p:nvSpPr>
        <p:spPr>
          <a:xfrm rot="11336275">
            <a:off x="8698870" y="4135705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5-Point Star 31">
            <a:extLst>
              <a:ext uri="{FF2B5EF4-FFF2-40B4-BE49-F238E27FC236}">
                <a16:creationId xmlns:a16="http://schemas.microsoft.com/office/drawing/2014/main" id="{16AD720F-2CBD-02BF-1FAF-79229BA37D83}"/>
              </a:ext>
            </a:extLst>
          </p:cNvPr>
          <p:cNvSpPr>
            <a:spLocks noChangeAspect="1"/>
          </p:cNvSpPr>
          <p:nvPr/>
        </p:nvSpPr>
        <p:spPr>
          <a:xfrm rot="16620844">
            <a:off x="10031414" y="5642918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3" name="5-Point Star 32">
            <a:extLst>
              <a:ext uri="{FF2B5EF4-FFF2-40B4-BE49-F238E27FC236}">
                <a16:creationId xmlns:a16="http://schemas.microsoft.com/office/drawing/2014/main" id="{8BF0C66B-C9DF-604B-653C-76A844694DAA}"/>
              </a:ext>
            </a:extLst>
          </p:cNvPr>
          <p:cNvSpPr>
            <a:spLocks noChangeAspect="1"/>
          </p:cNvSpPr>
          <p:nvPr/>
        </p:nvSpPr>
        <p:spPr>
          <a:xfrm rot="16620844">
            <a:off x="8290754" y="5360978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5-Point Star 33">
            <a:extLst>
              <a:ext uri="{FF2B5EF4-FFF2-40B4-BE49-F238E27FC236}">
                <a16:creationId xmlns:a16="http://schemas.microsoft.com/office/drawing/2014/main" id="{A4AE882B-10B2-A409-B305-E9CEF4EB371F}"/>
              </a:ext>
            </a:extLst>
          </p:cNvPr>
          <p:cNvSpPr>
            <a:spLocks noChangeAspect="1"/>
          </p:cNvSpPr>
          <p:nvPr/>
        </p:nvSpPr>
        <p:spPr>
          <a:xfrm rot="18999035">
            <a:off x="8958021" y="5978820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5" name="5-Point Star 34">
            <a:extLst>
              <a:ext uri="{FF2B5EF4-FFF2-40B4-BE49-F238E27FC236}">
                <a16:creationId xmlns:a16="http://schemas.microsoft.com/office/drawing/2014/main" id="{5F166A64-439A-59AE-555D-8375CE41A0E9}"/>
              </a:ext>
            </a:extLst>
          </p:cNvPr>
          <p:cNvSpPr>
            <a:spLocks noChangeAspect="1"/>
          </p:cNvSpPr>
          <p:nvPr/>
        </p:nvSpPr>
        <p:spPr>
          <a:xfrm rot="16620844">
            <a:off x="8439036" y="6359820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6" name="5-Point Star 35">
            <a:extLst>
              <a:ext uri="{FF2B5EF4-FFF2-40B4-BE49-F238E27FC236}">
                <a16:creationId xmlns:a16="http://schemas.microsoft.com/office/drawing/2014/main" id="{8501C5B6-3394-B53A-5D2D-62031F01AA7A}"/>
              </a:ext>
            </a:extLst>
          </p:cNvPr>
          <p:cNvSpPr>
            <a:spLocks noChangeAspect="1"/>
          </p:cNvSpPr>
          <p:nvPr/>
        </p:nvSpPr>
        <p:spPr>
          <a:xfrm rot="18840277">
            <a:off x="8743836" y="6452906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8" name="5-Point Star 37">
            <a:extLst>
              <a:ext uri="{FF2B5EF4-FFF2-40B4-BE49-F238E27FC236}">
                <a16:creationId xmlns:a16="http://schemas.microsoft.com/office/drawing/2014/main" id="{678E35E1-3DA0-D194-8447-C47F826E00C8}"/>
              </a:ext>
            </a:extLst>
          </p:cNvPr>
          <p:cNvSpPr>
            <a:spLocks noChangeAspect="1"/>
          </p:cNvSpPr>
          <p:nvPr/>
        </p:nvSpPr>
        <p:spPr>
          <a:xfrm rot="16620844">
            <a:off x="9436434" y="5245649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9" name="Heart 38">
            <a:extLst>
              <a:ext uri="{FF2B5EF4-FFF2-40B4-BE49-F238E27FC236}">
                <a16:creationId xmlns:a16="http://schemas.microsoft.com/office/drawing/2014/main" id="{838DC10F-30C4-193F-B2DD-CAC92B097273}"/>
              </a:ext>
            </a:extLst>
          </p:cNvPr>
          <p:cNvSpPr>
            <a:spLocks/>
          </p:cNvSpPr>
          <p:nvPr/>
        </p:nvSpPr>
        <p:spPr>
          <a:xfrm rot="11787993">
            <a:off x="9946076" y="4812655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Heart 40">
            <a:extLst>
              <a:ext uri="{FF2B5EF4-FFF2-40B4-BE49-F238E27FC236}">
                <a16:creationId xmlns:a16="http://schemas.microsoft.com/office/drawing/2014/main" id="{C61476B6-D1EE-F374-77FA-FF200664A734}"/>
              </a:ext>
            </a:extLst>
          </p:cNvPr>
          <p:cNvSpPr>
            <a:spLocks/>
          </p:cNvSpPr>
          <p:nvPr/>
        </p:nvSpPr>
        <p:spPr>
          <a:xfrm rot="16309861">
            <a:off x="10267352" y="4985647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Heart 101">
            <a:extLst>
              <a:ext uri="{FF2B5EF4-FFF2-40B4-BE49-F238E27FC236}">
                <a16:creationId xmlns:a16="http://schemas.microsoft.com/office/drawing/2014/main" id="{615872AB-2290-65E5-2BE2-324F8315E1EF}"/>
              </a:ext>
            </a:extLst>
          </p:cNvPr>
          <p:cNvSpPr>
            <a:spLocks/>
          </p:cNvSpPr>
          <p:nvPr/>
        </p:nvSpPr>
        <p:spPr>
          <a:xfrm rot="17339358">
            <a:off x="10419752" y="4139615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Heart 102">
            <a:extLst>
              <a:ext uri="{FF2B5EF4-FFF2-40B4-BE49-F238E27FC236}">
                <a16:creationId xmlns:a16="http://schemas.microsoft.com/office/drawing/2014/main" id="{F365AA0D-C324-9154-A4E0-AEB2D618656C}"/>
              </a:ext>
            </a:extLst>
          </p:cNvPr>
          <p:cNvSpPr>
            <a:spLocks/>
          </p:cNvSpPr>
          <p:nvPr/>
        </p:nvSpPr>
        <p:spPr>
          <a:xfrm rot="16309861">
            <a:off x="10055230" y="3663265"/>
            <a:ext cx="228600" cy="228600"/>
          </a:xfrm>
          <a:prstGeom prst="hear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5-Point Star 104">
            <a:extLst>
              <a:ext uri="{FF2B5EF4-FFF2-40B4-BE49-F238E27FC236}">
                <a16:creationId xmlns:a16="http://schemas.microsoft.com/office/drawing/2014/main" id="{7402BC98-FE9A-E760-C4F0-07CA568024E6}"/>
              </a:ext>
            </a:extLst>
          </p:cNvPr>
          <p:cNvSpPr>
            <a:spLocks noChangeAspect="1"/>
          </p:cNvSpPr>
          <p:nvPr/>
        </p:nvSpPr>
        <p:spPr>
          <a:xfrm rot="13546867">
            <a:off x="10759439" y="4979553"/>
            <a:ext cx="228600" cy="228600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1B8B2D99-683F-2140-3521-2881063F4B6D}"/>
              </a:ext>
            </a:extLst>
          </p:cNvPr>
          <p:cNvCxnSpPr>
            <a:cxnSpLocks/>
          </p:cNvCxnSpPr>
          <p:nvPr/>
        </p:nvCxnSpPr>
        <p:spPr>
          <a:xfrm flipV="1">
            <a:off x="5555410" y="3069554"/>
            <a:ext cx="6452559" cy="553960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6A2C2D81-B117-AABB-7670-C94B3F855E23}"/>
              </a:ext>
            </a:extLst>
          </p:cNvPr>
          <p:cNvCxnSpPr>
            <a:cxnSpLocks/>
          </p:cNvCxnSpPr>
          <p:nvPr/>
        </p:nvCxnSpPr>
        <p:spPr>
          <a:xfrm rot="-420000">
            <a:off x="9061392" y="5290916"/>
            <a:ext cx="107404" cy="207111"/>
          </a:xfrm>
          <a:prstGeom prst="line">
            <a:avLst/>
          </a:prstGeom>
          <a:ln w="101600">
            <a:solidFill>
              <a:srgbClr val="00BFF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D46B4095-EC89-09D8-C022-CC72F012889C}"/>
              </a:ext>
            </a:extLst>
          </p:cNvPr>
          <p:cNvCxnSpPr>
            <a:cxnSpLocks/>
          </p:cNvCxnSpPr>
          <p:nvPr/>
        </p:nvCxnSpPr>
        <p:spPr>
          <a:xfrm>
            <a:off x="8417784" y="5475278"/>
            <a:ext cx="315170" cy="391395"/>
          </a:xfrm>
          <a:prstGeom prst="line">
            <a:avLst/>
          </a:prstGeom>
          <a:ln w="101600">
            <a:solidFill>
              <a:srgbClr val="00BFF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B319D742-A6AF-887C-69B5-9615FF62EAB6}"/>
              </a:ext>
            </a:extLst>
          </p:cNvPr>
          <p:cNvCxnSpPr>
            <a:cxnSpLocks/>
          </p:cNvCxnSpPr>
          <p:nvPr/>
        </p:nvCxnSpPr>
        <p:spPr>
          <a:xfrm rot="-1020000">
            <a:off x="10124012" y="4702947"/>
            <a:ext cx="227415" cy="457200"/>
          </a:xfrm>
          <a:prstGeom prst="line">
            <a:avLst/>
          </a:prstGeom>
          <a:ln w="101600">
            <a:solidFill>
              <a:srgbClr val="00BFF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8EAFD637-A397-58B0-C135-9E5CD0B83A78}"/>
              </a:ext>
            </a:extLst>
          </p:cNvPr>
          <p:cNvCxnSpPr>
            <a:cxnSpLocks/>
          </p:cNvCxnSpPr>
          <p:nvPr/>
        </p:nvCxnSpPr>
        <p:spPr>
          <a:xfrm rot="-900000">
            <a:off x="9994052" y="4820713"/>
            <a:ext cx="80605" cy="150888"/>
          </a:xfrm>
          <a:prstGeom prst="line">
            <a:avLst/>
          </a:prstGeom>
          <a:ln w="101600">
            <a:solidFill>
              <a:srgbClr val="00BFF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F27A02FC-6C13-70D3-4816-B6248214F917}"/>
              </a:ext>
            </a:extLst>
          </p:cNvPr>
          <p:cNvCxnSpPr>
            <a:cxnSpLocks/>
          </p:cNvCxnSpPr>
          <p:nvPr/>
        </p:nvCxnSpPr>
        <p:spPr>
          <a:xfrm rot="-1020000" flipH="1" flipV="1">
            <a:off x="10712570" y="4094999"/>
            <a:ext cx="30273" cy="59238"/>
          </a:xfrm>
          <a:prstGeom prst="line">
            <a:avLst/>
          </a:prstGeom>
          <a:ln w="101600">
            <a:solidFill>
              <a:srgbClr val="00BFF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5D5E7F4C-D693-4694-6A24-0BCE40FF75D2}"/>
              </a:ext>
            </a:extLst>
          </p:cNvPr>
          <p:cNvCxnSpPr>
            <a:cxnSpLocks/>
          </p:cNvCxnSpPr>
          <p:nvPr/>
        </p:nvCxnSpPr>
        <p:spPr>
          <a:xfrm rot="-1020000" flipH="1" flipV="1">
            <a:off x="9523850" y="5212599"/>
            <a:ext cx="30273" cy="59238"/>
          </a:xfrm>
          <a:prstGeom prst="line">
            <a:avLst/>
          </a:prstGeom>
          <a:ln w="101600">
            <a:solidFill>
              <a:srgbClr val="00BFF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C74139EA-5468-B420-68E6-378C900A8CBE}"/>
              </a:ext>
            </a:extLst>
          </p:cNvPr>
          <p:cNvSpPr txBox="1"/>
          <p:nvPr/>
        </p:nvSpPr>
        <p:spPr>
          <a:xfrm>
            <a:off x="6536804" y="5880089"/>
            <a:ext cx="12554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BFFF"/>
                </a:solidFill>
              </a:rPr>
              <a:t>Slack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1ADA575-8F8E-37C7-1D7B-883EC75CAE73}"/>
              </a:ext>
            </a:extLst>
          </p:cNvPr>
          <p:cNvCxnSpPr>
            <a:cxnSpLocks/>
          </p:cNvCxnSpPr>
          <p:nvPr/>
        </p:nvCxnSpPr>
        <p:spPr>
          <a:xfrm flipV="1">
            <a:off x="5913975" y="3374343"/>
            <a:ext cx="6452559" cy="553960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B383109-8168-4FE4-F7B2-1380B8F6EBCC}"/>
              </a:ext>
            </a:extLst>
          </p:cNvPr>
          <p:cNvCxnSpPr>
            <a:cxnSpLocks/>
          </p:cNvCxnSpPr>
          <p:nvPr/>
        </p:nvCxnSpPr>
        <p:spPr>
          <a:xfrm flipV="1">
            <a:off x="5316259" y="2748814"/>
            <a:ext cx="6452559" cy="553960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22990FD-F6C9-B1F8-723F-664B4848FF08}"/>
              </a:ext>
            </a:extLst>
          </p:cNvPr>
          <p:cNvCxnSpPr>
            <a:cxnSpLocks/>
          </p:cNvCxnSpPr>
          <p:nvPr/>
        </p:nvCxnSpPr>
        <p:spPr>
          <a:xfrm rot="-900000">
            <a:off x="9678100" y="4839301"/>
            <a:ext cx="80605" cy="150888"/>
          </a:xfrm>
          <a:prstGeom prst="line">
            <a:avLst/>
          </a:prstGeom>
          <a:ln w="101600">
            <a:solidFill>
              <a:srgbClr val="00BFF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E85C3A9D-ED56-E1F6-3241-CC8A91422852}"/>
              </a:ext>
            </a:extLst>
          </p:cNvPr>
          <p:cNvCxnSpPr>
            <a:cxnSpLocks/>
          </p:cNvCxnSpPr>
          <p:nvPr/>
        </p:nvCxnSpPr>
        <p:spPr>
          <a:xfrm rot="-1020000" flipH="1" flipV="1">
            <a:off x="10534893" y="4249879"/>
            <a:ext cx="30273" cy="59238"/>
          </a:xfrm>
          <a:prstGeom prst="line">
            <a:avLst/>
          </a:prstGeom>
          <a:ln w="101600">
            <a:solidFill>
              <a:srgbClr val="00BFF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17D96A08-6836-D8EB-CFBB-57D6585C6A20}"/>
              </a:ext>
            </a:extLst>
          </p:cNvPr>
          <p:cNvCxnSpPr>
            <a:cxnSpLocks/>
          </p:cNvCxnSpPr>
          <p:nvPr/>
        </p:nvCxnSpPr>
        <p:spPr>
          <a:xfrm rot="1080000">
            <a:off x="9450302" y="5276997"/>
            <a:ext cx="160645" cy="91440"/>
          </a:xfrm>
          <a:prstGeom prst="line">
            <a:avLst/>
          </a:prstGeom>
          <a:ln w="101600">
            <a:solidFill>
              <a:srgbClr val="00BFF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8F520017-30E5-A768-7DE0-F10633198621}"/>
              </a:ext>
            </a:extLst>
          </p:cNvPr>
          <p:cNvCxnSpPr>
            <a:cxnSpLocks/>
          </p:cNvCxnSpPr>
          <p:nvPr/>
        </p:nvCxnSpPr>
        <p:spPr>
          <a:xfrm rot="-240000">
            <a:off x="8822433" y="5829772"/>
            <a:ext cx="250807" cy="314490"/>
          </a:xfrm>
          <a:prstGeom prst="line">
            <a:avLst/>
          </a:prstGeom>
          <a:ln w="101600">
            <a:solidFill>
              <a:srgbClr val="00BFF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C65F9A8C-7FC3-DBF3-EF2F-C49B84E37034}"/>
              </a:ext>
            </a:extLst>
          </p:cNvPr>
          <p:cNvCxnSpPr>
            <a:cxnSpLocks/>
          </p:cNvCxnSpPr>
          <p:nvPr/>
        </p:nvCxnSpPr>
        <p:spPr>
          <a:xfrm rot="180000">
            <a:off x="8327130" y="6236243"/>
            <a:ext cx="240033" cy="231296"/>
          </a:xfrm>
          <a:prstGeom prst="line">
            <a:avLst/>
          </a:prstGeom>
          <a:ln w="101600">
            <a:solidFill>
              <a:srgbClr val="00BFF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1" name="TextBox 120">
            <a:extLst>
              <a:ext uri="{FF2B5EF4-FFF2-40B4-BE49-F238E27FC236}">
                <a16:creationId xmlns:a16="http://schemas.microsoft.com/office/drawing/2014/main" id="{CADE688C-EC6B-11AD-ABCE-0C1A91774A4B}"/>
              </a:ext>
            </a:extLst>
          </p:cNvPr>
          <p:cNvSpPr txBox="1"/>
          <p:nvPr/>
        </p:nvSpPr>
        <p:spPr>
          <a:xfrm>
            <a:off x="11984794" y="2226212"/>
            <a:ext cx="15279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FFC000"/>
                </a:solidFill>
              </a:rPr>
              <a:t>Margin</a:t>
            </a:r>
          </a:p>
        </p:txBody>
      </p:sp>
    </p:spTree>
    <p:extLst>
      <p:ext uri="{BB962C8B-B14F-4D97-AF65-F5344CB8AC3E}">
        <p14:creationId xmlns:p14="http://schemas.microsoft.com/office/powerpoint/2010/main" val="16719075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40723-192D-3EB8-0B1E-A2215463E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Adjustment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000BF7A-D3BA-522A-9003-E6B7FC9C2CC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 previous setup is nonconvex, meaning we may not find a solution. </a:t>
                </a:r>
              </a:p>
              <a:p>
                <a:r>
                  <a:rPr lang="en-US" dirty="0"/>
                  <a:t>So we adjust the problem to find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 such that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(1−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for all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𝜉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</m:nary>
                  </m:oMath>
                </a14:m>
                <a:r>
                  <a:rPr lang="en-US" dirty="0"/>
                  <a:t>, for some specified constant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The optimization is discussed in detail in section 12.2.1 of the textbook.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000BF7A-D3BA-522A-9003-E6B7FC9C2C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41" t="-16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523093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40723-192D-3EB8-0B1E-A2215463E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89E1FF-60C6-FC18-0E3A-403B67A61F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SVMs attempt to construct decision boundaries by maximizing the margin between the classes.</a:t>
            </a:r>
          </a:p>
          <a:p>
            <a:r>
              <a:rPr lang="en-US" dirty="0"/>
              <a:t>When the classes overlap, SVMs must be given slack to allow for the problem to be solvable. </a:t>
            </a:r>
          </a:p>
        </p:txBody>
      </p:sp>
    </p:spTree>
    <p:extLst>
      <p:ext uri="{BB962C8B-B14F-4D97-AF65-F5344CB8AC3E}">
        <p14:creationId xmlns:p14="http://schemas.microsoft.com/office/powerpoint/2010/main" val="358711987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reeze">
  <a:themeElements>
    <a:clrScheme name="Custom 3">
      <a:dk1>
        <a:sysClr val="windowText" lastClr="000000"/>
      </a:dk1>
      <a:lt1>
        <a:srgbClr val="C40724"/>
      </a:lt1>
      <a:dk2>
        <a:srgbClr val="000000"/>
      </a:dk2>
      <a:lt2>
        <a:srgbClr val="F8F8F8"/>
      </a:lt2>
      <a:accent1>
        <a:srgbClr val="BD061C"/>
      </a:accent1>
      <a:accent2>
        <a:srgbClr val="E98D0A"/>
      </a:accent2>
      <a:accent3>
        <a:srgbClr val="969696"/>
      </a:accent3>
      <a:accent4>
        <a:srgbClr val="808080"/>
      </a:accent4>
      <a:accent5>
        <a:srgbClr val="C40724"/>
      </a:accent5>
      <a:accent6>
        <a:srgbClr val="3F4F6C"/>
      </a:accent6>
      <a:hlink>
        <a:srgbClr val="5F5F5F"/>
      </a:hlink>
      <a:folHlink>
        <a:srgbClr val="919191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reeze">
      <a:fillStyleLst>
        <a:solidFill>
          <a:schemeClr val="phClr"/>
        </a:solidFill>
        <a:gradFill rotWithShape="1">
          <a:gsLst>
            <a:gs pos="31000">
              <a:schemeClr val="phClr">
                <a:tint val="100000"/>
                <a:shade val="100000"/>
                <a:satMod val="120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shade val="100000"/>
                <a:satMod val="120000"/>
              </a:schemeClr>
            </a:gs>
            <a:gs pos="69000">
              <a:schemeClr val="phClr">
                <a:tint val="80000"/>
                <a:shade val="100000"/>
                <a:satMod val="150000"/>
              </a:schemeClr>
            </a:gs>
            <a:gs pos="100000">
              <a:schemeClr val="phClr">
                <a:tint val="50000"/>
                <a:shade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dbl" algn="ctr">
          <a:solidFill>
            <a:schemeClr val="phClr"/>
          </a:solidFill>
          <a:prstDash val="solid"/>
        </a:ln>
        <a:ln w="31750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sx="101000" sy="101000" rotWithShape="0">
              <a:srgbClr val="000000">
                <a:alpha val="40000"/>
              </a:srgbClr>
            </a:outerShdw>
          </a:effectLst>
        </a:effectStyle>
        <a:effectStyle>
          <a:effectLst>
            <a:innerShdw blurRad="127000" dist="25400" dir="13500000">
              <a:srgbClr val="C0C0C0">
                <a:alpha val="75000"/>
              </a:srgbClr>
            </a:innerShdw>
            <a:outerShdw blurRad="88900" dist="25400" dir="5400000" sx="102000" sy="102000" algn="ctr" rotWithShape="0">
              <a:srgbClr val="C0C0C0">
                <a:alpha val="40000"/>
              </a:srgbClr>
            </a:outerShdw>
          </a:effectLst>
          <a:scene3d>
            <a:camera prst="perspectiveLeft" fov="300000"/>
            <a:lightRig rig="soft" dir="l">
              <a:rot lat="0" lon="0" rev="4200000"/>
            </a:lightRig>
          </a:scene3d>
          <a:sp3d extrusionH="38100" prstMaterial="powder">
            <a:bevelT w="50800" h="88900" prst="convex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0000"/>
                <a:satMod val="400000"/>
              </a:schemeClr>
              <a:schemeClr val="phClr">
                <a:tint val="10000"/>
                <a:satMod val="200000"/>
              </a:schemeClr>
            </a:duotone>
          </a:blip>
          <a:stretch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ILTECH_Template_2019 (1)  -  Compatibility Mode" id="{96DF2388-B785-2045-9157-84F6A1D402CB}" vid="{FA40E05E-1420-CD4F-AB4E-3CD2BC76CD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EF55019BAB0549B2C20BFAAB8A2896" ma:contentTypeVersion="16" ma:contentTypeDescription="Create a new document." ma:contentTypeScope="" ma:versionID="81a54cd395f61cfc29bb41b0389d7858">
  <xsd:schema xmlns:xsd="http://www.w3.org/2001/XMLSchema" xmlns:xs="http://www.w3.org/2001/XMLSchema" xmlns:p="http://schemas.microsoft.com/office/2006/metadata/properties" xmlns:ns2="5e41b080-9453-459c-bb93-b19be7335f42" xmlns:ns3="4e58ebf2-e4df-4cd3-9186-1e42b3ede124" targetNamespace="http://schemas.microsoft.com/office/2006/metadata/properties" ma:root="true" ma:fieldsID="1db123aac500611cfff64836afef3716" ns2:_="" ns3:_="">
    <xsd:import namespace="5e41b080-9453-459c-bb93-b19be7335f42"/>
    <xsd:import namespace="4e58ebf2-e4df-4cd3-9186-1e42b3ede124"/>
    <xsd:element name="properties">
      <xsd:complexType>
        <xsd:sequence>
          <xsd:element name="documentManagement">
            <xsd:complexType>
              <xsd:all>
                <xsd:element ref="ns2:Due_x0020_Date" minOccurs="0"/>
                <xsd:element ref="ns2:Status" minOccurs="0"/>
                <xsd:element ref="ns2:Comments" minOccurs="0"/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41b080-9453-459c-bb93-b19be7335f42" elementFormDefault="qualified">
    <xsd:import namespace="http://schemas.microsoft.com/office/2006/documentManagement/types"/>
    <xsd:import namespace="http://schemas.microsoft.com/office/infopath/2007/PartnerControls"/>
    <xsd:element name="Due_x0020_Date" ma:index="8" nillable="true" ma:displayName="Due Date" ma:format="DateOnly" ma:indexed="true" ma:internalName="Due_x0020_Date">
      <xsd:simpleType>
        <xsd:restriction base="dms:DateTime"/>
      </xsd:simpleType>
    </xsd:element>
    <xsd:element name="Status" ma:index="9" nillable="true" ma:displayName="Status" ma:format="Dropdown" ma:indexed="true" ma:internalName="Status">
      <xsd:simpleType>
        <xsd:restriction base="dms:Choice">
          <xsd:enumeration value="For Partner Review"/>
          <xsd:enumeration value="For Collegis Review"/>
          <xsd:enumeration value="Approved by Partner"/>
        </xsd:restriction>
      </xsd:simpleType>
    </xsd:element>
    <xsd:element name="Comments" ma:index="10" nillable="true" ma:displayName="Comments" ma:internalName="Comments">
      <xsd:simpleType>
        <xsd:restriction base="dms:Note">
          <xsd:maxLength value="255"/>
        </xsd:restriction>
      </xsd:simple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11040b95-0fdc-46ce-be91-73dc895452d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3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58ebf2-e4df-4cd3-9186-1e42b3ede124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ef5f3a8b-878a-4d06-a8de-79a1d9f1fffd}" ma:internalName="TaxCatchAll" ma:showField="CatchAllData" ma:web="4e58ebf2-e4df-4cd3-9186-1e42b3ede12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5e41b080-9453-459c-bb93-b19be7335f42" xsi:nil="true"/>
    <Comments xmlns="5e41b080-9453-459c-bb93-b19be7335f42" xsi:nil="true"/>
    <Due_x0020_Date xmlns="5e41b080-9453-459c-bb93-b19be7335f42" xsi:nil="true"/>
    <lcf76f155ced4ddcb4097134ff3c332f xmlns="5e41b080-9453-459c-bb93-b19be7335f42">
      <Terms xmlns="http://schemas.microsoft.com/office/infopath/2007/PartnerControls"/>
    </lcf76f155ced4ddcb4097134ff3c332f>
    <TaxCatchAll xmlns="4e58ebf2-e4df-4cd3-9186-1e42b3ede124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314B549-D024-4FEA-A08C-A1BF7484B322}"/>
</file>

<file path=customXml/itemProps2.xml><?xml version="1.0" encoding="utf-8"?>
<ds:datastoreItem xmlns:ds="http://schemas.openxmlformats.org/officeDocument/2006/customXml" ds:itemID="{3C6A4EEA-2556-441D-B20B-0657893061DE}">
  <ds:schemaRefs>
    <ds:schemaRef ds:uri="http://schemas.microsoft.com/office/2006/metadata/properties"/>
    <ds:schemaRef ds:uri="http://schemas.microsoft.com/office/infopath/2007/PartnerControls"/>
    <ds:schemaRef ds:uri="5e41b080-9453-459c-bb93-b19be7335f42"/>
    <ds:schemaRef ds:uri="4e58ebf2-e4df-4cd3-9186-1e42b3ede124"/>
  </ds:schemaRefs>
</ds:datastoreItem>
</file>

<file path=customXml/itemProps3.xml><?xml version="1.0" encoding="utf-8"?>
<ds:datastoreItem xmlns:ds="http://schemas.openxmlformats.org/officeDocument/2006/customXml" ds:itemID="{BFA838ED-C12F-4A42-8E88-98BAC73D214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11597</TotalTime>
  <Words>518</Words>
  <Application>Microsoft Macintosh PowerPoint</Application>
  <PresentationFormat>Custom</PresentationFormat>
  <Paragraphs>96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Cambria Math</vt:lpstr>
      <vt:lpstr>Wingdings 2</vt:lpstr>
      <vt:lpstr>Breeze</vt:lpstr>
      <vt:lpstr>Math 769: Statistical Learning</vt:lpstr>
      <vt:lpstr>Support Vector Machines  for Classification</vt:lpstr>
      <vt:lpstr>Last Time</vt:lpstr>
      <vt:lpstr>Objectives</vt:lpstr>
      <vt:lpstr>Idea of Support Vector Machines</vt:lpstr>
      <vt:lpstr>Idea Shown Visually</vt:lpstr>
      <vt:lpstr>Idea Shown Visually</vt:lpstr>
      <vt:lpstr>Idea Shown Visually</vt:lpstr>
      <vt:lpstr>Idea Shown Visually</vt:lpstr>
      <vt:lpstr>Idea Shown Visually</vt:lpstr>
      <vt:lpstr>Classifying Line</vt:lpstr>
      <vt:lpstr>Idea Shown Visually</vt:lpstr>
      <vt:lpstr>Idea Shown Visually</vt:lpstr>
      <vt:lpstr>Maximum Margin</vt:lpstr>
      <vt:lpstr>What if the classes overlap??</vt:lpstr>
      <vt:lpstr>Non-Overlaping Classes</vt:lpstr>
      <vt:lpstr>Non-Overlaping Classes</vt:lpstr>
      <vt:lpstr>Perfect classification is impossible here.</vt:lpstr>
      <vt:lpstr>Slack Variables</vt:lpstr>
      <vt:lpstr>Non-Overlaping Classes</vt:lpstr>
      <vt:lpstr>Non-Overlaping Classes</vt:lpstr>
      <vt:lpstr>Adjustment</vt:lpstr>
      <vt:lpstr>Conclusion</vt:lpstr>
    </vt:vector>
  </TitlesOfParts>
  <Manager/>
  <Company>Illinois Institute of Technology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Illinois Tech President's PowerPoint Presentation</dc:title>
  <dc:subject/>
  <dc:creator>Sandra Laporte</dc:creator>
  <cp:keywords/>
  <dc:description/>
  <cp:lastModifiedBy>Jamshidi, Sara (She/Her/Hers)</cp:lastModifiedBy>
  <cp:revision>59</cp:revision>
  <dcterms:created xsi:type="dcterms:W3CDTF">2019-02-13T16:04:21Z</dcterms:created>
  <dcterms:modified xsi:type="dcterms:W3CDTF">2023-12-06T22:25:12Z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0x010100F3EF55019BAB0549B2C20BFAAB8A2896</vt:lpwstr>
  </property>
  <property fmtid="{D5CDD505-2E9C-101B-9397-08002B2CF9AE}" pid="3" name="MSIP_Label_f2dee603-0001-4639-81f8-0608a53322f1_Enabled">
    <vt:lpwstr>true</vt:lpwstr>
  </property>
  <property fmtid="{D5CDD505-2E9C-101B-9397-08002B2CF9AE}" pid="4" name="MSIP_Label_f2dee603-0001-4639-81f8-0608a53322f1_SetDate">
    <vt:lpwstr>2023-11-13T19:27:41Z</vt:lpwstr>
  </property>
  <property fmtid="{D5CDD505-2E9C-101B-9397-08002B2CF9AE}" pid="5" name="MSIP_Label_f2dee603-0001-4639-81f8-0608a53322f1_Method">
    <vt:lpwstr>Standard</vt:lpwstr>
  </property>
  <property fmtid="{D5CDD505-2E9C-101B-9397-08002B2CF9AE}" pid="6" name="MSIP_Label_f2dee603-0001-4639-81f8-0608a53322f1_Name">
    <vt:lpwstr>defa4170-0d19-0005-0004-bc88714345d2</vt:lpwstr>
  </property>
  <property fmtid="{D5CDD505-2E9C-101B-9397-08002B2CF9AE}" pid="7" name="MSIP_Label_f2dee603-0001-4639-81f8-0608a53322f1_SiteId">
    <vt:lpwstr>b4478c05-3dd9-4e06-a7fb-5dcf72bd44ee</vt:lpwstr>
  </property>
  <property fmtid="{D5CDD505-2E9C-101B-9397-08002B2CF9AE}" pid="8" name="MSIP_Label_f2dee603-0001-4639-81f8-0608a53322f1_ActionId">
    <vt:lpwstr>1b0daab6-fbab-47d6-a526-f1d5535b6116</vt:lpwstr>
  </property>
  <property fmtid="{D5CDD505-2E9C-101B-9397-08002B2CF9AE}" pid="9" name="MSIP_Label_f2dee603-0001-4639-81f8-0608a53322f1_ContentBits">
    <vt:lpwstr>0</vt:lpwstr>
  </property>
</Properties>
</file>