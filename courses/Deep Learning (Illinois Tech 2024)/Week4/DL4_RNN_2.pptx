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sldIdLst>
    <p:sldId id="26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</p:sldIdLst>
  <p:sldSz cx="18288000" cy="10287000"/>
  <p:notesSz cx="6858000" cy="9144000"/>
  <p:custDataLst>
    <p:tags r:id="rId16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A4CFA8-0277-4B89-82B8-FCCBD5E3DAC5}" v="16" dt="2024-03-18T00:11:14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741"/>
  </p:normalViewPr>
  <p:slideViewPr>
    <p:cSldViewPr snapToGrid="0" snapToObjects="1" showGuides="1">
      <p:cViewPr varScale="1">
        <p:scale>
          <a:sx n="75" d="100"/>
          <a:sy n="75" d="100"/>
        </p:scale>
        <p:origin x="624" y="168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FDA4CFA8-0277-4B89-82B8-FCCBD5E3DAC5}"/>
    <pc:docChg chg="undo custSel modSld">
      <pc:chgData name="Kaiang Wen" userId="a219f04c-ae7d-4ada-9001-a33e528312f1" providerId="ADAL" clId="{FDA4CFA8-0277-4B89-82B8-FCCBD5E3DAC5}" dt="2024-03-18T00:11:42.879" v="58" actId="13822"/>
      <pc:docMkLst>
        <pc:docMk/>
      </pc:docMkLst>
      <pc:sldChg chg="modSp mod">
        <pc:chgData name="Kaiang Wen" userId="a219f04c-ae7d-4ada-9001-a33e528312f1" providerId="ADAL" clId="{FDA4CFA8-0277-4B89-82B8-FCCBD5E3DAC5}" dt="2024-03-18T00:06:34.494" v="1" actId="14100"/>
        <pc:sldMkLst>
          <pc:docMk/>
          <pc:sldMk cId="0" sldId="287"/>
        </pc:sldMkLst>
        <pc:spChg chg="mod">
          <ac:chgData name="Kaiang Wen" userId="a219f04c-ae7d-4ada-9001-a33e528312f1" providerId="ADAL" clId="{FDA4CFA8-0277-4B89-82B8-FCCBD5E3DAC5}" dt="2024-03-18T00:06:34.494" v="1" actId="14100"/>
          <ac:spMkLst>
            <pc:docMk/>
            <pc:sldMk cId="0" sldId="287"/>
            <ac:spMk id="61" creationId="{00000000-0000-0000-0000-000000000000}"/>
          </ac:spMkLst>
        </pc:spChg>
      </pc:sldChg>
      <pc:sldChg chg="addSp modSp mod modAnim">
        <pc:chgData name="Kaiang Wen" userId="a219f04c-ae7d-4ada-9001-a33e528312f1" providerId="ADAL" clId="{FDA4CFA8-0277-4B89-82B8-FCCBD5E3DAC5}" dt="2024-03-18T00:07:27.687" v="14" actId="1076"/>
        <pc:sldMkLst>
          <pc:docMk/>
          <pc:sldMk cId="0" sldId="288"/>
        </pc:sldMkLst>
        <pc:spChg chg="mod">
          <ac:chgData name="Kaiang Wen" userId="a219f04c-ae7d-4ada-9001-a33e528312f1" providerId="ADAL" clId="{FDA4CFA8-0277-4B89-82B8-FCCBD5E3DAC5}" dt="2024-03-18T00:06:43.983" v="2" actId="14100"/>
          <ac:spMkLst>
            <pc:docMk/>
            <pc:sldMk cId="0" sldId="288"/>
            <ac:spMk id="17" creationId="{00000000-0000-0000-0000-000000000000}"/>
          </ac:spMkLst>
        </pc:spChg>
        <pc:spChg chg="mod">
          <ac:chgData name="Kaiang Wen" userId="a219f04c-ae7d-4ada-9001-a33e528312f1" providerId="ADAL" clId="{FDA4CFA8-0277-4B89-82B8-FCCBD5E3DAC5}" dt="2024-03-18T00:07:16.498" v="11" actId="164"/>
          <ac:spMkLst>
            <pc:docMk/>
            <pc:sldMk cId="0" sldId="288"/>
            <ac:spMk id="26" creationId="{00000000-0000-0000-0000-000000000000}"/>
          </ac:spMkLst>
        </pc:spChg>
        <pc:spChg chg="mod">
          <ac:chgData name="Kaiang Wen" userId="a219f04c-ae7d-4ada-9001-a33e528312f1" providerId="ADAL" clId="{FDA4CFA8-0277-4B89-82B8-FCCBD5E3DAC5}" dt="2024-03-18T00:07:16.498" v="11" actId="164"/>
          <ac:spMkLst>
            <pc:docMk/>
            <pc:sldMk cId="0" sldId="288"/>
            <ac:spMk id="27" creationId="{00000000-0000-0000-0000-000000000000}"/>
          </ac:spMkLst>
        </pc:spChg>
        <pc:spChg chg="mod">
          <ac:chgData name="Kaiang Wen" userId="a219f04c-ae7d-4ada-9001-a33e528312f1" providerId="ADAL" clId="{FDA4CFA8-0277-4B89-82B8-FCCBD5E3DAC5}" dt="2024-03-18T00:06:47.486" v="3" actId="14100"/>
          <ac:spMkLst>
            <pc:docMk/>
            <pc:sldMk cId="0" sldId="288"/>
            <ac:spMk id="30" creationId="{00000000-0000-0000-0000-000000000000}"/>
          </ac:spMkLst>
        </pc:spChg>
        <pc:spChg chg="mod">
          <ac:chgData name="Kaiang Wen" userId="a219f04c-ae7d-4ada-9001-a33e528312f1" providerId="ADAL" clId="{FDA4CFA8-0277-4B89-82B8-FCCBD5E3DAC5}" dt="2024-03-18T00:07:16.498" v="11" actId="164"/>
          <ac:spMkLst>
            <pc:docMk/>
            <pc:sldMk cId="0" sldId="288"/>
            <ac:spMk id="62" creationId="{00000000-0000-0000-0000-000000000000}"/>
          </ac:spMkLst>
        </pc:spChg>
        <pc:spChg chg="mod">
          <ac:chgData name="Kaiang Wen" userId="a219f04c-ae7d-4ada-9001-a33e528312f1" providerId="ADAL" clId="{FDA4CFA8-0277-4B89-82B8-FCCBD5E3DAC5}" dt="2024-03-18T00:07:16.498" v="11" actId="164"/>
          <ac:spMkLst>
            <pc:docMk/>
            <pc:sldMk cId="0" sldId="288"/>
            <ac:spMk id="74" creationId="{00000000-0000-0000-0000-000000000000}"/>
          </ac:spMkLst>
        </pc:spChg>
        <pc:spChg chg="mod">
          <ac:chgData name="Kaiang Wen" userId="a219f04c-ae7d-4ada-9001-a33e528312f1" providerId="ADAL" clId="{FDA4CFA8-0277-4B89-82B8-FCCBD5E3DAC5}" dt="2024-03-18T00:07:16.498" v="11" actId="164"/>
          <ac:spMkLst>
            <pc:docMk/>
            <pc:sldMk cId="0" sldId="288"/>
            <ac:spMk id="75" creationId="{00000000-0000-0000-0000-000000000000}"/>
          </ac:spMkLst>
        </pc:spChg>
        <pc:spChg chg="mod">
          <ac:chgData name="Kaiang Wen" userId="a219f04c-ae7d-4ada-9001-a33e528312f1" providerId="ADAL" clId="{FDA4CFA8-0277-4B89-82B8-FCCBD5E3DAC5}" dt="2024-03-18T00:07:27.687" v="14" actId="1076"/>
          <ac:spMkLst>
            <pc:docMk/>
            <pc:sldMk cId="0" sldId="288"/>
            <ac:spMk id="84" creationId="{00000000-0000-0000-0000-000000000000}"/>
          </ac:spMkLst>
        </pc:spChg>
        <pc:spChg chg="mod">
          <ac:chgData name="Kaiang Wen" userId="a219f04c-ae7d-4ada-9001-a33e528312f1" providerId="ADAL" clId="{FDA4CFA8-0277-4B89-82B8-FCCBD5E3DAC5}" dt="2024-03-18T00:07:19.851" v="12" actId="1076"/>
          <ac:spMkLst>
            <pc:docMk/>
            <pc:sldMk cId="0" sldId="288"/>
            <ac:spMk id="85" creationId="{00000000-0000-0000-0000-000000000000}"/>
          </ac:spMkLst>
        </pc:spChg>
        <pc:grpChg chg="mod">
          <ac:chgData name="Kaiang Wen" userId="a219f04c-ae7d-4ada-9001-a33e528312f1" providerId="ADAL" clId="{FDA4CFA8-0277-4B89-82B8-FCCBD5E3DAC5}" dt="2024-03-18T00:07:22.182" v="13" actId="14100"/>
          <ac:grpSpMkLst>
            <pc:docMk/>
            <pc:sldMk cId="0" sldId="288"/>
            <ac:grpSpMk id="24" creationId="{00000000-0000-0000-0000-000000000000}"/>
          </ac:grpSpMkLst>
        </pc:grpChg>
        <pc:grpChg chg="add mod">
          <ac:chgData name="Kaiang Wen" userId="a219f04c-ae7d-4ada-9001-a33e528312f1" providerId="ADAL" clId="{FDA4CFA8-0277-4B89-82B8-FCCBD5E3DAC5}" dt="2024-03-18T00:07:16.498" v="11" actId="164"/>
          <ac:grpSpMkLst>
            <pc:docMk/>
            <pc:sldMk cId="0" sldId="288"/>
            <ac:grpSpMk id="28" creationId="{2153B82B-CE52-D04D-EECF-54A7DEF365C2}"/>
          </ac:grpSpMkLst>
        </pc:grpChg>
      </pc:sldChg>
      <pc:sldChg chg="addSp delSp modSp mod modAnim">
        <pc:chgData name="Kaiang Wen" userId="a219f04c-ae7d-4ada-9001-a33e528312f1" providerId="ADAL" clId="{FDA4CFA8-0277-4B89-82B8-FCCBD5E3DAC5}" dt="2024-03-18T00:08:22.530" v="20"/>
        <pc:sldMkLst>
          <pc:docMk/>
          <pc:sldMk cId="0" sldId="289"/>
        </pc:sldMkLst>
        <pc:spChg chg="mod">
          <ac:chgData name="Kaiang Wen" userId="a219f04c-ae7d-4ada-9001-a33e528312f1" providerId="ADAL" clId="{FDA4CFA8-0277-4B89-82B8-FCCBD5E3DAC5}" dt="2024-03-18T00:08:03.199" v="18"/>
          <ac:spMkLst>
            <pc:docMk/>
            <pc:sldMk cId="0" sldId="289"/>
            <ac:spMk id="30" creationId="{633F2632-26A0-26F0-D8A9-A1B42A08E2DE}"/>
          </ac:spMkLst>
        </pc:spChg>
        <pc:spChg chg="mod">
          <ac:chgData name="Kaiang Wen" userId="a219f04c-ae7d-4ada-9001-a33e528312f1" providerId="ADAL" clId="{FDA4CFA8-0277-4B89-82B8-FCCBD5E3DAC5}" dt="2024-03-18T00:08:03.199" v="18"/>
          <ac:spMkLst>
            <pc:docMk/>
            <pc:sldMk cId="0" sldId="289"/>
            <ac:spMk id="31" creationId="{161BE1FA-51F9-516A-A1B1-E4DF94A89E63}"/>
          </ac:spMkLst>
        </pc:spChg>
        <pc:spChg chg="mod">
          <ac:chgData name="Kaiang Wen" userId="a219f04c-ae7d-4ada-9001-a33e528312f1" providerId="ADAL" clId="{FDA4CFA8-0277-4B89-82B8-FCCBD5E3DAC5}" dt="2024-03-18T00:08:03.199" v="18"/>
          <ac:spMkLst>
            <pc:docMk/>
            <pc:sldMk cId="0" sldId="289"/>
            <ac:spMk id="32" creationId="{42C01872-FF6A-A54D-44CE-8630118C761E}"/>
          </ac:spMkLst>
        </pc:spChg>
        <pc:spChg chg="mod">
          <ac:chgData name="Kaiang Wen" userId="a219f04c-ae7d-4ada-9001-a33e528312f1" providerId="ADAL" clId="{FDA4CFA8-0277-4B89-82B8-FCCBD5E3DAC5}" dt="2024-03-18T00:08:03.199" v="18"/>
          <ac:spMkLst>
            <pc:docMk/>
            <pc:sldMk cId="0" sldId="289"/>
            <ac:spMk id="33" creationId="{18E1ECE4-C1E2-BC2F-CB7F-011E3A09E823}"/>
          </ac:spMkLst>
        </pc:spChg>
        <pc:spChg chg="mod">
          <ac:chgData name="Kaiang Wen" userId="a219f04c-ae7d-4ada-9001-a33e528312f1" providerId="ADAL" clId="{FDA4CFA8-0277-4B89-82B8-FCCBD5E3DAC5}" dt="2024-03-18T00:08:03.199" v="18"/>
          <ac:spMkLst>
            <pc:docMk/>
            <pc:sldMk cId="0" sldId="289"/>
            <ac:spMk id="34" creationId="{563DDD5D-051F-6E7A-E1EC-CA9FF0DFF1B1}"/>
          </ac:spMkLst>
        </pc:spChg>
        <pc:spChg chg="add mod">
          <ac:chgData name="Kaiang Wen" userId="a219f04c-ae7d-4ada-9001-a33e528312f1" providerId="ADAL" clId="{FDA4CFA8-0277-4B89-82B8-FCCBD5E3DAC5}" dt="2024-03-18T00:08:03.199" v="18"/>
          <ac:spMkLst>
            <pc:docMk/>
            <pc:sldMk cId="0" sldId="289"/>
            <ac:spMk id="35" creationId="{69F4FC29-A4B4-39C6-F025-8709437EC266}"/>
          </ac:spMkLst>
        </pc:spChg>
        <pc:spChg chg="add mod">
          <ac:chgData name="Kaiang Wen" userId="a219f04c-ae7d-4ada-9001-a33e528312f1" providerId="ADAL" clId="{FDA4CFA8-0277-4B89-82B8-FCCBD5E3DAC5}" dt="2024-03-18T00:08:03.199" v="18"/>
          <ac:spMkLst>
            <pc:docMk/>
            <pc:sldMk cId="0" sldId="289"/>
            <ac:spMk id="38" creationId="{BC668D30-AF0A-F53F-DEBC-6206A05A7C6E}"/>
          </ac:spMkLst>
        </pc:spChg>
        <pc:spChg chg="mod">
          <ac:chgData name="Kaiang Wen" userId="a219f04c-ae7d-4ada-9001-a33e528312f1" providerId="ADAL" clId="{FDA4CFA8-0277-4B89-82B8-FCCBD5E3DAC5}" dt="2024-03-18T00:08:08.924" v="19" actId="1076"/>
          <ac:spMkLst>
            <pc:docMk/>
            <pc:sldMk cId="0" sldId="289"/>
            <ac:spMk id="83" creationId="{00000000-0000-0000-0000-000000000000}"/>
          </ac:spMkLst>
        </pc:spChg>
        <pc:spChg chg="del">
          <ac:chgData name="Kaiang Wen" userId="a219f04c-ae7d-4ada-9001-a33e528312f1" providerId="ADAL" clId="{FDA4CFA8-0277-4B89-82B8-FCCBD5E3DAC5}" dt="2024-03-18T00:07:52.601" v="15" actId="478"/>
          <ac:spMkLst>
            <pc:docMk/>
            <pc:sldMk cId="0" sldId="289"/>
            <ac:spMk id="84" creationId="{00000000-0000-0000-0000-000000000000}"/>
          </ac:spMkLst>
        </pc:spChg>
        <pc:spChg chg="del">
          <ac:chgData name="Kaiang Wen" userId="a219f04c-ae7d-4ada-9001-a33e528312f1" providerId="ADAL" clId="{FDA4CFA8-0277-4B89-82B8-FCCBD5E3DAC5}" dt="2024-03-18T00:07:54.857" v="17" actId="478"/>
          <ac:spMkLst>
            <pc:docMk/>
            <pc:sldMk cId="0" sldId="289"/>
            <ac:spMk id="85" creationId="{00000000-0000-0000-0000-000000000000}"/>
          </ac:spMkLst>
        </pc:spChg>
        <pc:grpChg chg="del">
          <ac:chgData name="Kaiang Wen" userId="a219f04c-ae7d-4ada-9001-a33e528312f1" providerId="ADAL" clId="{FDA4CFA8-0277-4B89-82B8-FCCBD5E3DAC5}" dt="2024-03-18T00:07:53.408" v="16" actId="478"/>
          <ac:grpSpMkLst>
            <pc:docMk/>
            <pc:sldMk cId="0" sldId="289"/>
            <ac:grpSpMk id="24" creationId="{00000000-0000-0000-0000-000000000000}"/>
          </ac:grpSpMkLst>
        </pc:grpChg>
        <pc:grpChg chg="add mod">
          <ac:chgData name="Kaiang Wen" userId="a219f04c-ae7d-4ada-9001-a33e528312f1" providerId="ADAL" clId="{FDA4CFA8-0277-4B89-82B8-FCCBD5E3DAC5}" dt="2024-03-18T00:08:03.199" v="18"/>
          <ac:grpSpMkLst>
            <pc:docMk/>
            <pc:sldMk cId="0" sldId="289"/>
            <ac:grpSpMk id="28" creationId="{0D504745-80D0-DE56-B4F2-8D164104610C}"/>
          </ac:grpSpMkLst>
        </pc:grpChg>
      </pc:sldChg>
      <pc:sldChg chg="addSp delSp modSp mod modAnim">
        <pc:chgData name="Kaiang Wen" userId="a219f04c-ae7d-4ada-9001-a33e528312f1" providerId="ADAL" clId="{FDA4CFA8-0277-4B89-82B8-FCCBD5E3DAC5}" dt="2024-03-18T00:10:57.059" v="51" actId="14100"/>
        <pc:sldMkLst>
          <pc:docMk/>
          <pc:sldMk cId="0" sldId="290"/>
        </pc:sldMkLst>
        <pc:spChg chg="mod">
          <ac:chgData name="Kaiang Wen" userId="a219f04c-ae7d-4ada-9001-a33e528312f1" providerId="ADAL" clId="{FDA4CFA8-0277-4B89-82B8-FCCBD5E3DAC5}" dt="2024-03-18T00:10:57.059" v="51" actId="14100"/>
          <ac:spMkLst>
            <pc:docMk/>
            <pc:sldMk cId="0" sldId="290"/>
            <ac:spMk id="17" creationId="{00000000-0000-0000-0000-000000000000}"/>
          </ac:spMkLst>
        </pc:spChg>
        <pc:spChg chg="add mod">
          <ac:chgData name="Kaiang Wen" userId="a219f04c-ae7d-4ada-9001-a33e528312f1" providerId="ADAL" clId="{FDA4CFA8-0277-4B89-82B8-FCCBD5E3DAC5}" dt="2024-03-18T00:08:52.585" v="26"/>
          <ac:spMkLst>
            <pc:docMk/>
            <pc:sldMk cId="0" sldId="290"/>
            <ac:spMk id="28" creationId="{D8A0CB46-2755-9E93-910A-4568723A6DB8}"/>
          </ac:spMkLst>
        </pc:spChg>
        <pc:spChg chg="mod">
          <ac:chgData name="Kaiang Wen" userId="a219f04c-ae7d-4ada-9001-a33e528312f1" providerId="ADAL" clId="{FDA4CFA8-0277-4B89-82B8-FCCBD5E3DAC5}" dt="2024-03-18T00:08:52.585" v="26"/>
          <ac:spMkLst>
            <pc:docMk/>
            <pc:sldMk cId="0" sldId="290"/>
            <ac:spMk id="31" creationId="{E2A5BDC6-3A12-E3BD-5806-9A2242A06F12}"/>
          </ac:spMkLst>
        </pc:spChg>
        <pc:spChg chg="mod">
          <ac:chgData name="Kaiang Wen" userId="a219f04c-ae7d-4ada-9001-a33e528312f1" providerId="ADAL" clId="{FDA4CFA8-0277-4B89-82B8-FCCBD5E3DAC5}" dt="2024-03-18T00:08:52.585" v="26"/>
          <ac:spMkLst>
            <pc:docMk/>
            <pc:sldMk cId="0" sldId="290"/>
            <ac:spMk id="32" creationId="{E48376CE-EEE3-97C1-CD1A-3209F32A1A4C}"/>
          </ac:spMkLst>
        </pc:spChg>
        <pc:spChg chg="mod">
          <ac:chgData name="Kaiang Wen" userId="a219f04c-ae7d-4ada-9001-a33e528312f1" providerId="ADAL" clId="{FDA4CFA8-0277-4B89-82B8-FCCBD5E3DAC5}" dt="2024-03-18T00:08:52.585" v="26"/>
          <ac:spMkLst>
            <pc:docMk/>
            <pc:sldMk cId="0" sldId="290"/>
            <ac:spMk id="33" creationId="{D5A4DDA3-BF9C-ABBC-7F25-9C055083181A}"/>
          </ac:spMkLst>
        </pc:spChg>
        <pc:spChg chg="mod">
          <ac:chgData name="Kaiang Wen" userId="a219f04c-ae7d-4ada-9001-a33e528312f1" providerId="ADAL" clId="{FDA4CFA8-0277-4B89-82B8-FCCBD5E3DAC5}" dt="2024-03-18T00:08:52.585" v="26"/>
          <ac:spMkLst>
            <pc:docMk/>
            <pc:sldMk cId="0" sldId="290"/>
            <ac:spMk id="34" creationId="{EC0A7794-4CBC-DADC-80FB-07847DB31866}"/>
          </ac:spMkLst>
        </pc:spChg>
        <pc:spChg chg="mod">
          <ac:chgData name="Kaiang Wen" userId="a219f04c-ae7d-4ada-9001-a33e528312f1" providerId="ADAL" clId="{FDA4CFA8-0277-4B89-82B8-FCCBD5E3DAC5}" dt="2024-03-18T00:08:52.585" v="26"/>
          <ac:spMkLst>
            <pc:docMk/>
            <pc:sldMk cId="0" sldId="290"/>
            <ac:spMk id="35" creationId="{A8BEBA81-BC15-9975-F2B0-ED2F08F9A4DC}"/>
          </ac:spMkLst>
        </pc:spChg>
        <pc:spChg chg="add mod">
          <ac:chgData name="Kaiang Wen" userId="a219f04c-ae7d-4ada-9001-a33e528312f1" providerId="ADAL" clId="{FDA4CFA8-0277-4B89-82B8-FCCBD5E3DAC5}" dt="2024-03-18T00:08:52.585" v="26"/>
          <ac:spMkLst>
            <pc:docMk/>
            <pc:sldMk cId="0" sldId="290"/>
            <ac:spMk id="38" creationId="{44F1D226-2951-A60B-530C-7FA5E4771F38}"/>
          </ac:spMkLst>
        </pc:spChg>
        <pc:spChg chg="add mod">
          <ac:chgData name="Kaiang Wen" userId="a219f04c-ae7d-4ada-9001-a33e528312f1" providerId="ADAL" clId="{FDA4CFA8-0277-4B89-82B8-FCCBD5E3DAC5}" dt="2024-03-18T00:08:52.585" v="26"/>
          <ac:spMkLst>
            <pc:docMk/>
            <pc:sldMk cId="0" sldId="290"/>
            <ac:spMk id="39" creationId="{CEE66024-CDDE-868B-B2FB-C0C76A3B5A4C}"/>
          </ac:spMkLst>
        </pc:spChg>
        <pc:spChg chg="add mod">
          <ac:chgData name="Kaiang Wen" userId="a219f04c-ae7d-4ada-9001-a33e528312f1" providerId="ADAL" clId="{FDA4CFA8-0277-4B89-82B8-FCCBD5E3DAC5}" dt="2024-03-18T00:10:01.261" v="43" actId="1076"/>
          <ac:spMkLst>
            <pc:docMk/>
            <pc:sldMk cId="0" sldId="290"/>
            <ac:spMk id="40" creationId="{32B79850-7D6A-FD93-C96B-494C92B5FFF9}"/>
          </ac:spMkLst>
        </pc:spChg>
        <pc:spChg chg="del">
          <ac:chgData name="Kaiang Wen" userId="a219f04c-ae7d-4ada-9001-a33e528312f1" providerId="ADAL" clId="{FDA4CFA8-0277-4B89-82B8-FCCBD5E3DAC5}" dt="2024-03-18T00:08:50.220" v="25" actId="478"/>
          <ac:spMkLst>
            <pc:docMk/>
            <pc:sldMk cId="0" sldId="290"/>
            <ac:spMk id="83" creationId="{00000000-0000-0000-0000-000000000000}"/>
          </ac:spMkLst>
        </pc:spChg>
        <pc:spChg chg="del mod">
          <ac:chgData name="Kaiang Wen" userId="a219f04c-ae7d-4ada-9001-a33e528312f1" providerId="ADAL" clId="{FDA4CFA8-0277-4B89-82B8-FCCBD5E3DAC5}" dt="2024-03-18T00:08:46.984" v="23" actId="478"/>
          <ac:spMkLst>
            <pc:docMk/>
            <pc:sldMk cId="0" sldId="290"/>
            <ac:spMk id="84" creationId="{00000000-0000-0000-0000-000000000000}"/>
          </ac:spMkLst>
        </pc:spChg>
        <pc:spChg chg="del">
          <ac:chgData name="Kaiang Wen" userId="a219f04c-ae7d-4ada-9001-a33e528312f1" providerId="ADAL" clId="{FDA4CFA8-0277-4B89-82B8-FCCBD5E3DAC5}" dt="2024-03-18T00:08:47.817" v="24" actId="478"/>
          <ac:spMkLst>
            <pc:docMk/>
            <pc:sldMk cId="0" sldId="290"/>
            <ac:spMk id="85" creationId="{00000000-0000-0000-0000-000000000000}"/>
          </ac:spMkLst>
        </pc:spChg>
        <pc:spChg chg="mod">
          <ac:chgData name="Kaiang Wen" userId="a219f04c-ae7d-4ada-9001-a33e528312f1" providerId="ADAL" clId="{FDA4CFA8-0277-4B89-82B8-FCCBD5E3DAC5}" dt="2024-03-18T00:09:39.844" v="34" actId="14100"/>
          <ac:spMkLst>
            <pc:docMk/>
            <pc:sldMk cId="0" sldId="290"/>
            <ac:spMk id="86" creationId="{00000000-0000-0000-0000-000000000000}"/>
          </ac:spMkLst>
        </pc:spChg>
        <pc:spChg chg="mod">
          <ac:chgData name="Kaiang Wen" userId="a219f04c-ae7d-4ada-9001-a33e528312f1" providerId="ADAL" clId="{FDA4CFA8-0277-4B89-82B8-FCCBD5E3DAC5}" dt="2024-03-18T00:10:33.215" v="50" actId="1076"/>
          <ac:spMkLst>
            <pc:docMk/>
            <pc:sldMk cId="0" sldId="290"/>
            <ac:spMk id="90" creationId="{00000000-0000-0000-0000-000000000000}"/>
          </ac:spMkLst>
        </pc:spChg>
        <pc:grpChg chg="del">
          <ac:chgData name="Kaiang Wen" userId="a219f04c-ae7d-4ada-9001-a33e528312f1" providerId="ADAL" clId="{FDA4CFA8-0277-4B89-82B8-FCCBD5E3DAC5}" dt="2024-03-18T00:08:45.180" v="21" actId="478"/>
          <ac:grpSpMkLst>
            <pc:docMk/>
            <pc:sldMk cId="0" sldId="290"/>
            <ac:grpSpMk id="24" creationId="{00000000-0000-0000-0000-000000000000}"/>
          </ac:grpSpMkLst>
        </pc:grpChg>
        <pc:grpChg chg="add mod">
          <ac:chgData name="Kaiang Wen" userId="a219f04c-ae7d-4ada-9001-a33e528312f1" providerId="ADAL" clId="{FDA4CFA8-0277-4B89-82B8-FCCBD5E3DAC5}" dt="2024-03-18T00:08:52.585" v="26"/>
          <ac:grpSpMkLst>
            <pc:docMk/>
            <pc:sldMk cId="0" sldId="290"/>
            <ac:grpSpMk id="30" creationId="{777E6AC8-0718-09DA-DA86-D3374E2D6295}"/>
          </ac:grpSpMkLst>
        </pc:grpChg>
      </pc:sldChg>
      <pc:sldChg chg="modSp mod">
        <pc:chgData name="Kaiang Wen" userId="a219f04c-ae7d-4ada-9001-a33e528312f1" providerId="ADAL" clId="{FDA4CFA8-0277-4B89-82B8-FCCBD5E3DAC5}" dt="2024-03-18T00:11:18.123" v="55" actId="1076"/>
        <pc:sldMkLst>
          <pc:docMk/>
          <pc:sldMk cId="0" sldId="291"/>
        </pc:sldMkLst>
        <pc:spChg chg="mod">
          <ac:chgData name="Kaiang Wen" userId="a219f04c-ae7d-4ada-9001-a33e528312f1" providerId="ADAL" clId="{FDA4CFA8-0277-4B89-82B8-FCCBD5E3DAC5}" dt="2024-03-18T00:11:18.123" v="55" actId="1076"/>
          <ac:spMkLst>
            <pc:docMk/>
            <pc:sldMk cId="0" sldId="291"/>
            <ac:spMk id="52" creationId="{00000000-0000-0000-0000-000000000000}"/>
          </ac:spMkLst>
        </pc:spChg>
        <pc:spChg chg="mod">
          <ac:chgData name="Kaiang Wen" userId="a219f04c-ae7d-4ada-9001-a33e528312f1" providerId="ADAL" clId="{FDA4CFA8-0277-4B89-82B8-FCCBD5E3DAC5}" dt="2024-03-18T00:11:06.147" v="53" actId="1076"/>
          <ac:spMkLst>
            <pc:docMk/>
            <pc:sldMk cId="0" sldId="291"/>
            <ac:spMk id="64" creationId="{00000000-0000-0000-0000-000000000000}"/>
          </ac:spMkLst>
        </pc:spChg>
      </pc:sldChg>
      <pc:sldChg chg="modSp mod">
        <pc:chgData name="Kaiang Wen" userId="a219f04c-ae7d-4ada-9001-a33e528312f1" providerId="ADAL" clId="{FDA4CFA8-0277-4B89-82B8-FCCBD5E3DAC5}" dt="2024-03-18T00:11:42.879" v="58" actId="13822"/>
        <pc:sldMkLst>
          <pc:docMk/>
          <pc:sldMk cId="0" sldId="292"/>
        </pc:sldMkLst>
        <pc:spChg chg="mod">
          <ac:chgData name="Kaiang Wen" userId="a219f04c-ae7d-4ada-9001-a33e528312f1" providerId="ADAL" clId="{FDA4CFA8-0277-4B89-82B8-FCCBD5E3DAC5}" dt="2024-03-18T00:11:42.879" v="58" actId="13822"/>
          <ac:spMkLst>
            <pc:docMk/>
            <pc:sldMk cId="0" sldId="292"/>
            <ac:spMk id="1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The same input can have </a:t>
            </a:r>
            <a:r>
              <a:rPr lang="en-US" altLang="zh-TW" dirty="0" err="1"/>
              <a:t>totoally</a:t>
            </a:r>
            <a:r>
              <a:rPr lang="en-US" altLang="zh-TW" dirty="0"/>
              <a:t> different output.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3.png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8.wmf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image" Target="../media/image10.png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12.png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8.wmf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image" Target="../media/image14.png"/><Relationship Id="rId10" Type="http://schemas.openxmlformats.org/officeDocument/2006/relationships/image" Target="../media/image7.wmf"/><Relationship Id="rId19" Type="http://schemas.openxmlformats.org/officeDocument/2006/relationships/image" Target="../media/image13.png"/><Relationship Id="rId4" Type="http://schemas.openxmlformats.org/officeDocument/2006/relationships/image" Target="../media/image4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11.png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8.wmf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15.png"/><Relationship Id="rId10" Type="http://schemas.openxmlformats.org/officeDocument/2006/relationships/image" Target="../media/image7.wmf"/><Relationship Id="rId19" Type="http://schemas.openxmlformats.org/officeDocument/2006/relationships/image" Target="../media/image12.png"/><Relationship Id="rId4" Type="http://schemas.openxmlformats.org/officeDocument/2006/relationships/image" Target="../media/image4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1"/>
            <a:ext cx="15667355" cy="1930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6600" dirty="0"/>
              <a:t>RNN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Recurrent Neural Network (RNN)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2944043" y="3556368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473564" y="3507842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675949" y="8389719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086845" y="8436407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580213" y="602472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2901755" y="6085190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529702" y="3507842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2888716" y="3523001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11391821" y="6483392"/>
            <a:ext cx="1555833" cy="245745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13151225" y="2207037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267200" imgH="5181600" progId="Equation.3">
                  <p:embed/>
                </p:oleObj>
              </mc:Choice>
              <mc:Fallback>
                <p:oleObj name="方程式" r:id="rId7" imgW="4267200" imgH="518160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1225" y="2207037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10776032" y="2212161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3962400" imgH="5181600" progId="Equation.3">
                  <p:embed/>
                </p:oleObj>
              </mc:Choice>
              <mc:Fallback>
                <p:oleObj name="方程式" r:id="rId9" imgW="3962400" imgH="518160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6032" y="2212161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5436545" y="6002145"/>
            <a:ext cx="514350" cy="692943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657600" imgH="5181600" progId="Equation.3">
                    <p:embed/>
                  </p:oleObj>
                </mc:Choice>
                <mc:Fallback>
                  <p:oleObj name="方程式" r:id="rId11" imgW="3657600" imgH="518160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7847441" y="6005198"/>
            <a:ext cx="586550" cy="692945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4267200" imgH="5181600" progId="Equation.3">
                    <p:embed/>
                  </p:oleObj>
                </mc:Choice>
                <mc:Fallback>
                  <p:oleObj name="方程式" r:id="rId13" imgW="4267200" imgH="518160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" name="文字方塊 60"/>
          <p:cNvSpPr txBox="1"/>
          <p:nvPr/>
        </p:nvSpPr>
        <p:spPr>
          <a:xfrm>
            <a:off x="3438740" y="8331363"/>
            <a:ext cx="69961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Memory can be considered as  another input.</a:t>
            </a:r>
            <a:endParaRPr lang="zh-TW" altLang="en-US" sz="42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3438739" y="3251504"/>
            <a:ext cx="6610367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The output of hidden layer are stored in the memory.</a:t>
            </a:r>
            <a:endParaRPr lang="zh-TW" altLang="en-US" sz="4200" dirty="0"/>
          </a:p>
        </p:txBody>
      </p:sp>
      <p:grpSp>
        <p:nvGrpSpPr>
          <p:cNvPr id="64" name="群組 63"/>
          <p:cNvGrpSpPr/>
          <p:nvPr/>
        </p:nvGrpSpPr>
        <p:grpSpPr>
          <a:xfrm rot="16200000">
            <a:off x="11391821" y="3989604"/>
            <a:ext cx="1555833" cy="245745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8124825" y="6667500"/>
            <a:ext cx="2743200" cy="479747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1" name="手繪多邊形 70"/>
          <p:cNvSpPr/>
          <p:nvPr/>
        </p:nvSpPr>
        <p:spPr>
          <a:xfrm>
            <a:off x="8105775" y="6686550"/>
            <a:ext cx="5124450" cy="936662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2" name="手繪多邊形 71"/>
          <p:cNvSpPr/>
          <p:nvPr/>
        </p:nvSpPr>
        <p:spPr>
          <a:xfrm>
            <a:off x="5686425" y="6667500"/>
            <a:ext cx="5219700" cy="766832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手繪多邊形 72"/>
          <p:cNvSpPr/>
          <p:nvPr/>
        </p:nvSpPr>
        <p:spPr>
          <a:xfrm>
            <a:off x="5705475" y="6667500"/>
            <a:ext cx="7715250" cy="1507478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手繪多邊形 40"/>
          <p:cNvSpPr/>
          <p:nvPr/>
        </p:nvSpPr>
        <p:spPr>
          <a:xfrm>
            <a:off x="10645959" y="3671835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手繪多邊形 41"/>
          <p:cNvSpPr/>
          <p:nvPr/>
        </p:nvSpPr>
        <p:spPr>
          <a:xfrm>
            <a:off x="13022481" y="3698922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手繪多邊形 42"/>
          <p:cNvSpPr/>
          <p:nvPr/>
        </p:nvSpPr>
        <p:spPr>
          <a:xfrm>
            <a:off x="13051958" y="6226235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4" name="手繪多邊形 43"/>
          <p:cNvSpPr/>
          <p:nvPr/>
        </p:nvSpPr>
        <p:spPr>
          <a:xfrm>
            <a:off x="10694997" y="6194544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手繪多邊形 2"/>
          <p:cNvSpPr/>
          <p:nvPr/>
        </p:nvSpPr>
        <p:spPr>
          <a:xfrm>
            <a:off x="5743977" y="5021508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6226974" y="4754102"/>
            <a:ext cx="1451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store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47" name="手繪多邊形 46"/>
          <p:cNvSpPr/>
          <p:nvPr/>
        </p:nvSpPr>
        <p:spPr>
          <a:xfrm>
            <a:off x="8161076" y="5019404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3" grpId="0"/>
      <p:bldP spid="70" grpId="0" bldLvl="0" animBg="1"/>
      <p:bldP spid="71" grpId="0" bldLvl="0" animBg="1"/>
      <p:bldP spid="72" grpId="0" bldLvl="0" animBg="1"/>
      <p:bldP spid="73" grpId="0" bldLvl="0" animBg="1"/>
      <p:bldP spid="3" grpId="0" bldLvl="0" animBg="1"/>
      <p:bldP spid="16" grpId="0"/>
      <p:bldP spid="4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2944043" y="3556368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473564" y="3507842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675949" y="8389719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086845" y="8436407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580213" y="602472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2901755" y="6085190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529702" y="3507842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2888716" y="3523001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11391821" y="6483392"/>
            <a:ext cx="1555833" cy="245745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13151225" y="2207037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267200" imgH="5181600" progId="Equation.3">
                  <p:embed/>
                </p:oleObj>
              </mc:Choice>
              <mc:Fallback>
                <p:oleObj name="方程式" r:id="rId7" imgW="4267200" imgH="518160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1225" y="2207037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10776032" y="2212161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3962400" imgH="5181600" progId="Equation.3">
                  <p:embed/>
                </p:oleObj>
              </mc:Choice>
              <mc:Fallback>
                <p:oleObj name="方程式" r:id="rId9" imgW="3962400" imgH="518160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6032" y="2212161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5436545" y="6002145"/>
            <a:ext cx="514350" cy="692943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657600" imgH="5181600" progId="Equation.3">
                    <p:embed/>
                  </p:oleObj>
                </mc:Choice>
                <mc:Fallback>
                  <p:oleObj name="方程式" r:id="rId11" imgW="3657600" imgH="518160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7847441" y="6005198"/>
            <a:ext cx="586550" cy="692945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4267200" imgH="5181600" progId="Equation.3">
                    <p:embed/>
                  </p:oleObj>
                </mc:Choice>
                <mc:Fallback>
                  <p:oleObj name="方程式" r:id="rId13" imgW="4267200" imgH="518160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群組 63"/>
          <p:cNvGrpSpPr/>
          <p:nvPr/>
        </p:nvGrpSpPr>
        <p:grpSpPr>
          <a:xfrm rot="16200000">
            <a:off x="11391821" y="3989604"/>
            <a:ext cx="1555833" cy="245745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8124825" y="6667500"/>
            <a:ext cx="2743200" cy="479747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1" name="手繪多邊形 70"/>
          <p:cNvSpPr/>
          <p:nvPr/>
        </p:nvSpPr>
        <p:spPr>
          <a:xfrm>
            <a:off x="8105775" y="6686550"/>
            <a:ext cx="5124450" cy="936662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2" name="手繪多邊形 71"/>
          <p:cNvSpPr/>
          <p:nvPr/>
        </p:nvSpPr>
        <p:spPr>
          <a:xfrm>
            <a:off x="5686425" y="6667500"/>
            <a:ext cx="5219700" cy="766832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手繪多邊形 72"/>
          <p:cNvSpPr/>
          <p:nvPr/>
        </p:nvSpPr>
        <p:spPr>
          <a:xfrm>
            <a:off x="5705475" y="6667500"/>
            <a:ext cx="7715250" cy="1507478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手繪多邊形 2"/>
          <p:cNvSpPr/>
          <p:nvPr/>
        </p:nvSpPr>
        <p:spPr>
          <a:xfrm>
            <a:off x="5743977" y="5021508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6226974" y="4754102"/>
            <a:ext cx="1451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store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157047" y="8254188"/>
            <a:ext cx="6465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the weights are “1”, no bias</a:t>
            </a:r>
            <a:endParaRPr lang="zh-TW" altLang="en-US" sz="36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3157047" y="9046944"/>
            <a:ext cx="6920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activation functions are linear</a:t>
            </a:r>
            <a:endParaRPr lang="zh-TW" altLang="en-US" sz="3600" dirty="0"/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10745832" y="3744386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H="1">
            <a:off x="13121318" y="3713012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H="1">
            <a:off x="10796907" y="6239961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H="1">
            <a:off x="13135743" y="6290145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群組 23"/>
          <p:cNvGrpSpPr/>
          <p:nvPr/>
        </p:nvGrpSpPr>
        <p:grpSpPr>
          <a:xfrm>
            <a:off x="2594344" y="1937569"/>
            <a:ext cx="6966740" cy="1279359"/>
            <a:chOff x="3463673" y="119351"/>
            <a:chExt cx="4389012" cy="852906"/>
          </a:xfrm>
        </p:grpSpPr>
        <p:sp>
          <p:nvSpPr>
            <p:cNvPr id="26" name="文字方塊 25"/>
            <p:cNvSpPr txBox="1"/>
            <p:nvPr/>
          </p:nvSpPr>
          <p:spPr>
            <a:xfrm>
              <a:off x="3463673" y="173004"/>
              <a:ext cx="2195749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Input sequence:</a:t>
              </a:r>
              <a:endParaRPr lang="zh-TW" altLang="en-US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/>
                <p:cNvSpPr txBox="1"/>
                <p:nvPr/>
              </p:nvSpPr>
              <p:spPr>
                <a:xfrm>
                  <a:off x="5790380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380" y="119351"/>
                  <a:ext cx="391160" cy="60748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/>
                <p:cNvSpPr txBox="1"/>
                <p:nvPr/>
              </p:nvSpPr>
              <p:spPr>
                <a:xfrm>
                  <a:off x="6309285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2" name="文字方塊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285" y="119351"/>
                  <a:ext cx="391160" cy="60748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/>
                <p:cNvSpPr txBox="1"/>
                <p:nvPr/>
              </p:nvSpPr>
              <p:spPr>
                <a:xfrm>
                  <a:off x="6825367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4" name="文字方塊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367" y="119351"/>
                  <a:ext cx="391160" cy="60748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/>
                <p:cNvSpPr txBox="1"/>
                <p:nvPr/>
              </p:nvSpPr>
              <p:spPr>
                <a:xfrm>
                  <a:off x="7394638" y="176816"/>
                  <a:ext cx="45804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5" name="文字方塊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638" y="176816"/>
                  <a:ext cx="458047" cy="369147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字方塊 28"/>
          <p:cNvSpPr txBox="1"/>
          <p:nvPr/>
        </p:nvSpPr>
        <p:spPr>
          <a:xfrm>
            <a:off x="10668000" y="8544381"/>
            <a:ext cx="544287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3064927" y="8565602"/>
            <a:ext cx="544287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5436090" y="6013001"/>
            <a:ext cx="544287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7833017" y="6034221"/>
            <a:ext cx="544287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2849525" y="5725368"/>
            <a:ext cx="254795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given Initial values</a:t>
            </a:r>
            <a:endParaRPr lang="zh-TW" altLang="en-US" sz="36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1299960" y="5482557"/>
            <a:ext cx="544287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3611014" y="5482557"/>
            <a:ext cx="544287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1247834" y="2871153"/>
            <a:ext cx="544287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  <a:endParaRPr lang="zh-TW" altLang="en-US" sz="36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3651202" y="2913050"/>
            <a:ext cx="544287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  <a:endParaRPr lang="zh-TW" altLang="en-US" sz="36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2599609" y="3063465"/>
            <a:ext cx="36834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output sequence: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6474360" y="2941244"/>
                <a:ext cx="586740" cy="909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360" y="2941244"/>
                <a:ext cx="586740" cy="909320"/>
              </a:xfrm>
              <a:prstGeom prst="rect">
                <a:avLst/>
              </a:prstGeom>
              <a:blipFill>
                <a:blip r:embed="rId18"/>
                <a:stretch>
                  <a:fillRect b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手繪多邊形 46"/>
          <p:cNvSpPr/>
          <p:nvPr/>
        </p:nvSpPr>
        <p:spPr>
          <a:xfrm>
            <a:off x="8161076" y="5019404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9" grpId="0"/>
      <p:bldP spid="29" grpId="0" bldLvl="0" animBg="1"/>
      <p:bldP spid="76" grpId="0" bldLvl="0" animBg="1"/>
      <p:bldP spid="77" grpId="0" bldLvl="0" animBg="1"/>
      <p:bldP spid="78" grpId="0" bldLvl="0" animBg="1"/>
      <p:bldP spid="30" grpId="0"/>
      <p:bldP spid="79" grpId="0" bldLvl="0" animBg="1"/>
      <p:bldP spid="80" grpId="0" bldLvl="0" animBg="1"/>
      <p:bldP spid="81" grpId="0" bldLvl="0" animBg="1"/>
      <p:bldP spid="82" grpId="0" bldLvl="0" animBg="1"/>
      <p:bldP spid="84" grpId="0"/>
      <p:bldP spid="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2944043" y="3556368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473564" y="3507842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675949" y="8389719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086845" y="8436407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580213" y="602472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2901755" y="6085190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529702" y="3507842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2888716" y="3523001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11391821" y="6483392"/>
            <a:ext cx="1555833" cy="245745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13151225" y="2207037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267200" imgH="5181600" progId="Equation.3">
                  <p:embed/>
                </p:oleObj>
              </mc:Choice>
              <mc:Fallback>
                <p:oleObj name="方程式" r:id="rId7" imgW="4267200" imgH="518160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1225" y="2207037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10776032" y="2212161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3962400" imgH="5181600" progId="Equation.3">
                  <p:embed/>
                </p:oleObj>
              </mc:Choice>
              <mc:Fallback>
                <p:oleObj name="方程式" r:id="rId9" imgW="3962400" imgH="518160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6032" y="2212161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5436545" y="6002145"/>
            <a:ext cx="514350" cy="692943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657600" imgH="5181600" progId="Equation.3">
                    <p:embed/>
                  </p:oleObj>
                </mc:Choice>
                <mc:Fallback>
                  <p:oleObj name="方程式" r:id="rId11" imgW="3657600" imgH="518160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7847441" y="6005198"/>
            <a:ext cx="586550" cy="692945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4267200" imgH="5181600" progId="Equation.3">
                    <p:embed/>
                  </p:oleObj>
                </mc:Choice>
                <mc:Fallback>
                  <p:oleObj name="方程式" r:id="rId13" imgW="4267200" imgH="518160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群組 63"/>
          <p:cNvGrpSpPr/>
          <p:nvPr/>
        </p:nvGrpSpPr>
        <p:grpSpPr>
          <a:xfrm rot="16200000">
            <a:off x="11391821" y="3989604"/>
            <a:ext cx="1555833" cy="245745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8124825" y="6667500"/>
            <a:ext cx="2743200" cy="479747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1" name="手繪多邊形 70"/>
          <p:cNvSpPr/>
          <p:nvPr/>
        </p:nvSpPr>
        <p:spPr>
          <a:xfrm>
            <a:off x="8105775" y="6686550"/>
            <a:ext cx="5124450" cy="936662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2" name="手繪多邊形 71"/>
          <p:cNvSpPr/>
          <p:nvPr/>
        </p:nvSpPr>
        <p:spPr>
          <a:xfrm>
            <a:off x="5686425" y="6667500"/>
            <a:ext cx="5219700" cy="766832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手繪多邊形 72"/>
          <p:cNvSpPr/>
          <p:nvPr/>
        </p:nvSpPr>
        <p:spPr>
          <a:xfrm>
            <a:off x="5705475" y="6667500"/>
            <a:ext cx="7715250" cy="1507478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手繪多邊形 2"/>
          <p:cNvSpPr/>
          <p:nvPr/>
        </p:nvSpPr>
        <p:spPr>
          <a:xfrm>
            <a:off x="5743977" y="5021508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6226974" y="4754102"/>
            <a:ext cx="1451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store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157047" y="8254188"/>
            <a:ext cx="607736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the weights are “1”, no bias</a:t>
            </a:r>
            <a:endParaRPr lang="zh-TW" altLang="en-US" sz="36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3157047" y="9046944"/>
            <a:ext cx="6920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activation functions are linear</a:t>
            </a:r>
            <a:endParaRPr lang="zh-TW" altLang="en-US" sz="3600" dirty="0"/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10745832" y="3744386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H="1">
            <a:off x="13121318" y="3713012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H="1">
            <a:off x="10796907" y="6239961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H="1">
            <a:off x="13135743" y="6290145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10668000" y="8544381"/>
            <a:ext cx="544287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3064927" y="8565602"/>
            <a:ext cx="544287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5436090" y="6013001"/>
            <a:ext cx="544287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7833017" y="6034221"/>
            <a:ext cx="544287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1299960" y="5482557"/>
            <a:ext cx="544287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</a:t>
            </a:r>
            <a:endParaRPr lang="zh-TW" altLang="en-US" sz="36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3611014" y="5482557"/>
            <a:ext cx="544287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</a:t>
            </a:r>
            <a:endParaRPr lang="zh-TW" altLang="en-US" sz="36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1247834" y="2871153"/>
            <a:ext cx="877905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12</a:t>
            </a:r>
            <a:endParaRPr lang="zh-TW" altLang="en-US" sz="36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3651200" y="2913050"/>
            <a:ext cx="861727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12</a:t>
            </a:r>
            <a:endParaRPr lang="zh-TW" altLang="en-US" sz="3600" dirty="0"/>
          </a:p>
        </p:txBody>
      </p:sp>
      <p:sp>
        <p:nvSpPr>
          <p:cNvPr id="89" name="手繪多邊形 46"/>
          <p:cNvSpPr/>
          <p:nvPr/>
        </p:nvSpPr>
        <p:spPr>
          <a:xfrm>
            <a:off x="8161076" y="5019404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7143043" y="2943737"/>
                <a:ext cx="840105" cy="911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043" y="2943737"/>
                <a:ext cx="840105" cy="911225"/>
              </a:xfrm>
              <a:prstGeom prst="rect">
                <a:avLst/>
              </a:prstGeom>
              <a:blipFill>
                <a:blip r:embed="rId15"/>
                <a:stretch>
                  <a:fillRect b="-6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3">
            <a:extLst>
              <a:ext uri="{FF2B5EF4-FFF2-40B4-BE49-F238E27FC236}">
                <a16:creationId xmlns:a16="http://schemas.microsoft.com/office/drawing/2014/main" id="{0D504745-80D0-DE56-B4F2-8D164104610C}"/>
              </a:ext>
            </a:extLst>
          </p:cNvPr>
          <p:cNvGrpSpPr/>
          <p:nvPr/>
        </p:nvGrpSpPr>
        <p:grpSpPr>
          <a:xfrm>
            <a:off x="2594344" y="1937569"/>
            <a:ext cx="6966740" cy="1279359"/>
            <a:chOff x="3463673" y="119351"/>
            <a:chExt cx="4389012" cy="852906"/>
          </a:xfrm>
        </p:grpSpPr>
        <p:sp>
          <p:nvSpPr>
            <p:cNvPr id="30" name="文字方塊 25">
              <a:extLst>
                <a:ext uri="{FF2B5EF4-FFF2-40B4-BE49-F238E27FC236}">
                  <a16:creationId xmlns:a16="http://schemas.microsoft.com/office/drawing/2014/main" id="{633F2632-26A0-26F0-D8A9-A1B42A08E2DE}"/>
                </a:ext>
              </a:extLst>
            </p:cNvPr>
            <p:cNvSpPr txBox="1"/>
            <p:nvPr/>
          </p:nvSpPr>
          <p:spPr>
            <a:xfrm>
              <a:off x="3463673" y="173004"/>
              <a:ext cx="2195749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Input sequence:</a:t>
              </a:r>
              <a:endParaRPr lang="zh-TW" altLang="en-US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26">
                  <a:extLst>
                    <a:ext uri="{FF2B5EF4-FFF2-40B4-BE49-F238E27FC236}">
                      <a16:creationId xmlns:a16="http://schemas.microsoft.com/office/drawing/2014/main" id="{161BE1FA-51F9-516A-A1B1-E4DF94A89E63}"/>
                    </a:ext>
                  </a:extLst>
                </p:cNvPr>
                <p:cNvSpPr txBox="1"/>
                <p:nvPr/>
              </p:nvSpPr>
              <p:spPr>
                <a:xfrm>
                  <a:off x="5790380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380" y="119351"/>
                  <a:ext cx="391160" cy="60748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61">
                  <a:extLst>
                    <a:ext uri="{FF2B5EF4-FFF2-40B4-BE49-F238E27FC236}">
                      <a16:creationId xmlns:a16="http://schemas.microsoft.com/office/drawing/2014/main" id="{42C01872-FF6A-A54D-44CE-8630118C761E}"/>
                    </a:ext>
                  </a:extLst>
                </p:cNvPr>
                <p:cNvSpPr txBox="1"/>
                <p:nvPr/>
              </p:nvSpPr>
              <p:spPr>
                <a:xfrm>
                  <a:off x="6309285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2" name="文字方塊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285" y="119351"/>
                  <a:ext cx="391160" cy="60748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73">
                  <a:extLst>
                    <a:ext uri="{FF2B5EF4-FFF2-40B4-BE49-F238E27FC236}">
                      <a16:creationId xmlns:a16="http://schemas.microsoft.com/office/drawing/2014/main" id="{18E1ECE4-C1E2-BC2F-CB7F-011E3A09E823}"/>
                    </a:ext>
                  </a:extLst>
                </p:cNvPr>
                <p:cNvSpPr txBox="1"/>
                <p:nvPr/>
              </p:nvSpPr>
              <p:spPr>
                <a:xfrm>
                  <a:off x="6825367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4" name="文字方塊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367" y="119351"/>
                  <a:ext cx="391160" cy="60748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74">
                  <a:extLst>
                    <a:ext uri="{FF2B5EF4-FFF2-40B4-BE49-F238E27FC236}">
                      <a16:creationId xmlns:a16="http://schemas.microsoft.com/office/drawing/2014/main" id="{563DDD5D-051F-6E7A-E1EC-CA9FF0DFF1B1}"/>
                    </a:ext>
                  </a:extLst>
                </p:cNvPr>
                <p:cNvSpPr txBox="1"/>
                <p:nvPr/>
              </p:nvSpPr>
              <p:spPr>
                <a:xfrm>
                  <a:off x="7394638" y="176816"/>
                  <a:ext cx="45804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5" name="文字方塊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638" y="176816"/>
                  <a:ext cx="458047" cy="369147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文字方塊 83">
            <a:extLst>
              <a:ext uri="{FF2B5EF4-FFF2-40B4-BE49-F238E27FC236}">
                <a16:creationId xmlns:a16="http://schemas.microsoft.com/office/drawing/2014/main" id="{69F4FC29-A4B4-39C6-F025-8709437EC266}"/>
              </a:ext>
            </a:extLst>
          </p:cNvPr>
          <p:cNvSpPr txBox="1"/>
          <p:nvPr/>
        </p:nvSpPr>
        <p:spPr>
          <a:xfrm>
            <a:off x="2599609" y="3063465"/>
            <a:ext cx="36834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output sequence: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84">
                <a:extLst>
                  <a:ext uri="{FF2B5EF4-FFF2-40B4-BE49-F238E27FC236}">
                    <a16:creationId xmlns:a16="http://schemas.microsoft.com/office/drawing/2014/main" id="{BC668D30-AF0A-F53F-DEBC-6206A05A7C6E}"/>
                  </a:ext>
                </a:extLst>
              </p:cNvPr>
              <p:cNvSpPr txBox="1"/>
              <p:nvPr/>
            </p:nvSpPr>
            <p:spPr>
              <a:xfrm>
                <a:off x="6474360" y="2941244"/>
                <a:ext cx="586740" cy="909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8" name="文字方塊 84">
                <a:extLst>
                  <a:ext uri="{FF2B5EF4-FFF2-40B4-BE49-F238E27FC236}">
                    <a16:creationId xmlns:a16="http://schemas.microsoft.com/office/drawing/2014/main" id="{BC668D30-AF0A-F53F-DEBC-6206A05A7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360" y="2941244"/>
                <a:ext cx="586740" cy="909320"/>
              </a:xfrm>
              <a:prstGeom prst="rect">
                <a:avLst/>
              </a:prstGeom>
              <a:blipFill>
                <a:blip r:embed="rId19"/>
                <a:stretch>
                  <a:fillRect b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76" grpId="0" bldLvl="0" animBg="1"/>
      <p:bldP spid="79" grpId="0" bldLvl="0" animBg="1"/>
      <p:bldP spid="80" grpId="0" bldLvl="0" animBg="1"/>
      <p:bldP spid="81" grpId="0" bldLvl="0" animBg="1"/>
      <p:bldP spid="82" grpId="0" bldLvl="0" animBg="1"/>
      <p:bldP spid="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12944043" y="3556368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10473564" y="3507842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10675949" y="8389719"/>
            <a:ext cx="514350" cy="692943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13086845" y="8436407"/>
            <a:ext cx="564357" cy="692945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10580213" y="6024723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 rot="16200000">
            <a:off x="12901755" y="6085190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 rot="16200000">
            <a:off x="10529702" y="3507842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 rot="16200000">
            <a:off x="12888716" y="3523001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11391821" y="6483392"/>
            <a:ext cx="1555833" cy="245745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13151225" y="2207037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267200" imgH="5181600" progId="Equation.3">
                  <p:embed/>
                </p:oleObj>
              </mc:Choice>
              <mc:Fallback>
                <p:oleObj name="方程式" r:id="rId7" imgW="4267200" imgH="518160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1225" y="2207037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10776032" y="2212161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3962400" imgH="5181600" progId="Equation.3">
                  <p:embed/>
                </p:oleObj>
              </mc:Choice>
              <mc:Fallback>
                <p:oleObj name="方程式" r:id="rId9" imgW="3962400" imgH="518160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6032" y="2212161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5436545" y="6002145"/>
            <a:ext cx="514350" cy="692943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657600" imgH="5181600" progId="Equation.3">
                    <p:embed/>
                  </p:oleObj>
                </mc:Choice>
                <mc:Fallback>
                  <p:oleObj name="方程式" r:id="rId11" imgW="3657600" imgH="518160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7847441" y="6005198"/>
            <a:ext cx="586550" cy="692945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4267200" imgH="5181600" progId="Equation.3">
                    <p:embed/>
                  </p:oleObj>
                </mc:Choice>
                <mc:Fallback>
                  <p:oleObj name="方程式" r:id="rId13" imgW="4267200" imgH="518160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群組 63"/>
          <p:cNvGrpSpPr/>
          <p:nvPr/>
        </p:nvGrpSpPr>
        <p:grpSpPr>
          <a:xfrm rot="16200000">
            <a:off x="11391821" y="3989604"/>
            <a:ext cx="1555833" cy="245745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8124825" y="6667500"/>
            <a:ext cx="2743200" cy="479747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1" name="手繪多邊形 70"/>
          <p:cNvSpPr/>
          <p:nvPr/>
        </p:nvSpPr>
        <p:spPr>
          <a:xfrm>
            <a:off x="8105775" y="6686550"/>
            <a:ext cx="5124450" cy="936662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2" name="手繪多邊形 71"/>
          <p:cNvSpPr/>
          <p:nvPr/>
        </p:nvSpPr>
        <p:spPr>
          <a:xfrm>
            <a:off x="5686425" y="6667500"/>
            <a:ext cx="5219700" cy="766832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手繪多邊形 72"/>
          <p:cNvSpPr/>
          <p:nvPr/>
        </p:nvSpPr>
        <p:spPr>
          <a:xfrm>
            <a:off x="5705475" y="6667500"/>
            <a:ext cx="7715250" cy="1507478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手繪多邊形 2"/>
          <p:cNvSpPr/>
          <p:nvPr/>
        </p:nvSpPr>
        <p:spPr>
          <a:xfrm>
            <a:off x="5743977" y="5021508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6226974" y="4754102"/>
            <a:ext cx="1451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store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157046" y="8254188"/>
            <a:ext cx="6561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the weights are “1”, no bias</a:t>
            </a:r>
            <a:endParaRPr lang="zh-TW" altLang="en-US" sz="36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3157047" y="9046944"/>
            <a:ext cx="6920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activation functions are linear</a:t>
            </a:r>
            <a:endParaRPr lang="zh-TW" altLang="en-US" sz="3600" dirty="0"/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10745832" y="3744386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H="1">
            <a:off x="13121318" y="3713012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H="1">
            <a:off x="10796907" y="6239961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H="1">
            <a:off x="13135743" y="6290145"/>
            <a:ext cx="437322" cy="486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10668000" y="8544381"/>
            <a:ext cx="544287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3064927" y="8565602"/>
            <a:ext cx="544287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5436090" y="6013001"/>
            <a:ext cx="544287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</a:t>
            </a:r>
            <a:endParaRPr lang="zh-TW" altLang="en-US" sz="36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7833017" y="6034221"/>
            <a:ext cx="544287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</a:t>
            </a:r>
            <a:endParaRPr lang="zh-TW" altLang="en-US" sz="36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1299959" y="5482557"/>
            <a:ext cx="825779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16</a:t>
            </a:r>
            <a:endParaRPr lang="zh-TW" altLang="en-US" sz="36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3611014" y="5482557"/>
            <a:ext cx="886149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16</a:t>
            </a:r>
            <a:endParaRPr lang="zh-TW" altLang="en-US" sz="36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1247834" y="2871153"/>
            <a:ext cx="877905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32</a:t>
            </a:r>
            <a:endParaRPr lang="zh-TW" altLang="en-US" sz="36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3651200" y="2913050"/>
            <a:ext cx="861727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32</a:t>
            </a:r>
            <a:endParaRPr lang="zh-TW" altLang="en-US" sz="3600" dirty="0"/>
          </a:p>
        </p:txBody>
      </p:sp>
      <p:sp>
        <p:nvSpPr>
          <p:cNvPr id="89" name="手繪多邊形 46"/>
          <p:cNvSpPr/>
          <p:nvPr/>
        </p:nvSpPr>
        <p:spPr>
          <a:xfrm>
            <a:off x="8161076" y="5019404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7996268" y="2921244"/>
                <a:ext cx="727064" cy="9860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268" y="2921244"/>
                <a:ext cx="727064" cy="986039"/>
              </a:xfrm>
              <a:prstGeom prst="rect">
                <a:avLst/>
              </a:prstGeom>
              <a:blipFill>
                <a:blip r:embed="rId15"/>
                <a:stretch>
                  <a:fillRect r="-109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文字方塊 89"/>
          <p:cNvSpPr txBox="1"/>
          <p:nvPr/>
        </p:nvSpPr>
        <p:spPr>
          <a:xfrm>
            <a:off x="2277760" y="5435237"/>
            <a:ext cx="7031786" cy="132343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4000" dirty="0"/>
              <a:t>Changing the sequence order will change the output.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82">
                <a:extLst>
                  <a:ext uri="{FF2B5EF4-FFF2-40B4-BE49-F238E27FC236}">
                    <a16:creationId xmlns:a16="http://schemas.microsoft.com/office/drawing/2014/main" id="{D8A0CB46-2755-9E93-910A-4568723A6DB8}"/>
                  </a:ext>
                </a:extLst>
              </p:cNvPr>
              <p:cNvSpPr txBox="1"/>
              <p:nvPr/>
            </p:nvSpPr>
            <p:spPr>
              <a:xfrm>
                <a:off x="7143043" y="2943737"/>
                <a:ext cx="840105" cy="911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8" name="文字方塊 82">
                <a:extLst>
                  <a:ext uri="{FF2B5EF4-FFF2-40B4-BE49-F238E27FC236}">
                    <a16:creationId xmlns:a16="http://schemas.microsoft.com/office/drawing/2014/main" id="{D8A0CB46-2755-9E93-910A-4568723A6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043" y="2943737"/>
                <a:ext cx="840105" cy="911225"/>
              </a:xfrm>
              <a:prstGeom prst="rect">
                <a:avLst/>
              </a:prstGeom>
              <a:blipFill>
                <a:blip r:embed="rId16"/>
                <a:stretch>
                  <a:fillRect b="-6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23">
            <a:extLst>
              <a:ext uri="{FF2B5EF4-FFF2-40B4-BE49-F238E27FC236}">
                <a16:creationId xmlns:a16="http://schemas.microsoft.com/office/drawing/2014/main" id="{777E6AC8-0718-09DA-DA86-D3374E2D6295}"/>
              </a:ext>
            </a:extLst>
          </p:cNvPr>
          <p:cNvGrpSpPr/>
          <p:nvPr/>
        </p:nvGrpSpPr>
        <p:grpSpPr>
          <a:xfrm>
            <a:off x="2594344" y="1937569"/>
            <a:ext cx="6966740" cy="1279359"/>
            <a:chOff x="3463673" y="119351"/>
            <a:chExt cx="4389012" cy="852906"/>
          </a:xfrm>
        </p:grpSpPr>
        <p:sp>
          <p:nvSpPr>
            <p:cNvPr id="31" name="文字方塊 25">
              <a:extLst>
                <a:ext uri="{FF2B5EF4-FFF2-40B4-BE49-F238E27FC236}">
                  <a16:creationId xmlns:a16="http://schemas.microsoft.com/office/drawing/2014/main" id="{E2A5BDC6-3A12-E3BD-5806-9A2242A06F12}"/>
                </a:ext>
              </a:extLst>
            </p:cNvPr>
            <p:cNvSpPr txBox="1"/>
            <p:nvPr/>
          </p:nvSpPr>
          <p:spPr>
            <a:xfrm>
              <a:off x="3463673" y="173004"/>
              <a:ext cx="2195749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Input sequence:</a:t>
              </a:r>
              <a:endParaRPr lang="zh-TW" altLang="en-US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26">
                  <a:extLst>
                    <a:ext uri="{FF2B5EF4-FFF2-40B4-BE49-F238E27FC236}">
                      <a16:creationId xmlns:a16="http://schemas.microsoft.com/office/drawing/2014/main" id="{E48376CE-EEE3-97C1-CD1A-3209F32A1A4C}"/>
                    </a:ext>
                  </a:extLst>
                </p:cNvPr>
                <p:cNvSpPr txBox="1"/>
                <p:nvPr/>
              </p:nvSpPr>
              <p:spPr>
                <a:xfrm>
                  <a:off x="5790380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380" y="119351"/>
                  <a:ext cx="391160" cy="60748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61">
                  <a:extLst>
                    <a:ext uri="{FF2B5EF4-FFF2-40B4-BE49-F238E27FC236}">
                      <a16:creationId xmlns:a16="http://schemas.microsoft.com/office/drawing/2014/main" id="{D5A4DDA3-BF9C-ABBC-7F25-9C055083181A}"/>
                    </a:ext>
                  </a:extLst>
                </p:cNvPr>
                <p:cNvSpPr txBox="1"/>
                <p:nvPr/>
              </p:nvSpPr>
              <p:spPr>
                <a:xfrm>
                  <a:off x="6309285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2" name="文字方塊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285" y="119351"/>
                  <a:ext cx="391160" cy="60748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73">
                  <a:extLst>
                    <a:ext uri="{FF2B5EF4-FFF2-40B4-BE49-F238E27FC236}">
                      <a16:creationId xmlns:a16="http://schemas.microsoft.com/office/drawing/2014/main" id="{EC0A7794-4CBC-DADC-80FB-07847DB31866}"/>
                    </a:ext>
                  </a:extLst>
                </p:cNvPr>
                <p:cNvSpPr txBox="1"/>
                <p:nvPr/>
              </p:nvSpPr>
              <p:spPr>
                <a:xfrm>
                  <a:off x="6825367" y="119351"/>
                  <a:ext cx="391160" cy="607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4" name="文字方塊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367" y="119351"/>
                  <a:ext cx="391160" cy="607483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74">
                  <a:extLst>
                    <a:ext uri="{FF2B5EF4-FFF2-40B4-BE49-F238E27FC236}">
                      <a16:creationId xmlns:a16="http://schemas.microsoft.com/office/drawing/2014/main" id="{A8BEBA81-BC15-9975-F2B0-ED2F08F9A4DC}"/>
                    </a:ext>
                  </a:extLst>
                </p:cNvPr>
                <p:cNvSpPr txBox="1"/>
                <p:nvPr/>
              </p:nvSpPr>
              <p:spPr>
                <a:xfrm>
                  <a:off x="7394638" y="176816"/>
                  <a:ext cx="45804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5" name="文字方塊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638" y="176816"/>
                  <a:ext cx="458047" cy="369147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文字方塊 83">
            <a:extLst>
              <a:ext uri="{FF2B5EF4-FFF2-40B4-BE49-F238E27FC236}">
                <a16:creationId xmlns:a16="http://schemas.microsoft.com/office/drawing/2014/main" id="{44F1D226-2951-A60B-530C-7FA5E4771F38}"/>
              </a:ext>
            </a:extLst>
          </p:cNvPr>
          <p:cNvSpPr txBox="1"/>
          <p:nvPr/>
        </p:nvSpPr>
        <p:spPr>
          <a:xfrm>
            <a:off x="2599609" y="3063465"/>
            <a:ext cx="36834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output sequence: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84">
                <a:extLst>
                  <a:ext uri="{FF2B5EF4-FFF2-40B4-BE49-F238E27FC236}">
                    <a16:creationId xmlns:a16="http://schemas.microsoft.com/office/drawing/2014/main" id="{CEE66024-CDDE-868B-B2FB-C0C76A3B5A4C}"/>
                  </a:ext>
                </a:extLst>
              </p:cNvPr>
              <p:cNvSpPr txBox="1"/>
              <p:nvPr/>
            </p:nvSpPr>
            <p:spPr>
              <a:xfrm>
                <a:off x="6474360" y="2941244"/>
                <a:ext cx="586740" cy="909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9" name="文字方塊 84">
                <a:extLst>
                  <a:ext uri="{FF2B5EF4-FFF2-40B4-BE49-F238E27FC236}">
                    <a16:creationId xmlns:a16="http://schemas.microsoft.com/office/drawing/2014/main" id="{CEE66024-CDDE-868B-B2FB-C0C76A3B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360" y="2941244"/>
                <a:ext cx="586740" cy="909320"/>
              </a:xfrm>
              <a:prstGeom prst="rect">
                <a:avLst/>
              </a:prstGeom>
              <a:blipFill>
                <a:blip r:embed="rId20"/>
                <a:stretch>
                  <a:fillRect b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76" grpId="0" bldLvl="0" animBg="1"/>
      <p:bldP spid="79" grpId="0" bldLvl="0" animBg="1"/>
      <p:bldP spid="80" grpId="0" bldLvl="0" animBg="1"/>
      <p:bldP spid="81" grpId="0" bldLvl="0" animBg="1"/>
      <p:bldP spid="82" grpId="0" bldLvl="0" animBg="1"/>
      <p:bldP spid="86" grpId="0"/>
      <p:bldP spid="9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RNN</a:t>
            </a:r>
            <a:endParaRPr lang="zh-TW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4258841" y="7244801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矩形 37"/>
          <p:cNvSpPr/>
          <p:nvPr/>
        </p:nvSpPr>
        <p:spPr>
          <a:xfrm>
            <a:off x="4287414" y="5522484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矩形 40"/>
          <p:cNvSpPr/>
          <p:nvPr/>
        </p:nvSpPr>
        <p:spPr>
          <a:xfrm>
            <a:off x="4258841" y="3840446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7" name="矩形 56"/>
          <p:cNvSpPr/>
          <p:nvPr/>
        </p:nvSpPr>
        <p:spPr>
          <a:xfrm>
            <a:off x="8413988" y="7223190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9" name="矩形 58"/>
          <p:cNvSpPr/>
          <p:nvPr/>
        </p:nvSpPr>
        <p:spPr>
          <a:xfrm>
            <a:off x="8442561" y="5552633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0" name="矩形 59"/>
          <p:cNvSpPr/>
          <p:nvPr/>
        </p:nvSpPr>
        <p:spPr>
          <a:xfrm>
            <a:off x="6128165" y="5486156"/>
            <a:ext cx="1620000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5" name="矩形 64"/>
          <p:cNvSpPr/>
          <p:nvPr/>
        </p:nvSpPr>
        <p:spPr>
          <a:xfrm>
            <a:off x="8442561" y="3851747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6" name="矩形 65"/>
          <p:cNvSpPr/>
          <p:nvPr/>
        </p:nvSpPr>
        <p:spPr>
          <a:xfrm>
            <a:off x="12639173" y="7232517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7" name="矩形 66"/>
          <p:cNvSpPr/>
          <p:nvPr/>
        </p:nvSpPr>
        <p:spPr>
          <a:xfrm>
            <a:off x="12667746" y="5561960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8" name="矩形 67"/>
          <p:cNvSpPr/>
          <p:nvPr/>
        </p:nvSpPr>
        <p:spPr>
          <a:xfrm>
            <a:off x="10353350" y="5552633"/>
            <a:ext cx="1620000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9" name="矩形 68"/>
          <p:cNvSpPr/>
          <p:nvPr/>
        </p:nvSpPr>
        <p:spPr>
          <a:xfrm>
            <a:off x="12702176" y="3880175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1" name="向上箭號 70"/>
          <p:cNvSpPr/>
          <p:nvPr/>
        </p:nvSpPr>
        <p:spPr>
          <a:xfrm>
            <a:off x="4775142" y="6267869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4" name="向上箭號 73"/>
          <p:cNvSpPr/>
          <p:nvPr/>
        </p:nvSpPr>
        <p:spPr>
          <a:xfrm>
            <a:off x="4775144" y="4552493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文字方塊 2"/>
          <p:cNvSpPr txBox="1"/>
          <p:nvPr/>
        </p:nvSpPr>
        <p:spPr>
          <a:xfrm>
            <a:off x="6312461" y="4623954"/>
            <a:ext cx="1571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store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78" name="手繪多邊形 77"/>
          <p:cNvSpPr/>
          <p:nvPr/>
        </p:nvSpPr>
        <p:spPr>
          <a:xfrm flipH="1">
            <a:off x="5878839" y="5139458"/>
            <a:ext cx="1008869" cy="47942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9" name="文字方塊 78"/>
          <p:cNvSpPr txBox="1"/>
          <p:nvPr/>
        </p:nvSpPr>
        <p:spPr>
          <a:xfrm>
            <a:off x="10462944" y="4623954"/>
            <a:ext cx="1571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store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460333" y="7207428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8571882" y="722319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2831497" y="7217915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4384470" y="381959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8602256" y="379137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12897815" y="3827762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87" name="向上箭號 86"/>
          <p:cNvSpPr/>
          <p:nvPr/>
        </p:nvSpPr>
        <p:spPr>
          <a:xfrm>
            <a:off x="8967665" y="6308112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8" name="向上箭號 87"/>
          <p:cNvSpPr/>
          <p:nvPr/>
        </p:nvSpPr>
        <p:spPr>
          <a:xfrm>
            <a:off x="8967666" y="4592736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9" name="向上箭號 88"/>
          <p:cNvSpPr/>
          <p:nvPr/>
        </p:nvSpPr>
        <p:spPr>
          <a:xfrm>
            <a:off x="13194237" y="6314213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0" name="向上箭號 89"/>
          <p:cNvSpPr/>
          <p:nvPr/>
        </p:nvSpPr>
        <p:spPr>
          <a:xfrm>
            <a:off x="13194239" y="4598837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5" name="弧形箭號 (上彎) 44"/>
          <p:cNvSpPr/>
          <p:nvPr/>
        </p:nvSpPr>
        <p:spPr>
          <a:xfrm>
            <a:off x="6960971" y="6199893"/>
            <a:ext cx="2071526" cy="852974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46" name="弧形箭號 (上彎) 45"/>
          <p:cNvSpPr/>
          <p:nvPr/>
        </p:nvSpPr>
        <p:spPr>
          <a:xfrm>
            <a:off x="11061492" y="6207786"/>
            <a:ext cx="2071526" cy="852974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49" name="手繪多邊形 48"/>
          <p:cNvSpPr/>
          <p:nvPr/>
        </p:nvSpPr>
        <p:spPr>
          <a:xfrm flipH="1">
            <a:off x="10023018" y="5129015"/>
            <a:ext cx="1008869" cy="47942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6" name="文字方塊 55"/>
          <p:cNvSpPr txBox="1"/>
          <p:nvPr/>
        </p:nvSpPr>
        <p:spPr>
          <a:xfrm>
            <a:off x="4917102" y="495996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6405038" y="545486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0559506" y="551171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9315318" y="4989854"/>
            <a:ext cx="858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13561580" y="4977281"/>
            <a:ext cx="858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7098273" y="1692937"/>
            <a:ext cx="9681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The same network is used again and again.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949477" y="8844279"/>
            <a:ext cx="83826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arrive     </a:t>
            </a:r>
            <a:r>
              <a:rPr lang="en-US" altLang="zh-TW" sz="3200" dirty="0">
                <a:solidFill>
                  <a:srgbClr val="FF0000"/>
                </a:solidFill>
              </a:rPr>
              <a:t>Taipei     </a:t>
            </a:r>
            <a:r>
              <a:rPr lang="en-US" altLang="zh-TW" sz="3200" dirty="0"/>
              <a:t>on     </a:t>
            </a:r>
            <a:r>
              <a:rPr lang="en-US" altLang="zh-TW" sz="3200" dirty="0">
                <a:solidFill>
                  <a:srgbClr val="0000FF"/>
                </a:solidFill>
              </a:rPr>
              <a:t>November     2</a:t>
            </a:r>
            <a:r>
              <a:rPr lang="en-US" altLang="zh-TW" sz="3200" baseline="30000" dirty="0">
                <a:solidFill>
                  <a:srgbClr val="0000FF"/>
                </a:solidFill>
              </a:rPr>
              <a:t>nd</a:t>
            </a:r>
            <a:r>
              <a:rPr lang="en-US" altLang="zh-TW" sz="3200" dirty="0"/>
              <a:t> </a:t>
            </a:r>
            <a:endParaRPr lang="en-US" altLang="zh-TW" sz="3200" dirty="0">
              <a:solidFill>
                <a:srgbClr val="FFC000"/>
              </a:solidFill>
            </a:endParaRPr>
          </a:p>
        </p:txBody>
      </p:sp>
      <p:pic>
        <p:nvPicPr>
          <p:cNvPr id="55" name="Picture 8" descr="User Symbol Blue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579" y="8812922"/>
            <a:ext cx="745671" cy="114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圓角矩形圖說文字 69"/>
          <p:cNvSpPr/>
          <p:nvPr/>
        </p:nvSpPr>
        <p:spPr>
          <a:xfrm>
            <a:off x="5581371" y="8812922"/>
            <a:ext cx="7980209" cy="767790"/>
          </a:xfrm>
          <a:prstGeom prst="wedgeRoundRectCallout">
            <a:avLst>
              <a:gd name="adj1" fmla="val -61795"/>
              <a:gd name="adj2" fmla="val 34144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5" name="直線單箭頭接點 4"/>
          <p:cNvCxnSpPr>
            <a:endCxn id="6" idx="2"/>
          </p:cNvCxnSpPr>
          <p:nvPr/>
        </p:nvCxnSpPr>
        <p:spPr>
          <a:xfrm flipH="1" flipV="1">
            <a:off x="9997809" y="11778505"/>
            <a:ext cx="1317983" cy="11787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 flipV="1">
            <a:off x="7991729" y="7865891"/>
            <a:ext cx="1175559" cy="11910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V="1">
            <a:off x="9438582" y="7925165"/>
            <a:ext cx="3755655" cy="11242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3141443" y="2430581"/>
            <a:ext cx="40461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of “arrive” in each slot</a:t>
            </a:r>
            <a:endParaRPr lang="zh-TW" altLang="en-US" sz="36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7494278" y="2417846"/>
            <a:ext cx="40461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of “</a:t>
            </a:r>
            <a:r>
              <a:rPr lang="en-US" altLang="zh-TW" sz="3600" dirty="0">
                <a:solidFill>
                  <a:srgbClr val="FF0000"/>
                </a:solidFill>
              </a:rPr>
              <a:t>Taipei</a:t>
            </a:r>
            <a:r>
              <a:rPr lang="en-US" altLang="zh-TW" sz="3600" dirty="0"/>
              <a:t>” in each slot</a:t>
            </a:r>
            <a:endParaRPr lang="zh-TW" altLang="en-US" sz="36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11867829" y="2433503"/>
            <a:ext cx="349788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of “on” in each slot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8" grpId="0" bldLvl="0" animBg="1"/>
      <p:bldP spid="41" grpId="0" bldLvl="0" animBg="1"/>
      <p:bldP spid="57" grpId="0" bldLvl="0" animBg="1"/>
      <p:bldP spid="59" grpId="0" bldLvl="0" animBg="1"/>
      <p:bldP spid="60" grpId="0" bldLvl="0" animBg="1"/>
      <p:bldP spid="65" grpId="0" bldLvl="0" animBg="1"/>
      <p:bldP spid="66" grpId="0" bldLvl="0" animBg="1"/>
      <p:bldP spid="67" grpId="0" bldLvl="0" animBg="1"/>
      <p:bldP spid="68" grpId="0" bldLvl="0" animBg="1"/>
      <p:bldP spid="69" grpId="0" bldLvl="0" animBg="1"/>
      <p:bldP spid="71" grpId="0" bldLvl="0" animBg="1"/>
      <p:bldP spid="74" grpId="0" bldLvl="0" animBg="1"/>
      <p:bldP spid="3" grpId="0"/>
      <p:bldP spid="78" grpId="0" bldLvl="0" animBg="1"/>
      <p:bldP spid="79" grpId="0"/>
      <p:bldP spid="6" grpId="0"/>
      <p:bldP spid="81" grpId="0"/>
      <p:bldP spid="82" grpId="0"/>
      <p:bldP spid="83" grpId="0"/>
      <p:bldP spid="84" grpId="0"/>
      <p:bldP spid="85" grpId="0"/>
      <p:bldP spid="87" grpId="0" bldLvl="0" animBg="1"/>
      <p:bldP spid="88" grpId="0" bldLvl="0" animBg="1"/>
      <p:bldP spid="89" grpId="0" bldLvl="0" animBg="1"/>
      <p:bldP spid="90" grpId="0" bldLvl="0" animBg="1"/>
      <p:bldP spid="45" grpId="0" bldLvl="0" animBg="1"/>
      <p:bldP spid="46" grpId="0" bldLvl="0" animBg="1"/>
      <p:bldP spid="49" grpId="0" bldLvl="0" animBg="1"/>
      <p:bldP spid="56" grpId="0"/>
      <p:bldP spid="58" grpId="0"/>
      <p:bldP spid="61" grpId="0"/>
      <p:bldP spid="62" grpId="0"/>
      <p:bldP spid="63" grpId="0"/>
      <p:bldP spid="64" grpId="0"/>
      <p:bldP spid="52" grpId="0"/>
      <p:bldP spid="70" grpId="0" bldLvl="0" animBg="1"/>
      <p:bldP spid="10" grpId="0"/>
      <p:bldP spid="75" grpId="0"/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4853" y="-127185"/>
            <a:ext cx="16084552" cy="1551434"/>
          </a:xfrm>
        </p:spPr>
        <p:txBody>
          <a:bodyPr/>
          <a:lstStyle/>
          <a:p>
            <a:r>
              <a:rPr lang="en-US" altLang="zh-TW" dirty="0"/>
              <a:t>RNN</a:t>
            </a:r>
            <a:endParaRPr lang="zh-TW" altLang="en-US" dirty="0"/>
          </a:p>
        </p:txBody>
      </p:sp>
      <p:grpSp>
        <p:nvGrpSpPr>
          <p:cNvPr id="51" name="群組 50"/>
          <p:cNvGrpSpPr/>
          <p:nvPr/>
        </p:nvGrpSpPr>
        <p:grpSpPr>
          <a:xfrm>
            <a:off x="2508768" y="3689198"/>
            <a:ext cx="6131415" cy="4461291"/>
            <a:chOff x="458884" y="2311275"/>
            <a:chExt cx="4087610" cy="2974194"/>
          </a:xfrm>
        </p:grpSpPr>
        <p:grpSp>
          <p:nvGrpSpPr>
            <p:cNvPr id="47" name="群組 46"/>
            <p:cNvGrpSpPr/>
            <p:nvPr/>
          </p:nvGrpSpPr>
          <p:grpSpPr>
            <a:xfrm>
              <a:off x="458884" y="2442140"/>
              <a:ext cx="3486661" cy="2455107"/>
              <a:chOff x="458884" y="2396952"/>
              <a:chExt cx="3943646" cy="2776890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58884" y="4699239"/>
                <a:ext cx="1080000" cy="432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477933" y="3551028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458884" y="2429669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3228982" y="4684832"/>
                <a:ext cx="1080000" cy="432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3248031" y="3571127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1705100" y="3526809"/>
                <a:ext cx="1080000" cy="432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248031" y="2437203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1" name="向上箭號 10"/>
              <p:cNvSpPr/>
              <p:nvPr/>
            </p:nvSpPr>
            <p:spPr>
              <a:xfrm>
                <a:off x="803085" y="4047951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2" name="向上箭號 11"/>
              <p:cNvSpPr/>
              <p:nvPr/>
            </p:nvSpPr>
            <p:spPr>
              <a:xfrm>
                <a:off x="803086" y="2904367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3" name="文字方塊 12"/>
              <p:cNvSpPr txBox="1"/>
              <p:nvPr/>
            </p:nvSpPr>
            <p:spPr>
              <a:xfrm>
                <a:off x="1827964" y="2952008"/>
                <a:ext cx="1047750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>
                    <a:solidFill>
                      <a:srgbClr val="0000FF"/>
                    </a:solidFill>
                  </a:rPr>
                  <a:t>store</a:t>
                </a:r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4" name="手繪多邊形 13"/>
              <p:cNvSpPr/>
              <p:nvPr/>
            </p:nvSpPr>
            <p:spPr>
              <a:xfrm flipH="1">
                <a:off x="1538883" y="3295677"/>
                <a:ext cx="672579" cy="319619"/>
              </a:xfrm>
              <a:custGeom>
                <a:avLst/>
                <a:gdLst>
                  <a:gd name="connsiteX0" fmla="*/ 3924300 w 3924300"/>
                  <a:gd name="connsiteY0" fmla="*/ 628749 h 628749"/>
                  <a:gd name="connsiteX1" fmla="*/ 1714500 w 3924300"/>
                  <a:gd name="connsiteY1" fmla="*/ 99 h 628749"/>
                  <a:gd name="connsiteX2" fmla="*/ 0 w 3924300"/>
                  <a:gd name="connsiteY2" fmla="*/ 590649 h 628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24300" h="628749">
                    <a:moveTo>
                      <a:pt x="3924300" y="628749"/>
                    </a:moveTo>
                    <a:cubicBezTo>
                      <a:pt x="3146425" y="317599"/>
                      <a:pt x="2368550" y="6449"/>
                      <a:pt x="1714500" y="99"/>
                    </a:cubicBezTo>
                    <a:cubicBezTo>
                      <a:pt x="1060450" y="-6251"/>
                      <a:pt x="530225" y="292199"/>
                      <a:pt x="0" y="590649"/>
                    </a:cubicBezTo>
                  </a:path>
                </a:pathLst>
              </a:custGeom>
              <a:noFill/>
              <a:ln w="38100">
                <a:solidFill>
                  <a:srgbClr val="0000FF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5" name="文字方塊 14"/>
              <p:cNvSpPr txBox="1"/>
              <p:nvPr/>
            </p:nvSpPr>
            <p:spPr>
              <a:xfrm>
                <a:off x="593212" y="4674324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x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3334245" y="4684832"/>
                <a:ext cx="907572" cy="489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x</a:t>
                </a:r>
                <a:r>
                  <a:rPr lang="en-US" altLang="zh-TW" sz="3600" baseline="30000" dirty="0"/>
                  <a:t>2</a:t>
                </a:r>
                <a:endParaRPr lang="zh-TW" altLang="en-US" sz="3600" baseline="30000" dirty="0"/>
              </a:p>
            </p:txBody>
          </p:sp>
          <p:sp>
            <p:nvSpPr>
              <p:cNvPr id="17" name="文字方塊 16"/>
              <p:cNvSpPr txBox="1"/>
              <p:nvPr/>
            </p:nvSpPr>
            <p:spPr>
              <a:xfrm>
                <a:off x="542637" y="2415765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y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18" name="文字方塊 17"/>
              <p:cNvSpPr txBox="1"/>
              <p:nvPr/>
            </p:nvSpPr>
            <p:spPr>
              <a:xfrm>
                <a:off x="3354494" y="2396952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y</a:t>
                </a:r>
                <a:r>
                  <a:rPr lang="en-US" altLang="zh-TW" sz="3600" baseline="30000" dirty="0"/>
                  <a:t>2</a:t>
                </a:r>
                <a:endParaRPr lang="zh-TW" altLang="en-US" sz="3600" baseline="30000" dirty="0"/>
              </a:p>
            </p:txBody>
          </p:sp>
          <p:sp>
            <p:nvSpPr>
              <p:cNvPr id="19" name="向上箭號 18"/>
              <p:cNvSpPr/>
              <p:nvPr/>
            </p:nvSpPr>
            <p:spPr>
              <a:xfrm>
                <a:off x="3598100" y="4074780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0" name="向上箭號 19"/>
              <p:cNvSpPr/>
              <p:nvPr/>
            </p:nvSpPr>
            <p:spPr>
              <a:xfrm>
                <a:off x="3598101" y="2931196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1" name="弧形箭號 (上彎) 20"/>
              <p:cNvSpPr/>
              <p:nvPr/>
            </p:nvSpPr>
            <p:spPr>
              <a:xfrm>
                <a:off x="2260304" y="4002634"/>
                <a:ext cx="1381017" cy="568649"/>
              </a:xfrm>
              <a:prstGeom prst="curvedUpArrow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文字方塊 21"/>
              <p:cNvSpPr txBox="1"/>
              <p:nvPr/>
            </p:nvSpPr>
            <p:spPr>
              <a:xfrm>
                <a:off x="897725" y="3176016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a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23" name="文字方塊 22"/>
              <p:cNvSpPr txBox="1"/>
              <p:nvPr/>
            </p:nvSpPr>
            <p:spPr>
              <a:xfrm>
                <a:off x="1889682" y="3505945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a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24" name="文字方塊 23"/>
              <p:cNvSpPr txBox="1"/>
              <p:nvPr/>
            </p:nvSpPr>
            <p:spPr>
              <a:xfrm>
                <a:off x="3829869" y="3195941"/>
                <a:ext cx="572661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a</a:t>
                </a:r>
                <a:r>
                  <a:rPr lang="en-US" altLang="zh-TW" sz="3600" baseline="30000" dirty="0"/>
                  <a:t>2</a:t>
                </a:r>
                <a:endParaRPr lang="zh-TW" altLang="en-US" sz="3600" baseline="30000" dirty="0"/>
              </a:p>
            </p:txBody>
          </p:sp>
        </p:grpSp>
        <p:sp>
          <p:nvSpPr>
            <p:cNvPr id="48" name="文字方塊 47"/>
            <p:cNvSpPr txBox="1"/>
            <p:nvPr/>
          </p:nvSpPr>
          <p:spPr>
            <a:xfrm>
              <a:off x="3822642" y="2311275"/>
              <a:ext cx="711258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b="1" dirty="0"/>
                <a:t>……</a:t>
              </a:r>
              <a:endParaRPr lang="zh-TW" altLang="en-US" sz="4200" b="1" dirty="0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3822642" y="3315458"/>
              <a:ext cx="711258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b="1" dirty="0"/>
                <a:t>……</a:t>
              </a:r>
              <a:endParaRPr lang="zh-TW" altLang="en-US" sz="4200" b="1" dirty="0"/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3835236" y="4363026"/>
              <a:ext cx="711258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b="1" dirty="0"/>
                <a:t>……</a:t>
              </a:r>
              <a:endParaRPr lang="zh-TW" altLang="en-US" sz="4200" b="1" dirty="0"/>
            </a:p>
          </p:txBody>
        </p:sp>
      </p:grpSp>
      <p:grpSp>
        <p:nvGrpSpPr>
          <p:cNvPr id="52" name="群組 51"/>
          <p:cNvGrpSpPr/>
          <p:nvPr/>
        </p:nvGrpSpPr>
        <p:grpSpPr>
          <a:xfrm>
            <a:off x="9670583" y="3689198"/>
            <a:ext cx="6131415" cy="4461291"/>
            <a:chOff x="458884" y="2311275"/>
            <a:chExt cx="4087610" cy="2974194"/>
          </a:xfrm>
        </p:grpSpPr>
        <p:grpSp>
          <p:nvGrpSpPr>
            <p:cNvPr id="53" name="群組 52"/>
            <p:cNvGrpSpPr/>
            <p:nvPr/>
          </p:nvGrpSpPr>
          <p:grpSpPr>
            <a:xfrm>
              <a:off x="458884" y="2442140"/>
              <a:ext cx="3486661" cy="2455107"/>
              <a:chOff x="458884" y="2396952"/>
              <a:chExt cx="3943646" cy="2776890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458884" y="4699239"/>
                <a:ext cx="1080000" cy="432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477933" y="3551028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458884" y="2429669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3228982" y="4684832"/>
                <a:ext cx="1080000" cy="432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248031" y="3571127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1705100" y="3526809"/>
                <a:ext cx="1080000" cy="432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3248031" y="2437203"/>
                <a:ext cx="1080000" cy="432000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4" name="向上箭號 63"/>
              <p:cNvSpPr/>
              <p:nvPr/>
            </p:nvSpPr>
            <p:spPr>
              <a:xfrm>
                <a:off x="803085" y="4047951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5" name="向上箭號 64"/>
              <p:cNvSpPr/>
              <p:nvPr/>
            </p:nvSpPr>
            <p:spPr>
              <a:xfrm>
                <a:off x="803086" y="2904367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6" name="文字方塊 65"/>
              <p:cNvSpPr txBox="1"/>
              <p:nvPr/>
            </p:nvSpPr>
            <p:spPr>
              <a:xfrm>
                <a:off x="1827964" y="2952008"/>
                <a:ext cx="1047750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>
                    <a:solidFill>
                      <a:srgbClr val="0000FF"/>
                    </a:solidFill>
                  </a:rPr>
                  <a:t>store</a:t>
                </a:r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67" name="手繪多邊形 66"/>
              <p:cNvSpPr/>
              <p:nvPr/>
            </p:nvSpPr>
            <p:spPr>
              <a:xfrm flipH="1">
                <a:off x="1538883" y="3295677"/>
                <a:ext cx="672579" cy="319619"/>
              </a:xfrm>
              <a:custGeom>
                <a:avLst/>
                <a:gdLst>
                  <a:gd name="connsiteX0" fmla="*/ 3924300 w 3924300"/>
                  <a:gd name="connsiteY0" fmla="*/ 628749 h 628749"/>
                  <a:gd name="connsiteX1" fmla="*/ 1714500 w 3924300"/>
                  <a:gd name="connsiteY1" fmla="*/ 99 h 628749"/>
                  <a:gd name="connsiteX2" fmla="*/ 0 w 3924300"/>
                  <a:gd name="connsiteY2" fmla="*/ 590649 h 628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24300" h="628749">
                    <a:moveTo>
                      <a:pt x="3924300" y="628749"/>
                    </a:moveTo>
                    <a:cubicBezTo>
                      <a:pt x="3146425" y="317599"/>
                      <a:pt x="2368550" y="6449"/>
                      <a:pt x="1714500" y="99"/>
                    </a:cubicBezTo>
                    <a:cubicBezTo>
                      <a:pt x="1060450" y="-6251"/>
                      <a:pt x="530225" y="292199"/>
                      <a:pt x="0" y="590649"/>
                    </a:cubicBezTo>
                  </a:path>
                </a:pathLst>
              </a:custGeom>
              <a:noFill/>
              <a:ln w="38100">
                <a:solidFill>
                  <a:srgbClr val="0000FF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8" name="文字方塊 67"/>
              <p:cNvSpPr txBox="1"/>
              <p:nvPr/>
            </p:nvSpPr>
            <p:spPr>
              <a:xfrm>
                <a:off x="593212" y="4674324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x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69" name="文字方塊 68"/>
              <p:cNvSpPr txBox="1"/>
              <p:nvPr/>
            </p:nvSpPr>
            <p:spPr>
              <a:xfrm>
                <a:off x="3334245" y="4684832"/>
                <a:ext cx="907572" cy="489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x</a:t>
                </a:r>
                <a:r>
                  <a:rPr lang="en-US" altLang="zh-TW" sz="3600" baseline="30000" dirty="0"/>
                  <a:t>2</a:t>
                </a:r>
                <a:endParaRPr lang="zh-TW" altLang="en-US" sz="3600" baseline="30000" dirty="0"/>
              </a:p>
            </p:txBody>
          </p:sp>
          <p:sp>
            <p:nvSpPr>
              <p:cNvPr id="70" name="文字方塊 69"/>
              <p:cNvSpPr txBox="1"/>
              <p:nvPr/>
            </p:nvSpPr>
            <p:spPr>
              <a:xfrm>
                <a:off x="542637" y="2415765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y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71" name="文字方塊 70"/>
              <p:cNvSpPr txBox="1"/>
              <p:nvPr/>
            </p:nvSpPr>
            <p:spPr>
              <a:xfrm>
                <a:off x="3354494" y="2396952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y</a:t>
                </a:r>
                <a:r>
                  <a:rPr lang="en-US" altLang="zh-TW" sz="3600" baseline="30000" dirty="0"/>
                  <a:t>2</a:t>
                </a:r>
                <a:endParaRPr lang="zh-TW" altLang="en-US" sz="3600" baseline="30000" dirty="0"/>
              </a:p>
            </p:txBody>
          </p:sp>
          <p:sp>
            <p:nvSpPr>
              <p:cNvPr id="72" name="向上箭號 71"/>
              <p:cNvSpPr/>
              <p:nvPr/>
            </p:nvSpPr>
            <p:spPr>
              <a:xfrm>
                <a:off x="3598100" y="4074780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73" name="向上箭號 72"/>
              <p:cNvSpPr/>
              <p:nvPr/>
            </p:nvSpPr>
            <p:spPr>
              <a:xfrm>
                <a:off x="3598101" y="2931196"/>
                <a:ext cx="386677" cy="579410"/>
              </a:xfrm>
              <a:prstGeom prst="up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74" name="弧形箭號 (上彎) 73"/>
              <p:cNvSpPr/>
              <p:nvPr/>
            </p:nvSpPr>
            <p:spPr>
              <a:xfrm>
                <a:off x="2260304" y="4002634"/>
                <a:ext cx="1381017" cy="568649"/>
              </a:xfrm>
              <a:prstGeom prst="curvedUpArrow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文字方塊 74"/>
              <p:cNvSpPr txBox="1"/>
              <p:nvPr/>
            </p:nvSpPr>
            <p:spPr>
              <a:xfrm>
                <a:off x="897725" y="3176016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a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76" name="文字方塊 75"/>
              <p:cNvSpPr txBox="1"/>
              <p:nvPr/>
            </p:nvSpPr>
            <p:spPr>
              <a:xfrm>
                <a:off x="1889682" y="3505945"/>
                <a:ext cx="907572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a</a:t>
                </a:r>
                <a:r>
                  <a:rPr lang="en-US" altLang="zh-TW" sz="3600" baseline="30000" dirty="0"/>
                  <a:t>1</a:t>
                </a:r>
                <a:endParaRPr lang="zh-TW" altLang="en-US" sz="3600" baseline="30000" dirty="0"/>
              </a:p>
            </p:txBody>
          </p:sp>
          <p:sp>
            <p:nvSpPr>
              <p:cNvPr id="77" name="文字方塊 76"/>
              <p:cNvSpPr txBox="1"/>
              <p:nvPr/>
            </p:nvSpPr>
            <p:spPr>
              <a:xfrm>
                <a:off x="3829869" y="3195941"/>
                <a:ext cx="572661" cy="486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a</a:t>
                </a:r>
                <a:r>
                  <a:rPr lang="en-US" altLang="zh-TW" sz="3600" baseline="30000" dirty="0"/>
                  <a:t>2</a:t>
                </a:r>
                <a:endParaRPr lang="zh-TW" altLang="en-US" sz="3600" baseline="30000" dirty="0"/>
              </a:p>
            </p:txBody>
          </p:sp>
        </p:grpSp>
        <p:sp>
          <p:nvSpPr>
            <p:cNvPr id="54" name="文字方塊 53"/>
            <p:cNvSpPr txBox="1"/>
            <p:nvPr/>
          </p:nvSpPr>
          <p:spPr>
            <a:xfrm>
              <a:off x="3822642" y="2311275"/>
              <a:ext cx="711258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b="1" dirty="0"/>
                <a:t>……</a:t>
              </a:r>
              <a:endParaRPr lang="zh-TW" altLang="en-US" sz="4200" b="1" dirty="0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822642" y="3315458"/>
              <a:ext cx="711258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b="1" dirty="0"/>
                <a:t>……</a:t>
              </a:r>
              <a:endParaRPr lang="zh-TW" altLang="en-US" sz="4200" b="1" dirty="0"/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835236" y="4363026"/>
              <a:ext cx="711258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b="1" dirty="0"/>
                <a:t>……</a:t>
              </a:r>
              <a:endParaRPr lang="zh-TW" altLang="en-US" sz="4200" b="1" dirty="0"/>
            </a:p>
          </p:txBody>
        </p:sp>
      </p:grpSp>
      <p:sp>
        <p:nvSpPr>
          <p:cNvPr id="78" name="文字方塊 77"/>
          <p:cNvSpPr txBox="1"/>
          <p:nvPr/>
        </p:nvSpPr>
        <p:spPr>
          <a:xfrm>
            <a:off x="2493416" y="7534887"/>
            <a:ext cx="14804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leave</a:t>
            </a:r>
            <a:endParaRPr lang="zh-TW" altLang="en-US" sz="42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6207684" y="7565477"/>
            <a:ext cx="17525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Taipei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2286000" y="2637795"/>
            <a:ext cx="3357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/>
              <a:t>Prob</a:t>
            </a:r>
            <a:r>
              <a:rPr lang="en-US" altLang="zh-TW" sz="3600" dirty="0"/>
              <a:t> of “leave” in each slot</a:t>
            </a:r>
            <a:endParaRPr lang="zh-TW" altLang="en-US" sz="36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838674" y="2667392"/>
            <a:ext cx="3357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/>
              <a:t>Prob</a:t>
            </a:r>
            <a:r>
              <a:rPr lang="en-US" altLang="zh-TW" sz="3600" dirty="0"/>
              <a:t> of “</a:t>
            </a:r>
            <a:r>
              <a:rPr lang="en-US" altLang="zh-TW" sz="3600" dirty="0">
                <a:solidFill>
                  <a:srgbClr val="FF0000"/>
                </a:solidFill>
              </a:rPr>
              <a:t>Taipei</a:t>
            </a:r>
            <a:r>
              <a:rPr lang="en-US" altLang="zh-TW" sz="3600" dirty="0"/>
              <a:t>” in each slot</a:t>
            </a:r>
            <a:endParaRPr lang="zh-TW" altLang="en-US" sz="36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9545649" y="2675241"/>
            <a:ext cx="3357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/>
              <a:t>Prob</a:t>
            </a:r>
            <a:r>
              <a:rPr lang="en-US" altLang="zh-TW" sz="3600" dirty="0"/>
              <a:t> of “arrive” in each slot</a:t>
            </a:r>
            <a:endParaRPr lang="zh-TW" altLang="en-US" sz="36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12807042" y="2707524"/>
            <a:ext cx="3357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err="1"/>
              <a:t>Prob</a:t>
            </a:r>
            <a:r>
              <a:rPr lang="en-US" altLang="zh-TW" sz="3600" dirty="0"/>
              <a:t> of “</a:t>
            </a:r>
            <a:r>
              <a:rPr lang="en-US" altLang="zh-TW" sz="3600" dirty="0">
                <a:solidFill>
                  <a:srgbClr val="FF0000"/>
                </a:solidFill>
              </a:rPr>
              <a:t>Taipei</a:t>
            </a:r>
            <a:r>
              <a:rPr lang="en-US" altLang="zh-TW" sz="3600" dirty="0"/>
              <a:t>” in each slot</a:t>
            </a:r>
            <a:endParaRPr lang="zh-TW" altLang="en-US" sz="36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9466716" y="7585803"/>
            <a:ext cx="18334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arrive</a:t>
            </a:r>
            <a:endParaRPr lang="zh-TW" altLang="en-US" sz="42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13344236" y="7549875"/>
            <a:ext cx="17525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00B050"/>
                </a:solidFill>
              </a:rPr>
              <a:t>Taipei</a:t>
            </a:r>
            <a:endParaRPr lang="zh-TW" altLang="en-US" sz="4200" dirty="0">
              <a:solidFill>
                <a:srgbClr val="00B050"/>
              </a:solidFill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9167606" y="985151"/>
            <a:ext cx="3373527" cy="73723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Different</a:t>
            </a:r>
            <a:endParaRPr lang="zh-TW" altLang="en-US" sz="4200" dirty="0"/>
          </a:p>
        </p:txBody>
      </p:sp>
      <p:cxnSp>
        <p:nvCxnSpPr>
          <p:cNvPr id="88" name="直線單箭頭接點 87"/>
          <p:cNvCxnSpPr>
            <a:stCxn id="81" idx="0"/>
          </p:cNvCxnSpPr>
          <p:nvPr/>
        </p:nvCxnSpPr>
        <p:spPr>
          <a:xfrm flipV="1">
            <a:off x="13562826" y="3161759"/>
            <a:ext cx="2503610" cy="84008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/>
          <p:nvPr/>
        </p:nvCxnSpPr>
        <p:spPr>
          <a:xfrm flipH="1" flipV="1">
            <a:off x="11486232" y="1823361"/>
            <a:ext cx="2599169" cy="90526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 114"/>
          <p:cNvSpPr/>
          <p:nvPr/>
        </p:nvSpPr>
        <p:spPr>
          <a:xfrm>
            <a:off x="5993007" y="7549875"/>
            <a:ext cx="1967181" cy="7848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6" name="矩形 115"/>
          <p:cNvSpPr/>
          <p:nvPr/>
        </p:nvSpPr>
        <p:spPr>
          <a:xfrm>
            <a:off x="13129559" y="7565477"/>
            <a:ext cx="1967181" cy="7848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17" name="直線單箭頭接點 116"/>
          <p:cNvCxnSpPr/>
          <p:nvPr/>
        </p:nvCxnSpPr>
        <p:spPr>
          <a:xfrm flipV="1">
            <a:off x="4663376" y="5934537"/>
            <a:ext cx="0" cy="294531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/>
          <p:cNvCxnSpPr/>
          <p:nvPr/>
        </p:nvCxnSpPr>
        <p:spPr>
          <a:xfrm flipV="1">
            <a:off x="11797569" y="5934537"/>
            <a:ext cx="0" cy="32597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3090751" y="8879852"/>
            <a:ext cx="10912757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The values stored in the memory is different.</a:t>
            </a:r>
            <a:endParaRPr lang="zh-TW" altLang="en-US" sz="4200" dirty="0"/>
          </a:p>
        </p:txBody>
      </p:sp>
      <p:sp>
        <p:nvSpPr>
          <p:cNvPr id="125" name="矩形 124"/>
          <p:cNvSpPr/>
          <p:nvPr/>
        </p:nvSpPr>
        <p:spPr>
          <a:xfrm>
            <a:off x="5874203" y="2665187"/>
            <a:ext cx="3063677" cy="116298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6" name="矩形 125"/>
          <p:cNvSpPr/>
          <p:nvPr/>
        </p:nvSpPr>
        <p:spPr>
          <a:xfrm>
            <a:off x="12814718" y="2693486"/>
            <a:ext cx="3063677" cy="116298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bldLvl="0" animBg="1"/>
      <p:bldP spid="115" grpId="0" bldLvl="0" animBg="1"/>
      <p:bldP spid="116" grpId="0" bldLvl="0" animBg="1"/>
      <p:bldP spid="119" grpId="0" bldLvl="0" animBg="1"/>
      <p:bldP spid="125" grpId="0" bldLvl="0" animBg="1"/>
      <p:bldP spid="12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4991225" y="4222362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Of course it can be deep …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5024217" y="8441586"/>
            <a:ext cx="1620000" cy="54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5056482" y="7175076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8449061" y="8450982"/>
            <a:ext cx="1620000" cy="54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8424198" y="7175076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向上箭號 8"/>
          <p:cNvSpPr/>
          <p:nvPr/>
        </p:nvSpPr>
        <p:spPr>
          <a:xfrm>
            <a:off x="5544210" y="7777586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向上箭號 9"/>
          <p:cNvSpPr/>
          <p:nvPr/>
        </p:nvSpPr>
        <p:spPr>
          <a:xfrm>
            <a:off x="8950689" y="7784454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向右箭號 10"/>
          <p:cNvSpPr/>
          <p:nvPr/>
        </p:nvSpPr>
        <p:spPr>
          <a:xfrm>
            <a:off x="3574803" y="7165875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向右箭號 11"/>
          <p:cNvSpPr/>
          <p:nvPr/>
        </p:nvSpPr>
        <p:spPr>
          <a:xfrm>
            <a:off x="6916193" y="7175024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文字方塊 12"/>
          <p:cNvSpPr txBox="1"/>
          <p:nvPr/>
        </p:nvSpPr>
        <p:spPr>
          <a:xfrm>
            <a:off x="2351313" y="6999683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4757792" y="6952819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845352" y="8450982"/>
            <a:ext cx="1620000" cy="54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矩形 15"/>
          <p:cNvSpPr/>
          <p:nvPr/>
        </p:nvSpPr>
        <p:spPr>
          <a:xfrm>
            <a:off x="11820489" y="7175076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向上箭號 16"/>
          <p:cNvSpPr/>
          <p:nvPr/>
        </p:nvSpPr>
        <p:spPr>
          <a:xfrm>
            <a:off x="12346980" y="7784454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向右箭號 17"/>
          <p:cNvSpPr/>
          <p:nvPr/>
        </p:nvSpPr>
        <p:spPr>
          <a:xfrm>
            <a:off x="10312484" y="7175024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右箭號 18"/>
          <p:cNvSpPr/>
          <p:nvPr/>
        </p:nvSpPr>
        <p:spPr>
          <a:xfrm>
            <a:off x="13523178" y="7165875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文字方塊 19"/>
          <p:cNvSpPr txBox="1"/>
          <p:nvPr/>
        </p:nvSpPr>
        <p:spPr>
          <a:xfrm>
            <a:off x="5190996" y="8363407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x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8632832" y="838518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2074667" y="8381034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t+2</a:t>
            </a:r>
            <a:endParaRPr lang="zh-TW" altLang="en-US" sz="3600" baseline="30000" dirty="0"/>
          </a:p>
        </p:txBody>
      </p:sp>
      <p:sp>
        <p:nvSpPr>
          <p:cNvPr id="23" name="矩形 22"/>
          <p:cNvSpPr/>
          <p:nvPr/>
        </p:nvSpPr>
        <p:spPr>
          <a:xfrm>
            <a:off x="5024217" y="5799674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向上箭號 23"/>
          <p:cNvSpPr/>
          <p:nvPr/>
        </p:nvSpPr>
        <p:spPr>
          <a:xfrm>
            <a:off x="5511945" y="6402183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向右箭號 24"/>
          <p:cNvSpPr/>
          <p:nvPr/>
        </p:nvSpPr>
        <p:spPr>
          <a:xfrm>
            <a:off x="3542538" y="5790473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6" name="文字方塊 25"/>
          <p:cNvSpPr txBox="1"/>
          <p:nvPr/>
        </p:nvSpPr>
        <p:spPr>
          <a:xfrm>
            <a:off x="2319048" y="5624280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 rot="5400000">
            <a:off x="5268546" y="4892919"/>
            <a:ext cx="1336158" cy="737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accent4"/>
                </a:solidFill>
              </a:rPr>
              <a:t>……</a:t>
            </a:r>
            <a:endParaRPr lang="zh-TW" altLang="en-US" sz="4200" baseline="-25000" dirty="0">
              <a:solidFill>
                <a:schemeClr val="accent4"/>
              </a:solidFill>
            </a:endParaRPr>
          </a:p>
        </p:txBody>
      </p:sp>
      <p:sp>
        <p:nvSpPr>
          <p:cNvPr id="28" name="向上箭號 27"/>
          <p:cNvSpPr/>
          <p:nvPr/>
        </p:nvSpPr>
        <p:spPr>
          <a:xfrm>
            <a:off x="5511944" y="3494900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9" name="矩形 28"/>
          <p:cNvSpPr/>
          <p:nvPr/>
        </p:nvSpPr>
        <p:spPr>
          <a:xfrm>
            <a:off x="4991951" y="2892453"/>
            <a:ext cx="1620000" cy="54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5153538" y="2816172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y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32" name="向右箭號 31"/>
          <p:cNvSpPr/>
          <p:nvPr/>
        </p:nvSpPr>
        <p:spPr>
          <a:xfrm>
            <a:off x="3509546" y="4213161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文字方塊 32"/>
          <p:cNvSpPr txBox="1"/>
          <p:nvPr/>
        </p:nvSpPr>
        <p:spPr>
          <a:xfrm>
            <a:off x="2286055" y="4046969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397026" y="4213161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5" name="矩形 34"/>
          <p:cNvSpPr/>
          <p:nvPr/>
        </p:nvSpPr>
        <p:spPr>
          <a:xfrm>
            <a:off x="8430018" y="5790473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6" name="向上箭號 35"/>
          <p:cNvSpPr/>
          <p:nvPr/>
        </p:nvSpPr>
        <p:spPr>
          <a:xfrm>
            <a:off x="8917746" y="6392982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7" name="向右箭號 36"/>
          <p:cNvSpPr/>
          <p:nvPr/>
        </p:nvSpPr>
        <p:spPr>
          <a:xfrm>
            <a:off x="6948339" y="5781272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文字方塊 37"/>
          <p:cNvSpPr txBox="1"/>
          <p:nvPr/>
        </p:nvSpPr>
        <p:spPr>
          <a:xfrm rot="5400000">
            <a:off x="8674347" y="4883718"/>
            <a:ext cx="1336158" cy="737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accent4"/>
                </a:solidFill>
              </a:rPr>
              <a:t>……</a:t>
            </a:r>
            <a:endParaRPr lang="zh-TW" altLang="en-US" sz="4200" baseline="-25000" dirty="0">
              <a:solidFill>
                <a:schemeClr val="accent4"/>
              </a:solidFill>
            </a:endParaRPr>
          </a:p>
        </p:txBody>
      </p:sp>
      <p:sp>
        <p:nvSpPr>
          <p:cNvPr id="39" name="向上箭號 38"/>
          <p:cNvSpPr/>
          <p:nvPr/>
        </p:nvSpPr>
        <p:spPr>
          <a:xfrm>
            <a:off x="8917745" y="3485699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0" name="矩形 39"/>
          <p:cNvSpPr/>
          <p:nvPr/>
        </p:nvSpPr>
        <p:spPr>
          <a:xfrm>
            <a:off x="8397752" y="2883252"/>
            <a:ext cx="1620000" cy="54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文字方塊 40"/>
          <p:cNvSpPr txBox="1"/>
          <p:nvPr/>
        </p:nvSpPr>
        <p:spPr>
          <a:xfrm>
            <a:off x="8559339" y="280697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42" name="向右箭號 41"/>
          <p:cNvSpPr/>
          <p:nvPr/>
        </p:nvSpPr>
        <p:spPr>
          <a:xfrm>
            <a:off x="6915347" y="4203960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矩形 42"/>
          <p:cNvSpPr/>
          <p:nvPr/>
        </p:nvSpPr>
        <p:spPr>
          <a:xfrm>
            <a:off x="11740566" y="4203960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4" name="矩形 43"/>
          <p:cNvSpPr/>
          <p:nvPr/>
        </p:nvSpPr>
        <p:spPr>
          <a:xfrm>
            <a:off x="11773559" y="5781272"/>
            <a:ext cx="1620000" cy="54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5" name="向上箭號 44"/>
          <p:cNvSpPr/>
          <p:nvPr/>
        </p:nvSpPr>
        <p:spPr>
          <a:xfrm>
            <a:off x="12261287" y="6383781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6" name="向右箭號 45"/>
          <p:cNvSpPr/>
          <p:nvPr/>
        </p:nvSpPr>
        <p:spPr>
          <a:xfrm>
            <a:off x="10291880" y="5772071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文字方塊 46"/>
          <p:cNvSpPr txBox="1"/>
          <p:nvPr/>
        </p:nvSpPr>
        <p:spPr>
          <a:xfrm rot="5400000">
            <a:off x="12017887" y="4874517"/>
            <a:ext cx="1336158" cy="737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accent4"/>
                </a:solidFill>
              </a:rPr>
              <a:t>……</a:t>
            </a:r>
            <a:endParaRPr lang="zh-TW" altLang="en-US" sz="4200" baseline="-25000" dirty="0">
              <a:solidFill>
                <a:schemeClr val="accent4"/>
              </a:solidFill>
            </a:endParaRPr>
          </a:p>
        </p:txBody>
      </p:sp>
      <p:sp>
        <p:nvSpPr>
          <p:cNvPr id="48" name="向上箭號 47"/>
          <p:cNvSpPr/>
          <p:nvPr/>
        </p:nvSpPr>
        <p:spPr>
          <a:xfrm>
            <a:off x="12261285" y="3476498"/>
            <a:ext cx="580016" cy="648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矩形 48"/>
          <p:cNvSpPr/>
          <p:nvPr/>
        </p:nvSpPr>
        <p:spPr>
          <a:xfrm>
            <a:off x="11741292" y="2874051"/>
            <a:ext cx="1620000" cy="54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0" name="文字方塊 49"/>
          <p:cNvSpPr txBox="1"/>
          <p:nvPr/>
        </p:nvSpPr>
        <p:spPr>
          <a:xfrm>
            <a:off x="11902880" y="279777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t+2</a:t>
            </a:r>
            <a:endParaRPr lang="zh-TW" altLang="en-US" sz="3600" baseline="30000" dirty="0"/>
          </a:p>
        </p:txBody>
      </p:sp>
      <p:sp>
        <p:nvSpPr>
          <p:cNvPr id="51" name="向右箭號 50"/>
          <p:cNvSpPr/>
          <p:nvPr/>
        </p:nvSpPr>
        <p:spPr>
          <a:xfrm>
            <a:off x="10258887" y="4194759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2" name="文字方塊 51"/>
          <p:cNvSpPr txBox="1"/>
          <p:nvPr/>
        </p:nvSpPr>
        <p:spPr>
          <a:xfrm>
            <a:off x="14726568" y="5522625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53" name="向右箭號 52"/>
          <p:cNvSpPr/>
          <p:nvPr/>
        </p:nvSpPr>
        <p:spPr>
          <a:xfrm>
            <a:off x="13491954" y="5735681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4" name="文字方塊 53"/>
          <p:cNvSpPr txBox="1"/>
          <p:nvPr/>
        </p:nvSpPr>
        <p:spPr>
          <a:xfrm>
            <a:off x="14757792" y="3946373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55" name="向右箭號 54"/>
          <p:cNvSpPr/>
          <p:nvPr/>
        </p:nvSpPr>
        <p:spPr>
          <a:xfrm>
            <a:off x="13523178" y="4159428"/>
            <a:ext cx="135000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/>
      <p:bldP spid="14" grpId="0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/>
      <p:bldP spid="21" grpId="0"/>
      <p:bldP spid="22" grpId="0"/>
      <p:bldP spid="23" grpId="0" bldLvl="0" animBg="1"/>
      <p:bldP spid="24" grpId="0" bldLvl="0" animBg="1"/>
      <p:bldP spid="25" grpId="0" bldLvl="0" animBg="1"/>
      <p:bldP spid="26" grpId="0"/>
      <p:bldP spid="27" grpId="0"/>
      <p:bldP spid="28" grpId="0" bldLvl="0" animBg="1"/>
      <p:bldP spid="29" grpId="0" bldLvl="0" animBg="1"/>
      <p:bldP spid="30" grpId="0"/>
      <p:bldP spid="32" grpId="0" bldLvl="0" animBg="1"/>
      <p:bldP spid="33" grpId="0"/>
      <p:bldP spid="34" grpId="0" bldLvl="0" animBg="1"/>
      <p:bldP spid="35" grpId="0" bldLvl="0" animBg="1"/>
      <p:bldP spid="36" grpId="0" bldLvl="0" animBg="1"/>
      <p:bldP spid="37" grpId="0" bldLvl="0" animBg="1"/>
      <p:bldP spid="38" grpId="0"/>
      <p:bldP spid="39" grpId="0" bldLvl="0" animBg="1"/>
      <p:bldP spid="40" grpId="0" bldLvl="0" animBg="1"/>
      <p:bldP spid="41" grpId="0"/>
      <p:bldP spid="42" grpId="0" bldLvl="0" animBg="1"/>
      <p:bldP spid="43" grpId="0" bldLvl="0" animBg="1"/>
      <p:bldP spid="44" grpId="0" bldLvl="0" animBg="1"/>
      <p:bldP spid="45" grpId="0" bldLvl="0" animBg="1"/>
      <p:bldP spid="46" grpId="0" bldLvl="0" animBg="1"/>
      <p:bldP spid="47" grpId="0"/>
      <p:bldP spid="48" grpId="0" bldLvl="0" animBg="1"/>
      <p:bldP spid="49" grpId="0" bldLvl="0" animBg="1"/>
      <p:bldP spid="50" grpId="0"/>
      <p:bldP spid="51" grpId="0" bldLvl="0" animBg="1"/>
      <p:bldP spid="52" grpId="0"/>
      <p:bldP spid="53" grpId="0" bldLvl="0" animBg="1"/>
      <p:bldP spid="54" grpId="0"/>
      <p:bldP spid="55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Elman Network &amp; Jordan Network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764414" y="7987428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 9"/>
          <p:cNvSpPr/>
          <p:nvPr/>
        </p:nvSpPr>
        <p:spPr>
          <a:xfrm>
            <a:off x="3792987" y="6316871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矩形 10"/>
          <p:cNvSpPr/>
          <p:nvPr/>
        </p:nvSpPr>
        <p:spPr>
          <a:xfrm>
            <a:off x="3827417" y="4635086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6497618" y="7986344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矩形 12"/>
          <p:cNvSpPr/>
          <p:nvPr/>
        </p:nvSpPr>
        <p:spPr>
          <a:xfrm>
            <a:off x="6526191" y="6315786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矩形 13"/>
          <p:cNvSpPr/>
          <p:nvPr/>
        </p:nvSpPr>
        <p:spPr>
          <a:xfrm>
            <a:off x="6560621" y="4634001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文字方塊 17"/>
          <p:cNvSpPr txBox="1"/>
          <p:nvPr/>
        </p:nvSpPr>
        <p:spPr>
          <a:xfrm>
            <a:off x="3922308" y="7987428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x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6689942" y="797174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3956737" y="3924722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y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6689942" y="3970457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23" name="向上箭號 22"/>
          <p:cNvSpPr/>
          <p:nvPr/>
        </p:nvSpPr>
        <p:spPr>
          <a:xfrm>
            <a:off x="4318091" y="7072350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向上箭號 23"/>
          <p:cNvSpPr/>
          <p:nvPr/>
        </p:nvSpPr>
        <p:spPr>
          <a:xfrm>
            <a:off x="4318092" y="5356974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向上箭號 24"/>
          <p:cNvSpPr/>
          <p:nvPr/>
        </p:nvSpPr>
        <p:spPr>
          <a:xfrm>
            <a:off x="7052682" y="7068039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6" name="向上箭號 25"/>
          <p:cNvSpPr/>
          <p:nvPr/>
        </p:nvSpPr>
        <p:spPr>
          <a:xfrm>
            <a:off x="7052684" y="5352663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向右箭號 27"/>
          <p:cNvSpPr/>
          <p:nvPr/>
        </p:nvSpPr>
        <p:spPr>
          <a:xfrm>
            <a:off x="5562465" y="6315734"/>
            <a:ext cx="854484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文字方塊 32"/>
          <p:cNvSpPr txBox="1"/>
          <p:nvPr/>
        </p:nvSpPr>
        <p:spPr>
          <a:xfrm>
            <a:off x="2685900" y="6088511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433461" y="6818151"/>
            <a:ext cx="96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W</a:t>
            </a:r>
            <a:r>
              <a:rPr lang="en-US" altLang="zh-TW" sz="3600" baseline="30000" dirty="0" err="1"/>
              <a:t>h</a:t>
            </a:r>
            <a:endParaRPr lang="zh-TW" altLang="en-US" sz="3600" baseline="300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4622625" y="7265601"/>
            <a:ext cx="96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i</a:t>
            </a:r>
            <a:endParaRPr lang="zh-TW" altLang="en-US" sz="3600" baseline="30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682642" y="5484873"/>
            <a:ext cx="94682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7394883" y="7292454"/>
            <a:ext cx="96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i</a:t>
            </a:r>
            <a:endParaRPr lang="zh-TW" altLang="en-US" sz="3600" baseline="300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7454900" y="5511726"/>
            <a:ext cx="94682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7880502" y="6068723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0064099" y="7978868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矩形 41"/>
          <p:cNvSpPr/>
          <p:nvPr/>
        </p:nvSpPr>
        <p:spPr>
          <a:xfrm>
            <a:off x="10092672" y="6308310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矩形 42"/>
          <p:cNvSpPr/>
          <p:nvPr/>
        </p:nvSpPr>
        <p:spPr>
          <a:xfrm>
            <a:off x="10127102" y="4626525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4" name="矩形 43"/>
          <p:cNvSpPr/>
          <p:nvPr/>
        </p:nvSpPr>
        <p:spPr>
          <a:xfrm>
            <a:off x="12797303" y="7977783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5" name="矩形 44"/>
          <p:cNvSpPr/>
          <p:nvPr/>
        </p:nvSpPr>
        <p:spPr>
          <a:xfrm>
            <a:off x="12825876" y="6307226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6" name="矩形 45"/>
          <p:cNvSpPr/>
          <p:nvPr/>
        </p:nvSpPr>
        <p:spPr>
          <a:xfrm>
            <a:off x="12860306" y="4625441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文字方塊 46"/>
          <p:cNvSpPr txBox="1"/>
          <p:nvPr/>
        </p:nvSpPr>
        <p:spPr>
          <a:xfrm>
            <a:off x="10221993" y="7978868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x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12989627" y="796318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10256422" y="391616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y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12989627" y="396189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51" name="向上箭號 50"/>
          <p:cNvSpPr/>
          <p:nvPr/>
        </p:nvSpPr>
        <p:spPr>
          <a:xfrm>
            <a:off x="10617776" y="7063790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2" name="向上箭號 51"/>
          <p:cNvSpPr/>
          <p:nvPr/>
        </p:nvSpPr>
        <p:spPr>
          <a:xfrm>
            <a:off x="10617777" y="5348414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3" name="向上箭號 52"/>
          <p:cNvSpPr/>
          <p:nvPr/>
        </p:nvSpPr>
        <p:spPr>
          <a:xfrm>
            <a:off x="13352367" y="7059479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4" name="向上箭號 53"/>
          <p:cNvSpPr/>
          <p:nvPr/>
        </p:nvSpPr>
        <p:spPr>
          <a:xfrm>
            <a:off x="13352369" y="5344103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5" name="向右箭號 54"/>
          <p:cNvSpPr/>
          <p:nvPr/>
        </p:nvSpPr>
        <p:spPr>
          <a:xfrm rot="3381697">
            <a:off x="11287716" y="5388287"/>
            <a:ext cx="1971540" cy="64810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6" name="文字方塊 55"/>
          <p:cNvSpPr txBox="1"/>
          <p:nvPr/>
        </p:nvSpPr>
        <p:spPr>
          <a:xfrm>
            <a:off x="8985585" y="6079950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12101838" y="5091527"/>
            <a:ext cx="96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W</a:t>
            </a:r>
            <a:r>
              <a:rPr lang="en-US" altLang="zh-TW" sz="3600" baseline="30000" dirty="0" err="1"/>
              <a:t>h</a:t>
            </a:r>
            <a:endParaRPr lang="zh-TW" altLang="en-US" sz="3600" baseline="30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0922310" y="7257041"/>
            <a:ext cx="96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i</a:t>
            </a:r>
            <a:endParaRPr lang="zh-TW" altLang="en-US" sz="3600" baseline="30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0982326" y="5476313"/>
            <a:ext cx="94682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3694568" y="7283894"/>
            <a:ext cx="96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i</a:t>
            </a:r>
            <a:endParaRPr lang="zh-TW" altLang="en-US" sz="3600" baseline="30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3754585" y="5503166"/>
            <a:ext cx="94682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30000" dirty="0"/>
              <a:t>o</a:t>
            </a:r>
            <a:endParaRPr lang="zh-TW" altLang="en-US" sz="3600" baseline="30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14180187" y="6060162"/>
            <a:ext cx="13361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……</a:t>
            </a:r>
            <a:endParaRPr lang="zh-TW" altLang="en-US" sz="4200" baseline="-25000" dirty="0">
              <a:solidFill>
                <a:srgbClr val="0000FF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3853180" y="3112956"/>
            <a:ext cx="4439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/>
              <a:t>Elman Network</a:t>
            </a:r>
            <a:endParaRPr lang="zh-TW" altLang="en-US" sz="4200" b="1" i="1" u="sng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10082262" y="3058253"/>
            <a:ext cx="4439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/>
              <a:t>Jordan Network</a:t>
            </a:r>
            <a:endParaRPr lang="zh-TW" altLang="en-US" sz="42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8" grpId="0"/>
      <p:bldP spid="19" grpId="0"/>
      <p:bldP spid="21" grpId="0"/>
      <p:bldP spid="22" grpId="0"/>
      <p:bldP spid="23" grpId="0" bldLvl="0" animBg="1"/>
      <p:bldP spid="24" grpId="0" bldLvl="0" animBg="1"/>
      <p:bldP spid="25" grpId="0" bldLvl="0" animBg="1"/>
      <p:bldP spid="26" grpId="0" bldLvl="0" animBg="1"/>
      <p:bldP spid="28" grpId="0" bldLvl="0" animBg="1"/>
      <p:bldP spid="33" grpId="0"/>
      <p:bldP spid="35" grpId="0"/>
      <p:bldP spid="36" grpId="0"/>
      <p:bldP spid="37" grpId="0"/>
      <p:bldP spid="38" grpId="0"/>
      <p:bldP spid="39" grpId="0"/>
      <p:bldP spid="40" grpId="0"/>
      <p:bldP spid="41" grpId="0" bldLvl="0" animBg="1"/>
      <p:bldP spid="42" grpId="0" bldLvl="0" animBg="1"/>
      <p:bldP spid="43" grpId="0" bldLvl="0" animBg="1"/>
      <p:bldP spid="44" grpId="0" bldLvl="0" animBg="1"/>
      <p:bldP spid="45" grpId="0" bldLvl="0" animBg="1"/>
      <p:bldP spid="46" grpId="0" bldLvl="0" animBg="1"/>
      <p:bldP spid="47" grpId="0"/>
      <p:bldP spid="48" grpId="0"/>
      <p:bldP spid="49" grpId="0"/>
      <p:bldP spid="50" grpId="0"/>
      <p:bldP spid="51" grpId="0" bldLvl="0" animBg="1"/>
      <p:bldP spid="52" grpId="0" bldLvl="0" animBg="1"/>
      <p:bldP spid="53" grpId="0" bldLvl="0" animBg="1"/>
      <p:bldP spid="54" grpId="0" bldLvl="0" animBg="1"/>
      <p:bldP spid="55" grpId="0" bldLvl="0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 rot="5400000" flipH="1" flipV="1">
            <a:off x="6020133" y="5774942"/>
            <a:ext cx="1586688" cy="54167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5" name="矩形 54"/>
          <p:cNvSpPr/>
          <p:nvPr/>
        </p:nvSpPr>
        <p:spPr>
          <a:xfrm rot="5400000" flipH="1" flipV="1">
            <a:off x="9386279" y="5810036"/>
            <a:ext cx="1586688" cy="54167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8" name="矩形 57"/>
          <p:cNvSpPr/>
          <p:nvPr/>
        </p:nvSpPr>
        <p:spPr>
          <a:xfrm rot="5400000" flipH="1" flipV="1">
            <a:off x="12793715" y="5772225"/>
            <a:ext cx="1586688" cy="54167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Bidirectional RNN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9622772" y="5676819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grpSp>
        <p:nvGrpSpPr>
          <p:cNvPr id="8" name="群組 7"/>
          <p:cNvGrpSpPr/>
          <p:nvPr/>
        </p:nvGrpSpPr>
        <p:grpSpPr>
          <a:xfrm>
            <a:off x="2237592" y="7037928"/>
            <a:ext cx="13742637" cy="2038163"/>
            <a:chOff x="-79576" y="5208739"/>
            <a:chExt cx="9161758" cy="1358775"/>
          </a:xfrm>
        </p:grpSpPr>
        <p:sp>
          <p:nvSpPr>
            <p:cNvPr id="9" name="矩形 8"/>
            <p:cNvSpPr/>
            <p:nvPr/>
          </p:nvSpPr>
          <p:spPr>
            <a:xfrm>
              <a:off x="1702360" y="6201250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0" name="矩形 9"/>
            <p:cNvSpPr/>
            <p:nvPr/>
          </p:nvSpPr>
          <p:spPr>
            <a:xfrm>
              <a:off x="1723870" y="5356910"/>
              <a:ext cx="1080000" cy="360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3985589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969014" y="5356910"/>
              <a:ext cx="1080000" cy="360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3" name="向上箭號 12"/>
            <p:cNvSpPr/>
            <p:nvPr/>
          </p:nvSpPr>
          <p:spPr>
            <a:xfrm>
              <a:off x="2049022" y="5758583"/>
              <a:ext cx="386677" cy="43200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4" name="向上箭號 13"/>
            <p:cNvSpPr/>
            <p:nvPr/>
          </p:nvSpPr>
          <p:spPr>
            <a:xfrm>
              <a:off x="4320008" y="5763162"/>
              <a:ext cx="386677" cy="43200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5" name="向右箭號 14"/>
            <p:cNvSpPr/>
            <p:nvPr/>
          </p:nvSpPr>
          <p:spPr>
            <a:xfrm>
              <a:off x="73608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6" name="向右箭號 15"/>
            <p:cNvSpPr/>
            <p:nvPr/>
          </p:nvSpPr>
          <p:spPr>
            <a:xfrm>
              <a:off x="2963677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-79576" y="5239981"/>
              <a:ext cx="89077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>
                  <a:solidFill>
                    <a:srgbClr val="0000FF"/>
                  </a:solidFill>
                </a:rPr>
                <a:t>……</a:t>
              </a:r>
              <a:endParaRPr lang="zh-TW" altLang="en-US" sz="42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8191410" y="5208739"/>
              <a:ext cx="89077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>
                  <a:solidFill>
                    <a:srgbClr val="0000FF"/>
                  </a:solidFill>
                </a:rPr>
                <a:t>……</a:t>
              </a:r>
              <a:endParaRPr lang="zh-TW" altLang="en-US" sz="42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249783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0" name="矩形 19"/>
            <p:cNvSpPr/>
            <p:nvPr/>
          </p:nvSpPr>
          <p:spPr>
            <a:xfrm>
              <a:off x="6233208" y="5356910"/>
              <a:ext cx="1080000" cy="360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1" name="向上箭號 20"/>
            <p:cNvSpPr/>
            <p:nvPr/>
          </p:nvSpPr>
          <p:spPr>
            <a:xfrm>
              <a:off x="6584202" y="5763162"/>
              <a:ext cx="386677" cy="43200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2" name="向右箭號 21"/>
            <p:cNvSpPr/>
            <p:nvPr/>
          </p:nvSpPr>
          <p:spPr>
            <a:xfrm>
              <a:off x="5227871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3" name="向右箭號 22"/>
            <p:cNvSpPr/>
            <p:nvPr/>
          </p:nvSpPr>
          <p:spPr>
            <a:xfrm>
              <a:off x="736833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grpSp>
        <p:nvGrpSpPr>
          <p:cNvPr id="24" name="群組 23"/>
          <p:cNvGrpSpPr/>
          <p:nvPr/>
        </p:nvGrpSpPr>
        <p:grpSpPr>
          <a:xfrm rot="10800000">
            <a:off x="2237592" y="2925668"/>
            <a:ext cx="13742637" cy="2038163"/>
            <a:chOff x="-79576" y="5208739"/>
            <a:chExt cx="9161758" cy="1358775"/>
          </a:xfrm>
        </p:grpSpPr>
        <p:sp>
          <p:nvSpPr>
            <p:cNvPr id="25" name="矩形 24"/>
            <p:cNvSpPr/>
            <p:nvPr/>
          </p:nvSpPr>
          <p:spPr>
            <a:xfrm>
              <a:off x="1702360" y="6201250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6" name="矩形 25"/>
            <p:cNvSpPr/>
            <p:nvPr/>
          </p:nvSpPr>
          <p:spPr>
            <a:xfrm>
              <a:off x="1723870" y="5356910"/>
              <a:ext cx="1080000" cy="36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7" name="矩形 26"/>
            <p:cNvSpPr/>
            <p:nvPr/>
          </p:nvSpPr>
          <p:spPr>
            <a:xfrm>
              <a:off x="3985589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8" name="矩形 27"/>
            <p:cNvSpPr/>
            <p:nvPr/>
          </p:nvSpPr>
          <p:spPr>
            <a:xfrm>
              <a:off x="3969014" y="5356910"/>
              <a:ext cx="1080000" cy="36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9" name="向上箭號 28"/>
            <p:cNvSpPr/>
            <p:nvPr/>
          </p:nvSpPr>
          <p:spPr>
            <a:xfrm>
              <a:off x="2049022" y="5758583"/>
              <a:ext cx="386677" cy="432000"/>
            </a:xfrm>
            <a:prstGeom prst="upArrow">
              <a:avLst/>
            </a:prstGeom>
            <a:solidFill>
              <a:srgbClr val="FFFF00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" name="向上箭號 29"/>
            <p:cNvSpPr/>
            <p:nvPr/>
          </p:nvSpPr>
          <p:spPr>
            <a:xfrm>
              <a:off x="4320008" y="5763162"/>
              <a:ext cx="386677" cy="432000"/>
            </a:xfrm>
            <a:prstGeom prst="upArrow">
              <a:avLst/>
            </a:prstGeom>
            <a:solidFill>
              <a:srgbClr val="FFFF00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1" name="向右箭號 30"/>
            <p:cNvSpPr/>
            <p:nvPr/>
          </p:nvSpPr>
          <p:spPr>
            <a:xfrm>
              <a:off x="73608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2" name="向右箭號 31"/>
            <p:cNvSpPr/>
            <p:nvPr/>
          </p:nvSpPr>
          <p:spPr>
            <a:xfrm>
              <a:off x="2963677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-79576" y="5239981"/>
              <a:ext cx="89077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>
                  <a:solidFill>
                    <a:srgbClr val="0000FF"/>
                  </a:solidFill>
                </a:rPr>
                <a:t>……</a:t>
              </a:r>
              <a:endParaRPr lang="zh-TW" altLang="en-US" sz="42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8191410" y="5208739"/>
              <a:ext cx="89077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>
                  <a:solidFill>
                    <a:srgbClr val="0000FF"/>
                  </a:solidFill>
                </a:rPr>
                <a:t>……</a:t>
              </a:r>
              <a:endParaRPr lang="zh-TW" altLang="en-US" sz="42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6249783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6" name="矩形 35"/>
            <p:cNvSpPr/>
            <p:nvPr/>
          </p:nvSpPr>
          <p:spPr>
            <a:xfrm>
              <a:off x="6233208" y="5356910"/>
              <a:ext cx="1080000" cy="36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7" name="向上箭號 36"/>
            <p:cNvSpPr/>
            <p:nvPr/>
          </p:nvSpPr>
          <p:spPr>
            <a:xfrm>
              <a:off x="6584202" y="5763162"/>
              <a:ext cx="386677" cy="432000"/>
            </a:xfrm>
            <a:prstGeom prst="upArrow">
              <a:avLst/>
            </a:prstGeom>
            <a:solidFill>
              <a:srgbClr val="FFFF00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8" name="向右箭號 37"/>
            <p:cNvSpPr/>
            <p:nvPr/>
          </p:nvSpPr>
          <p:spPr>
            <a:xfrm>
              <a:off x="5227871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9" name="向右箭號 38"/>
            <p:cNvSpPr/>
            <p:nvPr/>
          </p:nvSpPr>
          <p:spPr>
            <a:xfrm>
              <a:off x="736833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40" name="文字方塊 39"/>
          <p:cNvSpPr txBox="1"/>
          <p:nvPr/>
        </p:nvSpPr>
        <p:spPr>
          <a:xfrm>
            <a:off x="13077854" y="5696813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t+2</a:t>
            </a:r>
            <a:endParaRPr lang="zh-TW" altLang="en-US" sz="3600" baseline="300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6167690" y="5696813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y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46" name="右彎箭號 45"/>
          <p:cNvSpPr/>
          <p:nvPr/>
        </p:nvSpPr>
        <p:spPr>
          <a:xfrm>
            <a:off x="5575137" y="6074670"/>
            <a:ext cx="930764" cy="1049018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067231" y="8467152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x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8519111" y="8470289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11960745" y="846715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t+2</a:t>
            </a:r>
            <a:endParaRPr lang="zh-TW" altLang="en-US" sz="3600" baseline="300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068054" y="2850357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x</a:t>
            </a:r>
            <a:r>
              <a:rPr lang="en-US" altLang="zh-TW" sz="3600" baseline="30000" dirty="0" err="1"/>
              <a:t>t</a:t>
            </a:r>
            <a:endParaRPr lang="zh-TW" altLang="en-US" sz="3600" baseline="300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8476392" y="2875265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t+1</a:t>
            </a:r>
            <a:endParaRPr lang="zh-TW" altLang="en-US" sz="3600" baseline="300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11961568" y="285035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t+2</a:t>
            </a:r>
            <a:endParaRPr lang="zh-TW" altLang="en-US" sz="3600" baseline="30000" dirty="0"/>
          </a:p>
        </p:txBody>
      </p:sp>
      <p:sp>
        <p:nvSpPr>
          <p:cNvPr id="54" name="右彎箭號 53"/>
          <p:cNvSpPr/>
          <p:nvPr/>
        </p:nvSpPr>
        <p:spPr>
          <a:xfrm flipV="1">
            <a:off x="5590685" y="4889156"/>
            <a:ext cx="930764" cy="1049018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56" name="右彎箭號 55"/>
          <p:cNvSpPr/>
          <p:nvPr/>
        </p:nvSpPr>
        <p:spPr>
          <a:xfrm>
            <a:off x="8941283" y="6109764"/>
            <a:ext cx="930764" cy="1049018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57" name="右彎箭號 56"/>
          <p:cNvSpPr/>
          <p:nvPr/>
        </p:nvSpPr>
        <p:spPr>
          <a:xfrm flipV="1">
            <a:off x="8956830" y="4924250"/>
            <a:ext cx="930764" cy="1049018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59" name="右彎箭號 58"/>
          <p:cNvSpPr/>
          <p:nvPr/>
        </p:nvSpPr>
        <p:spPr>
          <a:xfrm>
            <a:off x="12348719" y="6071954"/>
            <a:ext cx="930764" cy="1049018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60" name="右彎箭號 59"/>
          <p:cNvSpPr/>
          <p:nvPr/>
        </p:nvSpPr>
        <p:spPr>
          <a:xfrm flipV="1">
            <a:off x="12364266" y="4886439"/>
            <a:ext cx="930764" cy="1049018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55" grpId="0" bldLvl="0" animBg="1"/>
      <p:bldP spid="58" grpId="0" bldLvl="0" animBg="1"/>
      <p:bldP spid="4" grpId="0"/>
      <p:bldP spid="40" grpId="0"/>
      <p:bldP spid="44" grpId="0"/>
      <p:bldP spid="46" grpId="0" bldLvl="0" animBg="1"/>
      <p:bldP spid="48" grpId="0"/>
      <p:bldP spid="49" grpId="0"/>
      <p:bldP spid="50" grpId="0"/>
      <p:bldP spid="51" grpId="0"/>
      <p:bldP spid="52" grpId="0"/>
      <p:bldP spid="53" grpId="0"/>
      <p:bldP spid="54" grpId="0" bldLvl="0" animBg="1"/>
      <p:bldP spid="56" grpId="0" bldLvl="0" animBg="1"/>
      <p:bldP spid="57" grpId="0" bldLvl="0" animBg="1"/>
      <p:bldP spid="59" grpId="0" bldLvl="0" animBg="1"/>
      <p:bldP spid="60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6A4EEA-2556-441D-B20B-0657893061DE}">
  <ds:schemaRefs/>
</ds:datastoreItem>
</file>

<file path=customXml/itemProps2.xml><?xml version="1.0" encoding="utf-8"?>
<ds:datastoreItem xmlns:ds="http://schemas.openxmlformats.org/officeDocument/2006/customXml" ds:itemID="{9636FAAA-BCD0-4737-B7BF-714C4CFDEB51}">
  <ds:schemaRefs/>
</ds:datastoreItem>
</file>

<file path=customXml/itemProps3.xml><?xml version="1.0" encoding="utf-8"?>
<ds:datastoreItem xmlns:ds="http://schemas.openxmlformats.org/officeDocument/2006/customXml" ds:itemID="{BFA838ED-C12F-4A42-8E88-98BAC73D214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387</Words>
  <Application>Microsoft Macintosh PowerPoint</Application>
  <PresentationFormat>Custom</PresentationFormat>
  <Paragraphs>186</Paragraphs>
  <Slides>10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等线</vt:lpstr>
      <vt:lpstr>Arial</vt:lpstr>
      <vt:lpstr>Cambria Math</vt:lpstr>
      <vt:lpstr>Wingdings 2</vt:lpstr>
      <vt:lpstr>Breeze</vt:lpstr>
      <vt:lpstr>方程式</vt:lpstr>
      <vt:lpstr>RNN Architecture</vt:lpstr>
      <vt:lpstr>Recurrent Neural Network (RNN)</vt:lpstr>
      <vt:lpstr>Example</vt:lpstr>
      <vt:lpstr>Example</vt:lpstr>
      <vt:lpstr>Example</vt:lpstr>
      <vt:lpstr>RNN</vt:lpstr>
      <vt:lpstr>RNN</vt:lpstr>
      <vt:lpstr>Of course it can be deep …</vt:lpstr>
      <vt:lpstr>Elman Network &amp; Jordan Network</vt:lpstr>
      <vt:lpstr>Bidirectional RNN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22</cp:revision>
  <dcterms:created xsi:type="dcterms:W3CDTF">2019-02-13T16:04:00Z</dcterms:created>
  <dcterms:modified xsi:type="dcterms:W3CDTF">2024-04-01T20:23:52Z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