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sldIdLst>
    <p:sldId id="266" r:id="rId5"/>
    <p:sldId id="287" r:id="rId6"/>
    <p:sldId id="288" r:id="rId7"/>
    <p:sldId id="289" r:id="rId8"/>
    <p:sldId id="290" r:id="rId9"/>
    <p:sldId id="291" r:id="rId10"/>
    <p:sldId id="296" r:id="rId11"/>
    <p:sldId id="297" r:id="rId12"/>
    <p:sldId id="298" r:id="rId13"/>
    <p:sldId id="299" r:id="rId14"/>
  </p:sldIdLst>
  <p:sldSz cx="18288000" cy="10287000"/>
  <p:notesSz cx="6858000" cy="9144000"/>
  <p:custDataLst>
    <p:tags r:id="rId16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E0B237-3C45-452C-93DA-DC1ECF46BA18}" v="77" dt="2024-03-18T01:28:09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14"/>
  </p:normalViewPr>
  <p:slideViewPr>
    <p:cSldViewPr snapToGrid="0" snapToObjects="1" showGuides="1">
      <p:cViewPr varScale="1">
        <p:scale>
          <a:sx n="75" d="100"/>
          <a:sy n="75" d="100"/>
        </p:scale>
        <p:origin x="624" y="160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F0E0B237-3C45-452C-93DA-DC1ECF46BA18}"/>
    <pc:docChg chg="undo redo custSel addSld delSld modSld">
      <pc:chgData name="Kaiang Wen" userId="a219f04c-ae7d-4ada-9001-a33e528312f1" providerId="ADAL" clId="{F0E0B237-3C45-452C-93DA-DC1ECF46BA18}" dt="2024-03-18T01:29:39.209" v="418" actId="47"/>
      <pc:docMkLst>
        <pc:docMk/>
      </pc:docMkLst>
      <pc:sldChg chg="modSp mod">
        <pc:chgData name="Kaiang Wen" userId="a219f04c-ae7d-4ada-9001-a33e528312f1" providerId="ADAL" clId="{F0E0B237-3C45-452C-93DA-DC1ECF46BA18}" dt="2024-03-18T00:13:40.873" v="8" actId="207"/>
        <pc:sldMkLst>
          <pc:docMk/>
          <pc:sldMk cId="0" sldId="287"/>
        </pc:sldMkLst>
        <pc:spChg chg="mod">
          <ac:chgData name="Kaiang Wen" userId="a219f04c-ae7d-4ada-9001-a33e528312f1" providerId="ADAL" clId="{F0E0B237-3C45-452C-93DA-DC1ECF46BA18}" dt="2024-03-18T00:13:40.873" v="8" actId="207"/>
          <ac:spMkLst>
            <pc:docMk/>
            <pc:sldMk cId="0" sldId="287"/>
            <ac:spMk id="57" creationId="{00000000-0000-0000-0000-000000000000}"/>
          </ac:spMkLst>
        </pc:spChg>
      </pc:sldChg>
      <pc:sldChg chg="addSp delSp modSp mod">
        <pc:chgData name="Kaiang Wen" userId="a219f04c-ae7d-4ada-9001-a33e528312f1" providerId="ADAL" clId="{F0E0B237-3C45-452C-93DA-DC1ECF46BA18}" dt="2024-03-18T00:15:56.226" v="20" actId="1038"/>
        <pc:sldMkLst>
          <pc:docMk/>
          <pc:sldMk cId="0" sldId="288"/>
        </pc:sldMkLst>
        <pc:spChg chg="add del mod">
          <ac:chgData name="Kaiang Wen" userId="a219f04c-ae7d-4ada-9001-a33e528312f1" providerId="ADAL" clId="{F0E0B237-3C45-452C-93DA-DC1ECF46BA18}" dt="2024-03-18T00:15:45.548" v="17" actId="207"/>
          <ac:spMkLst>
            <pc:docMk/>
            <pc:sldMk cId="0" sldId="288"/>
            <ac:spMk id="4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15:56.226" v="20" actId="1038"/>
          <ac:spMkLst>
            <pc:docMk/>
            <pc:sldMk cId="0" sldId="288"/>
            <ac:spMk id="19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15:30.873" v="12" actId="1076"/>
          <ac:spMkLst>
            <pc:docMk/>
            <pc:sldMk cId="0" sldId="288"/>
            <ac:spMk id="33" creationId="{00000000-0000-0000-0000-000000000000}"/>
          </ac:spMkLst>
        </pc:spChg>
        <pc:picChg chg="mod ord">
          <ac:chgData name="Kaiang Wen" userId="a219f04c-ae7d-4ada-9001-a33e528312f1" providerId="ADAL" clId="{F0E0B237-3C45-452C-93DA-DC1ECF46BA18}" dt="2024-03-18T00:15:37.295" v="15" actId="167"/>
          <ac:picMkLst>
            <pc:docMk/>
            <pc:sldMk cId="0" sldId="288"/>
            <ac:picMk id="10" creationId="{00000000-0000-0000-0000-000000000000}"/>
          </ac:picMkLst>
        </pc:picChg>
      </pc:sldChg>
      <pc:sldChg chg="addSp delSp modSp mod">
        <pc:chgData name="Kaiang Wen" userId="a219f04c-ae7d-4ada-9001-a33e528312f1" providerId="ADAL" clId="{F0E0B237-3C45-452C-93DA-DC1ECF46BA18}" dt="2024-03-18T00:27:28.379" v="120" actId="207"/>
        <pc:sldMkLst>
          <pc:docMk/>
          <pc:sldMk cId="0" sldId="290"/>
        </pc:sldMkLst>
        <pc:spChg chg="mod">
          <ac:chgData name="Kaiang Wen" userId="a219f04c-ae7d-4ada-9001-a33e528312f1" providerId="ADAL" clId="{F0E0B237-3C45-452C-93DA-DC1ECF46BA18}" dt="2024-03-18T00:27:28.379" v="120" actId="207"/>
          <ac:spMkLst>
            <pc:docMk/>
            <pc:sldMk cId="0" sldId="290"/>
            <ac:spMk id="79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7:28.379" v="120" actId="207"/>
          <ac:spMkLst>
            <pc:docMk/>
            <pc:sldMk cId="0" sldId="290"/>
            <ac:spMk id="80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7:28.379" v="120" actId="207"/>
          <ac:spMkLst>
            <pc:docMk/>
            <pc:sldMk cId="0" sldId="290"/>
            <ac:spMk id="81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7:28.379" v="120" actId="207"/>
          <ac:spMkLst>
            <pc:docMk/>
            <pc:sldMk cId="0" sldId="290"/>
            <ac:spMk id="82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7:28.379" v="120" actId="207"/>
          <ac:spMkLst>
            <pc:docMk/>
            <pc:sldMk cId="0" sldId="290"/>
            <ac:spMk id="83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7:28.379" v="120" actId="207"/>
          <ac:spMkLst>
            <pc:docMk/>
            <pc:sldMk cId="0" sldId="290"/>
            <ac:spMk id="84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2:59.119" v="80" actId="14100"/>
          <ac:spMkLst>
            <pc:docMk/>
            <pc:sldMk cId="0" sldId="290"/>
            <ac:spMk id="85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2:03.162" v="75" actId="1076"/>
          <ac:spMkLst>
            <pc:docMk/>
            <pc:sldMk cId="0" sldId="290"/>
            <ac:spMk id="101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7:28.379" v="120" actId="207"/>
          <ac:spMkLst>
            <pc:docMk/>
            <pc:sldMk cId="0" sldId="290"/>
            <ac:spMk id="106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7:28.379" v="120" actId="207"/>
          <ac:spMkLst>
            <pc:docMk/>
            <pc:sldMk cId="0" sldId="290"/>
            <ac:spMk id="107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2:03.162" v="75" actId="1076"/>
          <ac:spMkLst>
            <pc:docMk/>
            <pc:sldMk cId="0" sldId="290"/>
            <ac:spMk id="114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2:03.162" v="75" actId="1076"/>
          <ac:spMkLst>
            <pc:docMk/>
            <pc:sldMk cId="0" sldId="290"/>
            <ac:spMk id="115" creationId="{00000000-0000-0000-0000-000000000000}"/>
          </ac:spMkLst>
        </pc:spChg>
        <pc:spChg chg="add del mod ord">
          <ac:chgData name="Kaiang Wen" userId="a219f04c-ae7d-4ada-9001-a33e528312f1" providerId="ADAL" clId="{F0E0B237-3C45-452C-93DA-DC1ECF46BA18}" dt="2024-03-18T00:22:03.162" v="75" actId="1076"/>
          <ac:spMkLst>
            <pc:docMk/>
            <pc:sldMk cId="0" sldId="290"/>
            <ac:spMk id="116" creationId="{00000000-0000-0000-0000-000000000000}"/>
          </ac:spMkLst>
        </pc:spChg>
        <pc:spChg chg="mod ord">
          <ac:chgData name="Kaiang Wen" userId="a219f04c-ae7d-4ada-9001-a33e528312f1" providerId="ADAL" clId="{F0E0B237-3C45-452C-93DA-DC1ECF46BA18}" dt="2024-03-18T00:22:03.162" v="75" actId="1076"/>
          <ac:spMkLst>
            <pc:docMk/>
            <pc:sldMk cId="0" sldId="290"/>
            <ac:spMk id="117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2:03.162" v="75" actId="1076"/>
          <ac:spMkLst>
            <pc:docMk/>
            <pc:sldMk cId="0" sldId="290"/>
            <ac:spMk id="119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2:03.162" v="75" actId="1076"/>
          <ac:spMkLst>
            <pc:docMk/>
            <pc:sldMk cId="0" sldId="290"/>
            <ac:spMk id="120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2:03.162" v="75" actId="1076"/>
          <ac:spMkLst>
            <pc:docMk/>
            <pc:sldMk cId="0" sldId="290"/>
            <ac:spMk id="121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3:36.155" v="86" actId="207"/>
          <ac:spMkLst>
            <pc:docMk/>
            <pc:sldMk cId="0" sldId="290"/>
            <ac:spMk id="142" creationId="{00000000-0000-0000-0000-000000000000}"/>
          </ac:spMkLst>
        </pc:spChg>
        <pc:grpChg chg="mod">
          <ac:chgData name="Kaiang Wen" userId="a219f04c-ae7d-4ada-9001-a33e528312f1" providerId="ADAL" clId="{F0E0B237-3C45-452C-93DA-DC1ECF46BA18}" dt="2024-03-18T00:22:03.162" v="75" actId="1076"/>
          <ac:grpSpMkLst>
            <pc:docMk/>
            <pc:sldMk cId="0" sldId="290"/>
            <ac:grpSpMk id="66" creationId="{00000000-0000-0000-0000-000000000000}"/>
          </ac:grpSpMkLst>
        </pc:grpChg>
        <pc:grpChg chg="mod">
          <ac:chgData name="Kaiang Wen" userId="a219f04c-ae7d-4ada-9001-a33e528312f1" providerId="ADAL" clId="{F0E0B237-3C45-452C-93DA-DC1ECF46BA18}" dt="2024-03-18T00:22:03.162" v="75" actId="1076"/>
          <ac:grpSpMkLst>
            <pc:docMk/>
            <pc:sldMk cId="0" sldId="290"/>
            <ac:grpSpMk id="69" creationId="{00000000-0000-0000-0000-000000000000}"/>
          </ac:grpSpMkLst>
        </pc:grpChg>
        <pc:cxnChg chg="mod">
          <ac:chgData name="Kaiang Wen" userId="a219f04c-ae7d-4ada-9001-a33e528312f1" providerId="ADAL" clId="{F0E0B237-3C45-452C-93DA-DC1ECF46BA18}" dt="2024-03-18T00:22:03.162" v="75" actId="1076"/>
          <ac:cxnSpMkLst>
            <pc:docMk/>
            <pc:sldMk cId="0" sldId="290"/>
            <ac:cxnSpMk id="7" creationId="{00000000-0000-0000-0000-000000000000}"/>
          </ac:cxnSpMkLst>
        </pc:cxnChg>
        <pc:cxnChg chg="mod">
          <ac:chgData name="Kaiang Wen" userId="a219f04c-ae7d-4ada-9001-a33e528312f1" providerId="ADAL" clId="{F0E0B237-3C45-452C-93DA-DC1ECF46BA18}" dt="2024-03-18T00:22:03.162" v="75" actId="1076"/>
          <ac:cxnSpMkLst>
            <pc:docMk/>
            <pc:sldMk cId="0" sldId="290"/>
            <ac:cxnSpMk id="88" creationId="{00000000-0000-0000-0000-000000000000}"/>
          </ac:cxnSpMkLst>
        </pc:cxnChg>
        <pc:cxnChg chg="mod">
          <ac:chgData name="Kaiang Wen" userId="a219f04c-ae7d-4ada-9001-a33e528312f1" providerId="ADAL" clId="{F0E0B237-3C45-452C-93DA-DC1ECF46BA18}" dt="2024-03-18T00:22:03.162" v="75" actId="1076"/>
          <ac:cxnSpMkLst>
            <pc:docMk/>
            <pc:sldMk cId="0" sldId="290"/>
            <ac:cxnSpMk id="89" creationId="{00000000-0000-0000-0000-000000000000}"/>
          </ac:cxnSpMkLst>
        </pc:cxnChg>
        <pc:cxnChg chg="mod">
          <ac:chgData name="Kaiang Wen" userId="a219f04c-ae7d-4ada-9001-a33e528312f1" providerId="ADAL" clId="{F0E0B237-3C45-452C-93DA-DC1ECF46BA18}" dt="2024-03-18T00:22:03.162" v="75" actId="1076"/>
          <ac:cxnSpMkLst>
            <pc:docMk/>
            <pc:sldMk cId="0" sldId="290"/>
            <ac:cxnSpMk id="90" creationId="{00000000-0000-0000-0000-000000000000}"/>
          </ac:cxnSpMkLst>
        </pc:cxnChg>
        <pc:cxnChg chg="mod">
          <ac:chgData name="Kaiang Wen" userId="a219f04c-ae7d-4ada-9001-a33e528312f1" providerId="ADAL" clId="{F0E0B237-3C45-452C-93DA-DC1ECF46BA18}" dt="2024-03-18T00:22:03.162" v="75" actId="1076"/>
          <ac:cxnSpMkLst>
            <pc:docMk/>
            <pc:sldMk cId="0" sldId="290"/>
            <ac:cxnSpMk id="91" creationId="{00000000-0000-0000-0000-000000000000}"/>
          </ac:cxnSpMkLst>
        </pc:cxnChg>
        <pc:cxnChg chg="mod">
          <ac:chgData name="Kaiang Wen" userId="a219f04c-ae7d-4ada-9001-a33e528312f1" providerId="ADAL" clId="{F0E0B237-3C45-452C-93DA-DC1ECF46BA18}" dt="2024-03-18T00:22:03.162" v="75" actId="1076"/>
          <ac:cxnSpMkLst>
            <pc:docMk/>
            <pc:sldMk cId="0" sldId="290"/>
            <ac:cxnSpMk id="92" creationId="{00000000-0000-0000-0000-000000000000}"/>
          </ac:cxnSpMkLst>
        </pc:cxnChg>
        <pc:cxnChg chg="mod">
          <ac:chgData name="Kaiang Wen" userId="a219f04c-ae7d-4ada-9001-a33e528312f1" providerId="ADAL" clId="{F0E0B237-3C45-452C-93DA-DC1ECF46BA18}" dt="2024-03-18T00:22:59.119" v="80" actId="14100"/>
          <ac:cxnSpMkLst>
            <pc:docMk/>
            <pc:sldMk cId="0" sldId="290"/>
            <ac:cxnSpMk id="93" creationId="{00000000-0000-0000-0000-000000000000}"/>
          </ac:cxnSpMkLst>
        </pc:cxnChg>
        <pc:cxnChg chg="mod">
          <ac:chgData name="Kaiang Wen" userId="a219f04c-ae7d-4ada-9001-a33e528312f1" providerId="ADAL" clId="{F0E0B237-3C45-452C-93DA-DC1ECF46BA18}" dt="2024-03-18T00:23:05.574" v="81" actId="14100"/>
          <ac:cxnSpMkLst>
            <pc:docMk/>
            <pc:sldMk cId="0" sldId="290"/>
            <ac:cxnSpMk id="94" creationId="{00000000-0000-0000-0000-000000000000}"/>
          </ac:cxnSpMkLst>
        </pc:cxnChg>
        <pc:cxnChg chg="mod">
          <ac:chgData name="Kaiang Wen" userId="a219f04c-ae7d-4ada-9001-a33e528312f1" providerId="ADAL" clId="{F0E0B237-3C45-452C-93DA-DC1ECF46BA18}" dt="2024-03-18T00:23:09.171" v="82" actId="14100"/>
          <ac:cxnSpMkLst>
            <pc:docMk/>
            <pc:sldMk cId="0" sldId="290"/>
            <ac:cxnSpMk id="95" creationId="{00000000-0000-0000-0000-000000000000}"/>
          </ac:cxnSpMkLst>
        </pc:cxnChg>
        <pc:cxnChg chg="mod">
          <ac:chgData name="Kaiang Wen" userId="a219f04c-ae7d-4ada-9001-a33e528312f1" providerId="ADAL" clId="{F0E0B237-3C45-452C-93DA-DC1ECF46BA18}" dt="2024-03-18T00:23:18.443" v="84" actId="14100"/>
          <ac:cxnSpMkLst>
            <pc:docMk/>
            <pc:sldMk cId="0" sldId="290"/>
            <ac:cxnSpMk id="109" creationId="{00000000-0000-0000-0000-000000000000}"/>
          </ac:cxnSpMkLst>
        </pc:cxnChg>
        <pc:cxnChg chg="mod">
          <ac:chgData name="Kaiang Wen" userId="a219f04c-ae7d-4ada-9001-a33e528312f1" providerId="ADAL" clId="{F0E0B237-3C45-452C-93DA-DC1ECF46BA18}" dt="2024-03-18T00:22:03.162" v="75" actId="1076"/>
          <ac:cxnSpMkLst>
            <pc:docMk/>
            <pc:sldMk cId="0" sldId="290"/>
            <ac:cxnSpMk id="110" creationId="{00000000-0000-0000-0000-000000000000}"/>
          </ac:cxnSpMkLst>
        </pc:cxnChg>
        <pc:cxnChg chg="mod">
          <ac:chgData name="Kaiang Wen" userId="a219f04c-ae7d-4ada-9001-a33e528312f1" providerId="ADAL" clId="{F0E0B237-3C45-452C-93DA-DC1ECF46BA18}" dt="2024-03-18T00:22:03.162" v="75" actId="1076"/>
          <ac:cxnSpMkLst>
            <pc:docMk/>
            <pc:sldMk cId="0" sldId="290"/>
            <ac:cxnSpMk id="111" creationId="{00000000-0000-0000-0000-000000000000}"/>
          </ac:cxnSpMkLst>
        </pc:cxnChg>
      </pc:sldChg>
      <pc:sldChg chg="addSp delSp modSp mod">
        <pc:chgData name="Kaiang Wen" userId="a219f04c-ae7d-4ada-9001-a33e528312f1" providerId="ADAL" clId="{F0E0B237-3C45-452C-93DA-DC1ECF46BA18}" dt="2024-03-18T00:30:10.530" v="149" actId="1038"/>
        <pc:sldMkLst>
          <pc:docMk/>
          <pc:sldMk cId="0" sldId="291"/>
        </pc:sldMkLst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5" creationId="{7B3B34F8-C412-C6BE-5635-19A3A59BCA1F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6" creationId="{D512F9D2-0561-FC7F-4DFD-162EAC09D4C7}"/>
          </ac:spMkLst>
        </pc:spChg>
        <pc:spChg chg="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9" creationId="{F4047771-5E4A-9A9E-88CD-5D3D810EF5BB}"/>
          </ac:spMkLst>
        </pc:spChg>
        <pc:spChg chg="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10" creationId="{325661CB-549A-E8F1-4CF2-8ADBABDFEF0E}"/>
          </ac:spMkLst>
        </pc:spChg>
        <pc:spChg chg="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13" creationId="{AB4CFBA2-7B4A-7CB0-4A62-774B3BCAF116}"/>
          </ac:spMkLst>
        </pc:spChg>
        <pc:spChg chg="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14" creationId="{94A2B245-D31B-41FD-5CD4-D5DB5E1233D0}"/>
          </ac:spMkLst>
        </pc:spChg>
        <pc:spChg chg="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16" creationId="{52039C0E-95EE-DAD8-D891-B80912AB0429}"/>
          </ac:spMkLst>
        </pc:spChg>
        <pc:spChg chg="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17" creationId="{BD0E6358-0599-D380-6928-F012365011F7}"/>
          </ac:spMkLst>
        </pc:spChg>
        <pc:spChg chg="add mod">
          <ac:chgData name="Kaiang Wen" userId="a219f04c-ae7d-4ada-9001-a33e528312f1" providerId="ADAL" clId="{F0E0B237-3C45-452C-93DA-DC1ECF46BA18}" dt="2024-03-18T00:26:43.066" v="113" actId="20577"/>
          <ac:spMkLst>
            <pc:docMk/>
            <pc:sldMk cId="0" sldId="291"/>
            <ac:spMk id="18" creationId="{A892FBB2-DCEB-079D-0C5C-4C4FA260F021}"/>
          </ac:spMkLst>
        </pc:spChg>
        <pc:spChg chg="add mod">
          <ac:chgData name="Kaiang Wen" userId="a219f04c-ae7d-4ada-9001-a33e528312f1" providerId="ADAL" clId="{F0E0B237-3C45-452C-93DA-DC1ECF46BA18}" dt="2024-03-18T00:26:45.416" v="114" actId="20577"/>
          <ac:spMkLst>
            <pc:docMk/>
            <pc:sldMk cId="0" sldId="291"/>
            <ac:spMk id="19" creationId="{73428033-D873-F89E-3DBA-4E5E449CA42C}"/>
          </ac:spMkLst>
        </pc:spChg>
        <pc:spChg chg="add mod">
          <ac:chgData name="Kaiang Wen" userId="a219f04c-ae7d-4ada-9001-a33e528312f1" providerId="ADAL" clId="{F0E0B237-3C45-452C-93DA-DC1ECF46BA18}" dt="2024-03-18T00:26:47.117" v="115" actId="20577"/>
          <ac:spMkLst>
            <pc:docMk/>
            <pc:sldMk cId="0" sldId="291"/>
            <ac:spMk id="20" creationId="{303E8710-82BE-E632-8A96-93F404A0E330}"/>
          </ac:spMkLst>
        </pc:spChg>
        <pc:spChg chg="add mod">
          <ac:chgData name="Kaiang Wen" userId="a219f04c-ae7d-4ada-9001-a33e528312f1" providerId="ADAL" clId="{F0E0B237-3C45-452C-93DA-DC1ECF46BA18}" dt="2024-03-18T00:26:29.394" v="109" actId="20577"/>
          <ac:spMkLst>
            <pc:docMk/>
            <pc:sldMk cId="0" sldId="291"/>
            <ac:spMk id="21" creationId="{91B7D8C8-A23F-B3FE-ACF5-B9237BE458A2}"/>
          </ac:spMkLst>
        </pc:spChg>
        <pc:spChg chg="add mod">
          <ac:chgData name="Kaiang Wen" userId="a219f04c-ae7d-4ada-9001-a33e528312f1" providerId="ADAL" clId="{F0E0B237-3C45-452C-93DA-DC1ECF46BA18}" dt="2024-03-18T00:26:30.923" v="110" actId="20577"/>
          <ac:spMkLst>
            <pc:docMk/>
            <pc:sldMk cId="0" sldId="291"/>
            <ac:spMk id="22" creationId="{85CC6C78-D43F-D3FA-13B6-34B8EF9FE9C5}"/>
          </ac:spMkLst>
        </pc:spChg>
        <pc:spChg chg="add mod">
          <ac:chgData name="Kaiang Wen" userId="a219f04c-ae7d-4ada-9001-a33e528312f1" providerId="ADAL" clId="{F0E0B237-3C45-452C-93DA-DC1ECF46BA18}" dt="2024-03-18T00:26:34.043" v="111" actId="20577"/>
          <ac:spMkLst>
            <pc:docMk/>
            <pc:sldMk cId="0" sldId="291"/>
            <ac:spMk id="23" creationId="{5FF7707A-946A-74FC-9A6D-43D9F6AA20D4}"/>
          </ac:spMkLst>
        </pc:spChg>
        <pc:spChg chg="add mod">
          <ac:chgData name="Kaiang Wen" userId="a219f04c-ae7d-4ada-9001-a33e528312f1" providerId="ADAL" clId="{F0E0B237-3C45-452C-93DA-DC1ECF46BA18}" dt="2024-03-18T00:27:38.940" v="121" actId="20577"/>
          <ac:spMkLst>
            <pc:docMk/>
            <pc:sldMk cId="0" sldId="291"/>
            <ac:spMk id="24" creationId="{04D27D95-5451-6168-02F4-7C6C13784D99}"/>
          </ac:spMkLst>
        </pc:spChg>
        <pc:spChg chg="add mod">
          <ac:chgData name="Kaiang Wen" userId="a219f04c-ae7d-4ada-9001-a33e528312f1" providerId="ADAL" clId="{F0E0B237-3C45-452C-93DA-DC1ECF46BA18}" dt="2024-03-18T00:27:43.277" v="122" actId="20577"/>
          <ac:spMkLst>
            <pc:docMk/>
            <pc:sldMk cId="0" sldId="291"/>
            <ac:spMk id="25" creationId="{198B17D8-10EB-2BA8-98FD-B6FB839455C7}"/>
          </ac:spMkLst>
        </pc:spChg>
        <pc:spChg chg="add mod">
          <ac:chgData name="Kaiang Wen" userId="a219f04c-ae7d-4ada-9001-a33e528312f1" providerId="ADAL" clId="{F0E0B237-3C45-452C-93DA-DC1ECF46BA18}" dt="2024-03-18T00:27:45.304" v="123" actId="20577"/>
          <ac:spMkLst>
            <pc:docMk/>
            <pc:sldMk cId="0" sldId="291"/>
            <ac:spMk id="26" creationId="{9F775698-6DFE-5E48-165F-C08474E69298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36" creationId="{9B4CED75-3DEB-0883-5A75-AAA10F25E74A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37" creationId="{D52414B0-556B-7C86-6A49-891CE408E5CF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38" creationId="{BED6AFD0-3E28-2F8D-34D6-E3CD02A3587E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39" creationId="{ED4F3079-A409-51B5-5C21-0564F4AC60F2}"/>
          </ac:spMkLst>
        </pc:spChg>
        <pc:spChg chg="add mod">
          <ac:chgData name="Kaiang Wen" userId="a219f04c-ae7d-4ada-9001-a33e528312f1" providerId="ADAL" clId="{F0E0B237-3C45-452C-93DA-DC1ECF46BA18}" dt="2024-03-18T00:26:48.649" v="116" actId="20577"/>
          <ac:spMkLst>
            <pc:docMk/>
            <pc:sldMk cId="0" sldId="291"/>
            <ac:spMk id="40" creationId="{5BF29926-E53C-2D5D-49B5-F731127FC7B3}"/>
          </ac:spMkLst>
        </pc:spChg>
        <pc:spChg chg="add mod">
          <ac:chgData name="Kaiang Wen" userId="a219f04c-ae7d-4ada-9001-a33e528312f1" providerId="ADAL" clId="{F0E0B237-3C45-452C-93DA-DC1ECF46BA18}" dt="2024-03-18T00:26:38.105" v="112" actId="20577"/>
          <ac:spMkLst>
            <pc:docMk/>
            <pc:sldMk cId="0" sldId="291"/>
            <ac:spMk id="41" creationId="{DE7CF392-0535-08C8-5F61-EA8B906F5C25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45" creationId="{0BE8A4A7-C98F-2AFD-5D15-AA181995C6D5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79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80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81" creationId="{00000000-0000-0000-0000-000000000000}"/>
          </ac:spMkLst>
        </pc:spChg>
        <pc:spChg chg="del mod">
          <ac:chgData name="Kaiang Wen" userId="a219f04c-ae7d-4ada-9001-a33e528312f1" providerId="ADAL" clId="{F0E0B237-3C45-452C-93DA-DC1ECF46BA18}" dt="2024-03-18T00:24:23.722" v="88" actId="478"/>
          <ac:spMkLst>
            <pc:docMk/>
            <pc:sldMk cId="0" sldId="291"/>
            <ac:spMk id="82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83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84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5:03.571" v="100" actId="478"/>
          <ac:spMkLst>
            <pc:docMk/>
            <pc:sldMk cId="0" sldId="291"/>
            <ac:spMk id="85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52.513" v="97" actId="478"/>
          <ac:spMkLst>
            <pc:docMk/>
            <pc:sldMk cId="0" sldId="291"/>
            <ac:spMk id="86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52.513" v="97" actId="478"/>
          <ac:spMkLst>
            <pc:docMk/>
            <pc:sldMk cId="0" sldId="291"/>
            <ac:spMk id="87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101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52.513" v="97" actId="478"/>
          <ac:spMkLst>
            <pc:docMk/>
            <pc:sldMk cId="0" sldId="291"/>
            <ac:spMk id="102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52.513" v="97" actId="478"/>
          <ac:spMkLst>
            <pc:docMk/>
            <pc:sldMk cId="0" sldId="291"/>
            <ac:spMk id="103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52.513" v="97" actId="478"/>
          <ac:spMkLst>
            <pc:docMk/>
            <pc:sldMk cId="0" sldId="291"/>
            <ac:spMk id="105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106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107" creationId="{00000000-0000-0000-0000-000000000000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112" creationId="{39B5EBDC-E162-78EC-B78A-25B646D156D9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114" creationId="{00000000-0000-0000-0000-000000000000}"/>
          </ac:spMkLst>
        </pc:spChg>
        <pc:spChg chg="del mod">
          <ac:chgData name="Kaiang Wen" userId="a219f04c-ae7d-4ada-9001-a33e528312f1" providerId="ADAL" clId="{F0E0B237-3C45-452C-93DA-DC1ECF46BA18}" dt="2024-03-18T00:24:28.820" v="92" actId="478"/>
          <ac:spMkLst>
            <pc:docMk/>
            <pc:sldMk cId="0" sldId="291"/>
            <ac:spMk id="115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116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117" creationId="{00000000-0000-0000-0000-000000000000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118" creationId="{DB98C681-2347-2799-1099-2911A74925A7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119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120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26.619" v="90" actId="478"/>
          <ac:spMkLst>
            <pc:docMk/>
            <pc:sldMk cId="0" sldId="291"/>
            <ac:spMk id="121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0:24:52.513" v="97" actId="478"/>
          <ac:spMkLst>
            <pc:docMk/>
            <pc:sldMk cId="0" sldId="291"/>
            <ac:spMk id="122" creationId="{00000000-0000-0000-0000-000000000000}"/>
          </ac:spMkLst>
        </pc:spChg>
        <pc:spChg chg="del mod">
          <ac:chgData name="Kaiang Wen" userId="a219f04c-ae7d-4ada-9001-a33e528312f1" providerId="ADAL" clId="{F0E0B237-3C45-452C-93DA-DC1ECF46BA18}" dt="2024-03-18T00:24:54.121" v="99" actId="478"/>
          <ac:spMkLst>
            <pc:docMk/>
            <pc:sldMk cId="0" sldId="291"/>
            <ac:spMk id="123" creationId="{00000000-0000-0000-0000-000000000000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124" creationId="{1611B363-7F32-C478-5155-6A8C49EE41E5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125" creationId="{FDCC42D7-645B-68A3-7E5D-9CE34030E6E9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126" creationId="{0569BB66-D3F1-0069-E91C-18CD504DDD54}"/>
          </ac:spMkLst>
        </pc:spChg>
        <pc:spChg chg="add mod">
          <ac:chgData name="Kaiang Wen" userId="a219f04c-ae7d-4ada-9001-a33e528312f1" providerId="ADAL" clId="{F0E0B237-3C45-452C-93DA-DC1ECF46BA18}" dt="2024-03-18T00:25:20.105" v="102"/>
          <ac:spMkLst>
            <pc:docMk/>
            <pc:sldMk cId="0" sldId="291"/>
            <ac:spMk id="127" creationId="{BE01FFC7-E467-6576-74EC-401DCC848AEE}"/>
          </ac:spMkLst>
        </pc:spChg>
        <pc:spChg chg="mod">
          <ac:chgData name="Kaiang Wen" userId="a219f04c-ae7d-4ada-9001-a33e528312f1" providerId="ADAL" clId="{F0E0B237-3C45-452C-93DA-DC1ECF46BA18}" dt="2024-03-18T00:30:10.530" v="149" actId="1038"/>
          <ac:spMkLst>
            <pc:docMk/>
            <pc:sldMk cId="0" sldId="291"/>
            <ac:spMk id="130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5:49.971" v="107" actId="13822"/>
          <ac:spMkLst>
            <pc:docMk/>
            <pc:sldMk cId="0" sldId="291"/>
            <ac:spMk id="142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5:58.714" v="108" actId="1076"/>
          <ac:spMkLst>
            <pc:docMk/>
            <pc:sldMk cId="0" sldId="291"/>
            <ac:spMk id="143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5:58.714" v="108" actId="1076"/>
          <ac:spMkLst>
            <pc:docMk/>
            <pc:sldMk cId="0" sldId="291"/>
            <ac:spMk id="144" creationId="{00000000-0000-0000-0000-000000000000}"/>
          </ac:spMkLst>
        </pc:spChg>
        <pc:grpChg chg="add mod">
          <ac:chgData name="Kaiang Wen" userId="a219f04c-ae7d-4ada-9001-a33e528312f1" providerId="ADAL" clId="{F0E0B237-3C45-452C-93DA-DC1ECF46BA18}" dt="2024-03-18T00:25:20.105" v="102"/>
          <ac:grpSpMkLst>
            <pc:docMk/>
            <pc:sldMk cId="0" sldId="291"/>
            <ac:grpSpMk id="8" creationId="{7DB89D8C-9BE0-9814-51BE-C8600B0CAFB2}"/>
          </ac:grpSpMkLst>
        </pc:grpChg>
        <pc:grpChg chg="add mod">
          <ac:chgData name="Kaiang Wen" userId="a219f04c-ae7d-4ada-9001-a33e528312f1" providerId="ADAL" clId="{F0E0B237-3C45-452C-93DA-DC1ECF46BA18}" dt="2024-03-18T00:25:20.105" v="102"/>
          <ac:grpSpMkLst>
            <pc:docMk/>
            <pc:sldMk cId="0" sldId="291"/>
            <ac:grpSpMk id="11" creationId="{C4321772-7DC1-926E-3399-5A991935176D}"/>
          </ac:grpSpMkLst>
        </pc:grpChg>
        <pc:grpChg chg="add mod">
          <ac:chgData name="Kaiang Wen" userId="a219f04c-ae7d-4ada-9001-a33e528312f1" providerId="ADAL" clId="{F0E0B237-3C45-452C-93DA-DC1ECF46BA18}" dt="2024-03-18T00:25:20.105" v="102"/>
          <ac:grpSpMkLst>
            <pc:docMk/>
            <pc:sldMk cId="0" sldId="291"/>
            <ac:grpSpMk id="15" creationId="{F1392BE2-F3EC-A832-1DA2-3601CFA3962E}"/>
          </ac:grpSpMkLst>
        </pc:grpChg>
        <pc:grpChg chg="del">
          <ac:chgData name="Kaiang Wen" userId="a219f04c-ae7d-4ada-9001-a33e528312f1" providerId="ADAL" clId="{F0E0B237-3C45-452C-93DA-DC1ECF46BA18}" dt="2024-03-18T00:24:43.285" v="94" actId="478"/>
          <ac:grpSpMkLst>
            <pc:docMk/>
            <pc:sldMk cId="0" sldId="291"/>
            <ac:grpSpMk id="66" creationId="{00000000-0000-0000-0000-000000000000}"/>
          </ac:grpSpMkLst>
        </pc:grpChg>
        <pc:grpChg chg="del">
          <ac:chgData name="Kaiang Wen" userId="a219f04c-ae7d-4ada-9001-a33e528312f1" providerId="ADAL" clId="{F0E0B237-3C45-452C-93DA-DC1ECF46BA18}" dt="2024-03-18T00:24:42.278" v="93" actId="478"/>
          <ac:grpSpMkLst>
            <pc:docMk/>
            <pc:sldMk cId="0" sldId="291"/>
            <ac:grpSpMk id="69" creationId="{00000000-0000-0000-0000-000000000000}"/>
          </ac:grpSpMkLst>
        </pc:grpChg>
        <pc:cxnChg chg="del mod">
          <ac:chgData name="Kaiang Wen" userId="a219f04c-ae7d-4ada-9001-a33e528312f1" providerId="ADAL" clId="{F0E0B237-3C45-452C-93DA-DC1ECF46BA18}" dt="2024-03-18T00:24:24.433" v="89" actId="478"/>
          <ac:cxnSpMkLst>
            <pc:docMk/>
            <pc:sldMk cId="0" sldId="291"/>
            <ac:cxnSpMk id="7" creationId="{00000000-0000-0000-0000-000000000000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27" creationId="{B8C40FD3-CBFA-8AAD-4C4B-9749CBBD750A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28" creationId="{B65CDDD5-532C-7ABE-8430-933F517264AE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29" creationId="{F939E897-FBD1-73E3-7283-388381933D4C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30" creationId="{B9C6A7FD-EB96-272F-2AB1-44365138A476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31" creationId="{3533A651-5078-3E0C-7E0D-D98BB20FB6A2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32" creationId="{B62C43F4-225B-79B0-9698-EE9CDDC0FDA1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33" creationId="{62895963-1D81-95E0-3122-6C2DBEE4B5A9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34" creationId="{5B54CF42-8FD2-FFD3-200B-9D9A64F47C38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35" creationId="{8933234D-008D-EDC8-54ED-7D85549B1F77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42" creationId="{3F30AF0C-9AFC-3378-1D18-F3F1A18EF471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43" creationId="{B6132C04-64BB-6CFA-FDF1-46505A12D553}"/>
          </ac:cxnSpMkLst>
        </pc:cxnChg>
        <pc:cxnChg chg="add mod">
          <ac:chgData name="Kaiang Wen" userId="a219f04c-ae7d-4ada-9001-a33e528312f1" providerId="ADAL" clId="{F0E0B237-3C45-452C-93DA-DC1ECF46BA18}" dt="2024-03-18T00:25:20.105" v="102"/>
          <ac:cxnSpMkLst>
            <pc:docMk/>
            <pc:sldMk cId="0" sldId="291"/>
            <ac:cxnSpMk id="44" creationId="{7E6E4997-1CE9-DD04-29DE-D0B995E51F9B}"/>
          </ac:cxnSpMkLst>
        </pc:cxnChg>
        <pc:cxnChg chg="del mod">
          <ac:chgData name="Kaiang Wen" userId="a219f04c-ae7d-4ada-9001-a33e528312f1" providerId="ADAL" clId="{F0E0B237-3C45-452C-93DA-DC1ECF46BA18}" dt="2024-03-18T00:27:59.173" v="124" actId="478"/>
          <ac:cxnSpMkLst>
            <pc:docMk/>
            <pc:sldMk cId="0" sldId="291"/>
            <ac:cxnSpMk id="88" creationId="{00000000-0000-0000-0000-000000000000}"/>
          </ac:cxnSpMkLst>
        </pc:cxnChg>
        <pc:cxnChg chg="del mod">
          <ac:chgData name="Kaiang Wen" userId="a219f04c-ae7d-4ada-9001-a33e528312f1" providerId="ADAL" clId="{F0E0B237-3C45-452C-93DA-DC1ECF46BA18}" dt="2024-03-18T00:27:59.753" v="125" actId="478"/>
          <ac:cxnSpMkLst>
            <pc:docMk/>
            <pc:sldMk cId="0" sldId="291"/>
            <ac:cxnSpMk id="89" creationId="{00000000-0000-0000-0000-000000000000}"/>
          </ac:cxnSpMkLst>
        </pc:cxnChg>
        <pc:cxnChg chg="del">
          <ac:chgData name="Kaiang Wen" userId="a219f04c-ae7d-4ada-9001-a33e528312f1" providerId="ADAL" clId="{F0E0B237-3C45-452C-93DA-DC1ECF46BA18}" dt="2024-03-18T00:24:26.619" v="90" actId="478"/>
          <ac:cxnSpMkLst>
            <pc:docMk/>
            <pc:sldMk cId="0" sldId="291"/>
            <ac:cxnSpMk id="90" creationId="{00000000-0000-0000-0000-000000000000}"/>
          </ac:cxnSpMkLst>
        </pc:cxnChg>
        <pc:cxnChg chg="del">
          <ac:chgData name="Kaiang Wen" userId="a219f04c-ae7d-4ada-9001-a33e528312f1" providerId="ADAL" clId="{F0E0B237-3C45-452C-93DA-DC1ECF46BA18}" dt="2024-03-18T00:24:26.619" v="90" actId="478"/>
          <ac:cxnSpMkLst>
            <pc:docMk/>
            <pc:sldMk cId="0" sldId="291"/>
            <ac:cxnSpMk id="91" creationId="{00000000-0000-0000-0000-000000000000}"/>
          </ac:cxnSpMkLst>
        </pc:cxnChg>
        <pc:cxnChg chg="del">
          <ac:chgData name="Kaiang Wen" userId="a219f04c-ae7d-4ada-9001-a33e528312f1" providerId="ADAL" clId="{F0E0B237-3C45-452C-93DA-DC1ECF46BA18}" dt="2024-03-18T00:24:26.619" v="90" actId="478"/>
          <ac:cxnSpMkLst>
            <pc:docMk/>
            <pc:sldMk cId="0" sldId="291"/>
            <ac:cxnSpMk id="92" creationId="{00000000-0000-0000-0000-000000000000}"/>
          </ac:cxnSpMkLst>
        </pc:cxnChg>
        <pc:cxnChg chg="del mod">
          <ac:chgData name="Kaiang Wen" userId="a219f04c-ae7d-4ada-9001-a33e528312f1" providerId="ADAL" clId="{F0E0B237-3C45-452C-93DA-DC1ECF46BA18}" dt="2024-03-18T00:24:50.813" v="96" actId="478"/>
          <ac:cxnSpMkLst>
            <pc:docMk/>
            <pc:sldMk cId="0" sldId="291"/>
            <ac:cxnSpMk id="93" creationId="{00000000-0000-0000-0000-000000000000}"/>
          </ac:cxnSpMkLst>
        </pc:cxnChg>
        <pc:cxnChg chg="del mod">
          <ac:chgData name="Kaiang Wen" userId="a219f04c-ae7d-4ada-9001-a33e528312f1" providerId="ADAL" clId="{F0E0B237-3C45-452C-93DA-DC1ECF46BA18}" dt="2024-03-18T00:24:49.713" v="95" actId="478"/>
          <ac:cxnSpMkLst>
            <pc:docMk/>
            <pc:sldMk cId="0" sldId="291"/>
            <ac:cxnSpMk id="94" creationId="{00000000-0000-0000-0000-000000000000}"/>
          </ac:cxnSpMkLst>
        </pc:cxnChg>
        <pc:cxnChg chg="del mod">
          <ac:chgData name="Kaiang Wen" userId="a219f04c-ae7d-4ada-9001-a33e528312f1" providerId="ADAL" clId="{F0E0B237-3C45-452C-93DA-DC1ECF46BA18}" dt="2024-03-18T00:24:49.713" v="95" actId="478"/>
          <ac:cxnSpMkLst>
            <pc:docMk/>
            <pc:sldMk cId="0" sldId="291"/>
            <ac:cxnSpMk id="95" creationId="{00000000-0000-0000-0000-000000000000}"/>
          </ac:cxnSpMkLst>
        </pc:cxnChg>
        <pc:cxnChg chg="del mod">
          <ac:chgData name="Kaiang Wen" userId="a219f04c-ae7d-4ada-9001-a33e528312f1" providerId="ADAL" clId="{F0E0B237-3C45-452C-93DA-DC1ECF46BA18}" dt="2024-03-18T00:24:49.713" v="95" actId="478"/>
          <ac:cxnSpMkLst>
            <pc:docMk/>
            <pc:sldMk cId="0" sldId="291"/>
            <ac:cxnSpMk id="109" creationId="{00000000-0000-0000-0000-000000000000}"/>
          </ac:cxnSpMkLst>
        </pc:cxnChg>
        <pc:cxnChg chg="del mod">
          <ac:chgData name="Kaiang Wen" userId="a219f04c-ae7d-4ada-9001-a33e528312f1" providerId="ADAL" clId="{F0E0B237-3C45-452C-93DA-DC1ECF46BA18}" dt="2024-03-18T00:25:07.168" v="101" actId="478"/>
          <ac:cxnSpMkLst>
            <pc:docMk/>
            <pc:sldMk cId="0" sldId="291"/>
            <ac:cxnSpMk id="110" creationId="{00000000-0000-0000-0000-000000000000}"/>
          </ac:cxnSpMkLst>
        </pc:cxnChg>
        <pc:cxnChg chg="del mod">
          <ac:chgData name="Kaiang Wen" userId="a219f04c-ae7d-4ada-9001-a33e528312f1" providerId="ADAL" clId="{F0E0B237-3C45-452C-93DA-DC1ECF46BA18}" dt="2024-03-18T00:28:00.380" v="126" actId="478"/>
          <ac:cxnSpMkLst>
            <pc:docMk/>
            <pc:sldMk cId="0" sldId="291"/>
            <ac:cxnSpMk id="111" creationId="{00000000-0000-0000-0000-000000000000}"/>
          </ac:cxnSpMkLst>
        </pc:cxnChg>
      </pc:sldChg>
      <pc:sldChg chg="modSp add del mod">
        <pc:chgData name="Kaiang Wen" userId="a219f04c-ae7d-4ada-9001-a33e528312f1" providerId="ADAL" clId="{F0E0B237-3C45-452C-93DA-DC1ECF46BA18}" dt="2024-03-18T00:32:05.848" v="196" actId="47"/>
        <pc:sldMkLst>
          <pc:docMk/>
          <pc:sldMk cId="0" sldId="292"/>
        </pc:sldMkLst>
        <pc:spChg chg="mod">
          <ac:chgData name="Kaiang Wen" userId="a219f04c-ae7d-4ada-9001-a33e528312f1" providerId="ADAL" clId="{F0E0B237-3C45-452C-93DA-DC1ECF46BA18}" dt="2024-03-18T00:28:42.848" v="129" actId="13822"/>
          <ac:spMkLst>
            <pc:docMk/>
            <pc:sldMk cId="0" sldId="292"/>
            <ac:spMk id="142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8:55.372" v="130" actId="1076"/>
          <ac:spMkLst>
            <pc:docMk/>
            <pc:sldMk cId="0" sldId="292"/>
            <ac:spMk id="143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28:42.848" v="129" actId="13822"/>
          <ac:spMkLst>
            <pc:docMk/>
            <pc:sldMk cId="0" sldId="292"/>
            <ac:spMk id="144" creationId="{00000000-0000-0000-0000-000000000000}"/>
          </ac:spMkLst>
        </pc:spChg>
      </pc:sldChg>
      <pc:sldChg chg="del">
        <pc:chgData name="Kaiang Wen" userId="a219f04c-ae7d-4ada-9001-a33e528312f1" providerId="ADAL" clId="{F0E0B237-3C45-452C-93DA-DC1ECF46BA18}" dt="2024-03-18T01:29:25.778" v="416" actId="47"/>
        <pc:sldMkLst>
          <pc:docMk/>
          <pc:sldMk cId="0" sldId="293"/>
        </pc:sldMkLst>
      </pc:sldChg>
      <pc:sldChg chg="del">
        <pc:chgData name="Kaiang Wen" userId="a219f04c-ae7d-4ada-9001-a33e528312f1" providerId="ADAL" clId="{F0E0B237-3C45-452C-93DA-DC1ECF46BA18}" dt="2024-03-18T01:29:26.396" v="417" actId="47"/>
        <pc:sldMkLst>
          <pc:docMk/>
          <pc:sldMk cId="0" sldId="294"/>
        </pc:sldMkLst>
      </pc:sldChg>
      <pc:sldChg chg="del">
        <pc:chgData name="Kaiang Wen" userId="a219f04c-ae7d-4ada-9001-a33e528312f1" providerId="ADAL" clId="{F0E0B237-3C45-452C-93DA-DC1ECF46BA18}" dt="2024-03-18T01:29:39.209" v="418" actId="47"/>
        <pc:sldMkLst>
          <pc:docMk/>
          <pc:sldMk cId="0" sldId="295"/>
        </pc:sldMkLst>
      </pc:sldChg>
      <pc:sldChg chg="modSp add mod">
        <pc:chgData name="Kaiang Wen" userId="a219f04c-ae7d-4ada-9001-a33e528312f1" providerId="ADAL" clId="{F0E0B237-3C45-452C-93DA-DC1ECF46BA18}" dt="2024-03-18T00:31:15.745" v="193" actId="20577"/>
        <pc:sldMkLst>
          <pc:docMk/>
          <pc:sldMk cId="3866462645" sldId="296"/>
        </pc:sldMkLst>
        <pc:spChg chg="mod">
          <ac:chgData name="Kaiang Wen" userId="a219f04c-ae7d-4ada-9001-a33e528312f1" providerId="ADAL" clId="{F0E0B237-3C45-452C-93DA-DC1ECF46BA18}" dt="2024-03-18T00:30:32.917" v="183" actId="20577"/>
          <ac:spMkLst>
            <pc:docMk/>
            <pc:sldMk cId="3866462645" sldId="296"/>
            <ac:spMk id="18" creationId="{A892FBB2-DCEB-079D-0C5C-4C4FA260F021}"/>
          </ac:spMkLst>
        </pc:spChg>
        <pc:spChg chg="mod">
          <ac:chgData name="Kaiang Wen" userId="a219f04c-ae7d-4ada-9001-a33e528312f1" providerId="ADAL" clId="{F0E0B237-3C45-452C-93DA-DC1ECF46BA18}" dt="2024-03-18T00:30:31.024" v="182" actId="20577"/>
          <ac:spMkLst>
            <pc:docMk/>
            <pc:sldMk cId="3866462645" sldId="296"/>
            <ac:spMk id="21" creationId="{91B7D8C8-A23F-B3FE-ACF5-B9237BE458A2}"/>
          </ac:spMkLst>
        </pc:spChg>
        <pc:spChg chg="mod">
          <ac:chgData name="Kaiang Wen" userId="a219f04c-ae7d-4ada-9001-a33e528312f1" providerId="ADAL" clId="{F0E0B237-3C45-452C-93DA-DC1ECF46BA18}" dt="2024-03-18T00:30:35.031" v="184" actId="20577"/>
          <ac:spMkLst>
            <pc:docMk/>
            <pc:sldMk cId="3866462645" sldId="296"/>
            <ac:spMk id="24" creationId="{04D27D95-5451-6168-02F4-7C6C13784D99}"/>
          </ac:spMkLst>
        </pc:spChg>
        <pc:spChg chg="mod">
          <ac:chgData name="Kaiang Wen" userId="a219f04c-ae7d-4ada-9001-a33e528312f1" providerId="ADAL" clId="{F0E0B237-3C45-452C-93DA-DC1ECF46BA18}" dt="2024-03-18T00:30:23.286" v="181" actId="1037"/>
          <ac:spMkLst>
            <pc:docMk/>
            <pc:sldMk cId="3866462645" sldId="296"/>
            <ac:spMk id="130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0:21.433" v="178" actId="1038"/>
          <ac:spMkLst>
            <pc:docMk/>
            <pc:sldMk cId="3866462645" sldId="296"/>
            <ac:spMk id="134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1:15.745" v="193" actId="20577"/>
          <ac:spMkLst>
            <pc:docMk/>
            <pc:sldMk cId="3866462645" sldId="296"/>
            <ac:spMk id="136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1:13.779" v="192" actId="20577"/>
          <ac:spMkLst>
            <pc:docMk/>
            <pc:sldMk cId="3866462645" sldId="296"/>
            <ac:spMk id="138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0:47.460" v="187" actId="20577"/>
          <ac:spMkLst>
            <pc:docMk/>
            <pc:sldMk cId="3866462645" sldId="296"/>
            <ac:spMk id="142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1:05.420" v="191" actId="1076"/>
          <ac:spMkLst>
            <pc:docMk/>
            <pc:sldMk cId="3866462645" sldId="296"/>
            <ac:spMk id="143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0:43.056" v="185" actId="20577"/>
          <ac:spMkLst>
            <pc:docMk/>
            <pc:sldMk cId="3866462645" sldId="296"/>
            <ac:spMk id="144" creationId="{00000000-0000-0000-0000-000000000000}"/>
          </ac:spMkLst>
        </pc:spChg>
      </pc:sldChg>
      <pc:sldChg chg="delSp modSp add mod modAnim">
        <pc:chgData name="Kaiang Wen" userId="a219f04c-ae7d-4ada-9001-a33e528312f1" providerId="ADAL" clId="{F0E0B237-3C45-452C-93DA-DC1ECF46BA18}" dt="2024-03-18T01:19:12.631" v="327" actId="20577"/>
        <pc:sldMkLst>
          <pc:docMk/>
          <pc:sldMk cId="761379266" sldId="297"/>
        </pc:sldMkLst>
        <pc:spChg chg="mod">
          <ac:chgData name="Kaiang Wen" userId="a219f04c-ae7d-4ada-9001-a33e528312f1" providerId="ADAL" clId="{F0E0B237-3C45-452C-93DA-DC1ECF46BA18}" dt="2024-03-18T00:33:04.435" v="200" actId="20577"/>
          <ac:spMkLst>
            <pc:docMk/>
            <pc:sldMk cId="761379266" sldId="297"/>
            <ac:spMk id="18" creationId="{A892FBB2-DCEB-079D-0C5C-4C4FA260F021}"/>
          </ac:spMkLst>
        </pc:spChg>
        <pc:spChg chg="mod">
          <ac:chgData name="Kaiang Wen" userId="a219f04c-ae7d-4ada-9001-a33e528312f1" providerId="ADAL" clId="{F0E0B237-3C45-452C-93DA-DC1ECF46BA18}" dt="2024-03-18T00:33:06.648" v="201" actId="20577"/>
          <ac:spMkLst>
            <pc:docMk/>
            <pc:sldMk cId="761379266" sldId="297"/>
            <ac:spMk id="19" creationId="{73428033-D873-F89E-3DBA-4E5E449CA42C}"/>
          </ac:spMkLst>
        </pc:spChg>
        <pc:spChg chg="mod">
          <ac:chgData name="Kaiang Wen" userId="a219f04c-ae7d-4ada-9001-a33e528312f1" providerId="ADAL" clId="{F0E0B237-3C45-452C-93DA-DC1ECF46BA18}" dt="2024-03-18T00:33:01.544" v="198" actId="20577"/>
          <ac:spMkLst>
            <pc:docMk/>
            <pc:sldMk cId="761379266" sldId="297"/>
            <ac:spMk id="21" creationId="{91B7D8C8-A23F-B3FE-ACF5-B9237BE458A2}"/>
          </ac:spMkLst>
        </pc:spChg>
        <pc:spChg chg="mod">
          <ac:chgData name="Kaiang Wen" userId="a219f04c-ae7d-4ada-9001-a33e528312f1" providerId="ADAL" clId="{F0E0B237-3C45-452C-93DA-DC1ECF46BA18}" dt="2024-03-18T00:33:02.487" v="199" actId="20577"/>
          <ac:spMkLst>
            <pc:docMk/>
            <pc:sldMk cId="761379266" sldId="297"/>
            <ac:spMk id="22" creationId="{85CC6C78-D43F-D3FA-13B6-34B8EF9FE9C5}"/>
          </ac:spMkLst>
        </pc:spChg>
        <pc:spChg chg="mod">
          <ac:chgData name="Kaiang Wen" userId="a219f04c-ae7d-4ada-9001-a33e528312f1" providerId="ADAL" clId="{F0E0B237-3C45-452C-93DA-DC1ECF46BA18}" dt="2024-03-18T01:19:12.631" v="327" actId="20577"/>
          <ac:spMkLst>
            <pc:docMk/>
            <pc:sldMk cId="761379266" sldId="297"/>
            <ac:spMk id="24" creationId="{04D27D95-5451-6168-02F4-7C6C13784D99}"/>
          </ac:spMkLst>
        </pc:spChg>
        <pc:spChg chg="mod">
          <ac:chgData name="Kaiang Wen" userId="a219f04c-ae7d-4ada-9001-a33e528312f1" providerId="ADAL" clId="{F0E0B237-3C45-452C-93DA-DC1ECF46BA18}" dt="2024-03-18T00:33:13.406" v="203" actId="20577"/>
          <ac:spMkLst>
            <pc:docMk/>
            <pc:sldMk cId="761379266" sldId="297"/>
            <ac:spMk id="25" creationId="{198B17D8-10EB-2BA8-98FD-B6FB839455C7}"/>
          </ac:spMkLst>
        </pc:spChg>
        <pc:spChg chg="mod">
          <ac:chgData name="Kaiang Wen" userId="a219f04c-ae7d-4ada-9001-a33e528312f1" providerId="ADAL" clId="{F0E0B237-3C45-452C-93DA-DC1ECF46BA18}" dt="2024-03-18T00:33:38.828" v="206" actId="20577"/>
          <ac:spMkLst>
            <pc:docMk/>
            <pc:sldMk cId="761379266" sldId="297"/>
            <ac:spMk id="76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3:39.868" v="207" actId="20577"/>
          <ac:spMkLst>
            <pc:docMk/>
            <pc:sldMk cId="761379266" sldId="297"/>
            <ac:spMk id="77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4:13.144" v="247" actId="1037"/>
          <ac:spMkLst>
            <pc:docMk/>
            <pc:sldMk cId="761379266" sldId="297"/>
            <ac:spMk id="130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4:09.923" v="245" actId="1038"/>
          <ac:spMkLst>
            <pc:docMk/>
            <pc:sldMk cId="761379266" sldId="297"/>
            <ac:spMk id="134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3:27.229" v="205" actId="20577"/>
          <ac:spMkLst>
            <pc:docMk/>
            <pc:sldMk cId="761379266" sldId="297"/>
            <ac:spMk id="136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3:53.506" v="208" actId="20577"/>
          <ac:spMkLst>
            <pc:docMk/>
            <pc:sldMk cId="761379266" sldId="297"/>
            <ac:spMk id="137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0:33:24.810" v="204" actId="20577"/>
          <ac:spMkLst>
            <pc:docMk/>
            <pc:sldMk cId="761379266" sldId="297"/>
            <ac:spMk id="138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1:13:26.594" v="267" actId="478"/>
          <ac:spMkLst>
            <pc:docMk/>
            <pc:sldMk cId="761379266" sldId="297"/>
            <ac:spMk id="142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13:32.207" v="268" actId="1076"/>
          <ac:spMkLst>
            <pc:docMk/>
            <pc:sldMk cId="761379266" sldId="297"/>
            <ac:spMk id="143" creationId="{00000000-0000-0000-0000-000000000000}"/>
          </ac:spMkLst>
        </pc:spChg>
      </pc:sldChg>
      <pc:sldChg chg="modSp add mod">
        <pc:chgData name="Kaiang Wen" userId="a219f04c-ae7d-4ada-9001-a33e528312f1" providerId="ADAL" clId="{F0E0B237-3C45-452C-93DA-DC1ECF46BA18}" dt="2024-03-18T01:20:25.718" v="330" actId="20577"/>
        <pc:sldMkLst>
          <pc:docMk/>
          <pc:sldMk cId="352803248" sldId="298"/>
        </pc:sldMkLst>
        <pc:spChg chg="mod">
          <ac:chgData name="Kaiang Wen" userId="a219f04c-ae7d-4ada-9001-a33e528312f1" providerId="ADAL" clId="{F0E0B237-3C45-452C-93DA-DC1ECF46BA18}" dt="2024-03-18T01:17:54.447" v="316" actId="20577"/>
          <ac:spMkLst>
            <pc:docMk/>
            <pc:sldMk cId="352803248" sldId="298"/>
            <ac:spMk id="18" creationId="{A892FBB2-DCEB-079D-0C5C-4C4FA260F021}"/>
          </ac:spMkLst>
        </pc:spChg>
        <pc:spChg chg="mod">
          <ac:chgData name="Kaiang Wen" userId="a219f04c-ae7d-4ada-9001-a33e528312f1" providerId="ADAL" clId="{F0E0B237-3C45-452C-93DA-DC1ECF46BA18}" dt="2024-03-18T01:17:56.207" v="317" actId="20577"/>
          <ac:spMkLst>
            <pc:docMk/>
            <pc:sldMk cId="352803248" sldId="298"/>
            <ac:spMk id="20" creationId="{303E8710-82BE-E632-8A96-93F404A0E330}"/>
          </ac:spMkLst>
        </pc:spChg>
        <pc:spChg chg="mod">
          <ac:chgData name="Kaiang Wen" userId="a219f04c-ae7d-4ada-9001-a33e528312f1" providerId="ADAL" clId="{F0E0B237-3C45-452C-93DA-DC1ECF46BA18}" dt="2024-03-18T01:17:49.461" v="314" actId="20577"/>
          <ac:spMkLst>
            <pc:docMk/>
            <pc:sldMk cId="352803248" sldId="298"/>
            <ac:spMk id="21" creationId="{91B7D8C8-A23F-B3FE-ACF5-B9237BE458A2}"/>
          </ac:spMkLst>
        </pc:spChg>
        <pc:spChg chg="mod">
          <ac:chgData name="Kaiang Wen" userId="a219f04c-ae7d-4ada-9001-a33e528312f1" providerId="ADAL" clId="{F0E0B237-3C45-452C-93DA-DC1ECF46BA18}" dt="2024-03-18T01:17:51.663" v="315" actId="20577"/>
          <ac:spMkLst>
            <pc:docMk/>
            <pc:sldMk cId="352803248" sldId="298"/>
            <ac:spMk id="23" creationId="{5FF7707A-946A-74FC-9A6D-43D9F6AA20D4}"/>
          </ac:spMkLst>
        </pc:spChg>
        <pc:spChg chg="mod">
          <ac:chgData name="Kaiang Wen" userId="a219f04c-ae7d-4ada-9001-a33e528312f1" providerId="ADAL" clId="{F0E0B237-3C45-452C-93DA-DC1ECF46BA18}" dt="2024-03-18T01:18:03.201" v="318" actId="20577"/>
          <ac:spMkLst>
            <pc:docMk/>
            <pc:sldMk cId="352803248" sldId="298"/>
            <ac:spMk id="24" creationId="{04D27D95-5451-6168-02F4-7C6C13784D99}"/>
          </ac:spMkLst>
        </pc:spChg>
        <pc:spChg chg="mod">
          <ac:chgData name="Kaiang Wen" userId="a219f04c-ae7d-4ada-9001-a33e528312f1" providerId="ADAL" clId="{F0E0B237-3C45-452C-93DA-DC1ECF46BA18}" dt="2024-03-18T01:18:04.458" v="319" actId="20577"/>
          <ac:spMkLst>
            <pc:docMk/>
            <pc:sldMk cId="352803248" sldId="298"/>
            <ac:spMk id="26" creationId="{9F775698-6DFE-5E48-165F-C08474E69298}"/>
          </ac:spMkLst>
        </pc:spChg>
        <pc:spChg chg="mod">
          <ac:chgData name="Kaiang Wen" userId="a219f04c-ae7d-4ada-9001-a33e528312f1" providerId="ADAL" clId="{F0E0B237-3C45-452C-93DA-DC1ECF46BA18}" dt="2024-03-18T01:18:11.316" v="320" actId="20577"/>
          <ac:spMkLst>
            <pc:docMk/>
            <pc:sldMk cId="352803248" sldId="298"/>
            <ac:spMk id="76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18:12.808" v="321" actId="20577"/>
          <ac:spMkLst>
            <pc:docMk/>
            <pc:sldMk cId="352803248" sldId="298"/>
            <ac:spMk id="78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14:37.766" v="313" actId="1037"/>
          <ac:spMkLst>
            <pc:docMk/>
            <pc:sldMk cId="352803248" sldId="298"/>
            <ac:spMk id="130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14:37.766" v="313" actId="1037"/>
          <ac:spMkLst>
            <pc:docMk/>
            <pc:sldMk cId="352803248" sldId="298"/>
            <ac:spMk id="134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20:25.718" v="330" actId="20577"/>
          <ac:spMkLst>
            <pc:docMk/>
            <pc:sldMk cId="352803248" sldId="298"/>
            <ac:spMk id="136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20:20.622" v="329" actId="20577"/>
          <ac:spMkLst>
            <pc:docMk/>
            <pc:sldMk cId="352803248" sldId="298"/>
            <ac:spMk id="145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20:18.782" v="328" actId="20577"/>
          <ac:spMkLst>
            <pc:docMk/>
            <pc:sldMk cId="352803248" sldId="298"/>
            <ac:spMk id="146" creationId="{00000000-0000-0000-0000-000000000000}"/>
          </ac:spMkLst>
        </pc:spChg>
      </pc:sldChg>
      <pc:sldChg chg="addSp delSp modSp add mod delAnim modAnim">
        <pc:chgData name="Kaiang Wen" userId="a219f04c-ae7d-4ada-9001-a33e528312f1" providerId="ADAL" clId="{F0E0B237-3C45-452C-93DA-DC1ECF46BA18}" dt="2024-03-18T01:28:09.013" v="415"/>
        <pc:sldMkLst>
          <pc:docMk/>
          <pc:sldMk cId="2406164369" sldId="299"/>
        </pc:sldMkLst>
        <pc:spChg chg="add del mod ord">
          <ac:chgData name="Kaiang Wen" userId="a219f04c-ae7d-4ada-9001-a33e528312f1" providerId="ADAL" clId="{F0E0B237-3C45-452C-93DA-DC1ECF46BA18}" dt="2024-03-18T01:27:27.845" v="398" actId="478"/>
          <ac:spMkLst>
            <pc:docMk/>
            <pc:sldMk cId="2406164369" sldId="299"/>
            <ac:spMk id="7" creationId="{6AB9D7E3-3926-FAD0-3F91-BEBB8A203CC6}"/>
          </ac:spMkLst>
        </pc:spChg>
        <pc:spChg chg="mod">
          <ac:chgData name="Kaiang Wen" userId="a219f04c-ae7d-4ada-9001-a33e528312f1" providerId="ADAL" clId="{F0E0B237-3C45-452C-93DA-DC1ECF46BA18}" dt="2024-03-18T01:22:33.492" v="361" actId="20577"/>
          <ac:spMkLst>
            <pc:docMk/>
            <pc:sldMk cId="2406164369" sldId="299"/>
            <ac:spMk id="18" creationId="{A892FBB2-DCEB-079D-0C5C-4C4FA260F021}"/>
          </ac:spMkLst>
        </pc:spChg>
        <pc:spChg chg="mod">
          <ac:chgData name="Kaiang Wen" userId="a219f04c-ae7d-4ada-9001-a33e528312f1" providerId="ADAL" clId="{F0E0B237-3C45-452C-93DA-DC1ECF46BA18}" dt="2024-03-18T01:22:36.060" v="363" actId="20577"/>
          <ac:spMkLst>
            <pc:docMk/>
            <pc:sldMk cId="2406164369" sldId="299"/>
            <ac:spMk id="19" creationId="{73428033-D873-F89E-3DBA-4E5E449CA42C}"/>
          </ac:spMkLst>
        </pc:spChg>
        <pc:spChg chg="mod">
          <ac:chgData name="Kaiang Wen" userId="a219f04c-ae7d-4ada-9001-a33e528312f1" providerId="ADAL" clId="{F0E0B237-3C45-452C-93DA-DC1ECF46BA18}" dt="2024-03-18T01:22:38.655" v="364" actId="20577"/>
          <ac:spMkLst>
            <pc:docMk/>
            <pc:sldMk cId="2406164369" sldId="299"/>
            <ac:spMk id="20" creationId="{303E8710-82BE-E632-8A96-93F404A0E330}"/>
          </ac:spMkLst>
        </pc:spChg>
        <pc:spChg chg="mod">
          <ac:chgData name="Kaiang Wen" userId="a219f04c-ae7d-4ada-9001-a33e528312f1" providerId="ADAL" clId="{F0E0B237-3C45-452C-93DA-DC1ECF46BA18}" dt="2024-03-18T01:22:25.035" v="357" actId="20577"/>
          <ac:spMkLst>
            <pc:docMk/>
            <pc:sldMk cId="2406164369" sldId="299"/>
            <ac:spMk id="21" creationId="{91B7D8C8-A23F-B3FE-ACF5-B9237BE458A2}"/>
          </ac:spMkLst>
        </pc:spChg>
        <pc:spChg chg="mod">
          <ac:chgData name="Kaiang Wen" userId="a219f04c-ae7d-4ada-9001-a33e528312f1" providerId="ADAL" clId="{F0E0B237-3C45-452C-93DA-DC1ECF46BA18}" dt="2024-03-18T01:22:27.091" v="359" actId="20577"/>
          <ac:spMkLst>
            <pc:docMk/>
            <pc:sldMk cId="2406164369" sldId="299"/>
            <ac:spMk id="22" creationId="{85CC6C78-D43F-D3FA-13B6-34B8EF9FE9C5}"/>
          </ac:spMkLst>
        </pc:spChg>
        <pc:spChg chg="mod">
          <ac:chgData name="Kaiang Wen" userId="a219f04c-ae7d-4ada-9001-a33e528312f1" providerId="ADAL" clId="{F0E0B237-3C45-452C-93DA-DC1ECF46BA18}" dt="2024-03-18T01:22:29.475" v="360" actId="20577"/>
          <ac:spMkLst>
            <pc:docMk/>
            <pc:sldMk cId="2406164369" sldId="299"/>
            <ac:spMk id="23" creationId="{5FF7707A-946A-74FC-9A6D-43D9F6AA20D4}"/>
          </ac:spMkLst>
        </pc:spChg>
        <pc:spChg chg="mod">
          <ac:chgData name="Kaiang Wen" userId="a219f04c-ae7d-4ada-9001-a33e528312f1" providerId="ADAL" clId="{F0E0B237-3C45-452C-93DA-DC1ECF46BA18}" dt="2024-03-18T01:22:45.339" v="365" actId="20577"/>
          <ac:spMkLst>
            <pc:docMk/>
            <pc:sldMk cId="2406164369" sldId="299"/>
            <ac:spMk id="24" creationId="{04D27D95-5451-6168-02F4-7C6C13784D99}"/>
          </ac:spMkLst>
        </pc:spChg>
        <pc:spChg chg="mod">
          <ac:chgData name="Kaiang Wen" userId="a219f04c-ae7d-4ada-9001-a33e528312f1" providerId="ADAL" clId="{F0E0B237-3C45-452C-93DA-DC1ECF46BA18}" dt="2024-03-18T01:22:48.974" v="367" actId="20577"/>
          <ac:spMkLst>
            <pc:docMk/>
            <pc:sldMk cId="2406164369" sldId="299"/>
            <ac:spMk id="25" creationId="{198B17D8-10EB-2BA8-98FD-B6FB839455C7}"/>
          </ac:spMkLst>
        </pc:spChg>
        <pc:spChg chg="mod">
          <ac:chgData name="Kaiang Wen" userId="a219f04c-ae7d-4ada-9001-a33e528312f1" providerId="ADAL" clId="{F0E0B237-3C45-452C-93DA-DC1ECF46BA18}" dt="2024-03-18T01:22:51.271" v="368" actId="20577"/>
          <ac:spMkLst>
            <pc:docMk/>
            <pc:sldMk cId="2406164369" sldId="299"/>
            <ac:spMk id="26" creationId="{9F775698-6DFE-5E48-165F-C08474E69298}"/>
          </ac:spMkLst>
        </pc:spChg>
        <pc:spChg chg="add mod">
          <ac:chgData name="Kaiang Wen" userId="a219f04c-ae7d-4ada-9001-a33e528312f1" providerId="ADAL" clId="{F0E0B237-3C45-452C-93DA-DC1ECF46BA18}" dt="2024-03-18T01:27:40.269" v="401" actId="1076"/>
          <ac:spMkLst>
            <pc:docMk/>
            <pc:sldMk cId="2406164369" sldId="299"/>
            <ac:spMk id="66" creationId="{45FE8486-1FC2-D387-09C2-5C3BDB4EC00A}"/>
          </ac:spMkLst>
        </pc:spChg>
        <pc:spChg chg="mod">
          <ac:chgData name="Kaiang Wen" userId="a219f04c-ae7d-4ada-9001-a33e528312f1" providerId="ADAL" clId="{F0E0B237-3C45-452C-93DA-DC1ECF46BA18}" dt="2024-03-18T01:23:01.940" v="369" actId="20577"/>
          <ac:spMkLst>
            <pc:docMk/>
            <pc:sldMk cId="2406164369" sldId="299"/>
            <ac:spMk id="76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23:03.853" v="371" actId="20577"/>
          <ac:spMkLst>
            <pc:docMk/>
            <pc:sldMk cId="2406164369" sldId="299"/>
            <ac:spMk id="77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23:07.093" v="372" actId="20577"/>
          <ac:spMkLst>
            <pc:docMk/>
            <pc:sldMk cId="2406164369" sldId="299"/>
            <ac:spMk id="78" creationId="{00000000-0000-0000-0000-000000000000}"/>
          </ac:spMkLst>
        </pc:spChg>
        <pc:spChg chg="del">
          <ac:chgData name="Kaiang Wen" userId="a219f04c-ae7d-4ada-9001-a33e528312f1" providerId="ADAL" clId="{F0E0B237-3C45-452C-93DA-DC1ECF46BA18}" dt="2024-03-18T01:22:06.358" v="332" actId="478"/>
          <ac:spMkLst>
            <pc:docMk/>
            <pc:sldMk cId="2406164369" sldId="299"/>
            <ac:spMk id="130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22:09.801" v="356" actId="1038"/>
          <ac:spMkLst>
            <pc:docMk/>
            <pc:sldMk cId="2406164369" sldId="299"/>
            <ac:spMk id="134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23:33.876" v="380" actId="20577"/>
          <ac:spMkLst>
            <pc:docMk/>
            <pc:sldMk cId="2406164369" sldId="299"/>
            <ac:spMk id="136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23:31.245" v="379" actId="20577"/>
          <ac:spMkLst>
            <pc:docMk/>
            <pc:sldMk cId="2406164369" sldId="299"/>
            <ac:spMk id="141" creationId="{00000000-0000-0000-0000-000000000000}"/>
          </ac:spMkLst>
        </pc:spChg>
        <pc:spChg chg="mod ord">
          <ac:chgData name="Kaiang Wen" userId="a219f04c-ae7d-4ada-9001-a33e528312f1" providerId="ADAL" clId="{F0E0B237-3C45-452C-93DA-DC1ECF46BA18}" dt="2024-03-18T01:27:48.530" v="403" actId="166"/>
          <ac:spMkLst>
            <pc:docMk/>
            <pc:sldMk cId="2406164369" sldId="299"/>
            <ac:spMk id="143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23:23.999" v="375" actId="20577"/>
          <ac:spMkLst>
            <pc:docMk/>
            <pc:sldMk cId="2406164369" sldId="299"/>
            <ac:spMk id="144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23:22.630" v="374" actId="20577"/>
          <ac:spMkLst>
            <pc:docMk/>
            <pc:sldMk cId="2406164369" sldId="299"/>
            <ac:spMk id="145" creationId="{00000000-0000-0000-0000-000000000000}"/>
          </ac:spMkLst>
        </pc:spChg>
        <pc:spChg chg="mod">
          <ac:chgData name="Kaiang Wen" userId="a219f04c-ae7d-4ada-9001-a33e528312f1" providerId="ADAL" clId="{F0E0B237-3C45-452C-93DA-DC1ECF46BA18}" dt="2024-03-18T01:23:20.238" v="373" actId="20577"/>
          <ac:spMkLst>
            <pc:docMk/>
            <pc:sldMk cId="2406164369" sldId="299"/>
            <ac:spMk id="1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613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603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181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171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319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2082800"/>
            <a:ext cx="15667355" cy="25876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LSTM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流程圖: 磁碟 24"/>
          <p:cNvSpPr/>
          <p:nvPr/>
        </p:nvSpPr>
        <p:spPr>
          <a:xfrm>
            <a:off x="6633612" y="4929513"/>
            <a:ext cx="2588760" cy="1734470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Memory</a:t>
            </a:r>
          </a:p>
          <a:p>
            <a:pPr algn="ctr"/>
            <a:r>
              <a:rPr lang="en-US" altLang="zh-TW" sz="3600" dirty="0"/>
              <a:t>Cell</a:t>
            </a:r>
            <a:endParaRPr lang="zh-TW" altLang="en-US" sz="36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Long Short-term Memory (LSTM)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946993" y="7730556"/>
            <a:ext cx="3985404" cy="8540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Input Gate</a:t>
            </a:r>
            <a:endParaRPr lang="zh-TW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5946993" y="3303108"/>
            <a:ext cx="3985404" cy="8540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Output Gate</a:t>
            </a:r>
            <a:endParaRPr lang="zh-TW" altLang="en-US" sz="36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401743" y="7534314"/>
            <a:ext cx="31313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Signal control the input gate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401745" y="3106866"/>
            <a:ext cx="338283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Signal control the output gate</a:t>
            </a:r>
            <a:endParaRPr lang="zh-TW" altLang="en-US" sz="3600" dirty="0"/>
          </a:p>
        </p:txBody>
      </p:sp>
      <p:sp>
        <p:nvSpPr>
          <p:cNvPr id="11" name="矩形 10"/>
          <p:cNvSpPr/>
          <p:nvPr/>
        </p:nvSpPr>
        <p:spPr>
          <a:xfrm>
            <a:off x="10178442" y="5186742"/>
            <a:ext cx="1985930" cy="125984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Forget Gate</a:t>
            </a:r>
            <a:endParaRPr lang="zh-TW" altLang="en-US" sz="3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2868867" y="5193416"/>
            <a:ext cx="31313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Signal control the forget gate</a:t>
            </a:r>
            <a:endParaRPr lang="zh-TW" altLang="en-US" sz="3600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5180885" y="3730113"/>
            <a:ext cx="704496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5180885" y="8157561"/>
            <a:ext cx="704496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7946349" y="8498415"/>
            <a:ext cx="0" cy="92190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7964427" y="6663983"/>
            <a:ext cx="0" cy="107511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7927992" y="2539806"/>
            <a:ext cx="0" cy="7633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手繪多邊形 28"/>
          <p:cNvSpPr/>
          <p:nvPr/>
        </p:nvSpPr>
        <p:spPr>
          <a:xfrm>
            <a:off x="8160858" y="4478682"/>
            <a:ext cx="2891735" cy="671288"/>
          </a:xfrm>
          <a:custGeom>
            <a:avLst/>
            <a:gdLst>
              <a:gd name="connsiteX0" fmla="*/ 0 w 2035834"/>
              <a:gd name="connsiteY0" fmla="*/ 603849 h 603849"/>
              <a:gd name="connsiteX1" fmla="*/ 1017917 w 2035834"/>
              <a:gd name="connsiteY1" fmla="*/ 0 h 603849"/>
              <a:gd name="connsiteX2" fmla="*/ 2035834 w 2035834"/>
              <a:gd name="connsiteY2" fmla="*/ 603849 h 60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5834" h="603849">
                <a:moveTo>
                  <a:pt x="0" y="603849"/>
                </a:moveTo>
                <a:cubicBezTo>
                  <a:pt x="339305" y="301924"/>
                  <a:pt x="678611" y="0"/>
                  <a:pt x="1017917" y="0"/>
                </a:cubicBezTo>
                <a:cubicBezTo>
                  <a:pt x="1357223" y="0"/>
                  <a:pt x="1696528" y="301924"/>
                  <a:pt x="2035834" y="603849"/>
                </a:cubicBezTo>
              </a:path>
            </a:pathLst>
          </a:custGeom>
          <a:noFill/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手繪多邊形 30"/>
          <p:cNvSpPr/>
          <p:nvPr/>
        </p:nvSpPr>
        <p:spPr>
          <a:xfrm rot="21317573" flipH="1" flipV="1">
            <a:off x="8186558" y="6536802"/>
            <a:ext cx="2873918" cy="744444"/>
          </a:xfrm>
          <a:custGeom>
            <a:avLst/>
            <a:gdLst>
              <a:gd name="connsiteX0" fmla="*/ 0 w 2035834"/>
              <a:gd name="connsiteY0" fmla="*/ 603849 h 603849"/>
              <a:gd name="connsiteX1" fmla="*/ 1017917 w 2035834"/>
              <a:gd name="connsiteY1" fmla="*/ 0 h 603849"/>
              <a:gd name="connsiteX2" fmla="*/ 2035834 w 2035834"/>
              <a:gd name="connsiteY2" fmla="*/ 603849 h 60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5834" h="603849">
                <a:moveTo>
                  <a:pt x="0" y="603849"/>
                </a:moveTo>
                <a:cubicBezTo>
                  <a:pt x="339305" y="301924"/>
                  <a:pt x="678611" y="0"/>
                  <a:pt x="1017917" y="0"/>
                </a:cubicBezTo>
                <a:cubicBezTo>
                  <a:pt x="1357223" y="0"/>
                  <a:pt x="1696528" y="301924"/>
                  <a:pt x="2035834" y="603849"/>
                </a:cubicBezTo>
              </a:path>
            </a:pathLst>
          </a:custGeom>
          <a:noFill/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5267010" y="9489782"/>
            <a:ext cx="5429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Other part of the network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180885" y="1976532"/>
            <a:ext cx="5429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Other part of the network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7919994" y="4111631"/>
            <a:ext cx="0" cy="107511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318872" y="4353360"/>
            <a:ext cx="291916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(Other part of the network)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318872" y="8589771"/>
            <a:ext cx="291916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(Other part of the network)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2793527" y="6373543"/>
            <a:ext cx="291916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(Other part of the network)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942531" y="3244094"/>
            <a:ext cx="6235197" cy="542435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6" name="文字方塊 55"/>
          <p:cNvSpPr txBox="1"/>
          <p:nvPr/>
        </p:nvSpPr>
        <p:spPr>
          <a:xfrm>
            <a:off x="10341794" y="7713585"/>
            <a:ext cx="172832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>
                <a:solidFill>
                  <a:srgbClr val="FF0000"/>
                </a:solidFill>
              </a:rPr>
              <a:t>LSTM</a:t>
            </a:r>
            <a:endParaRPr lang="zh-TW" altLang="en-US" sz="4200" b="1" i="1" u="sng" dirty="0">
              <a:solidFill>
                <a:srgbClr val="FF0000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1156681" y="2340684"/>
            <a:ext cx="4340316" cy="22231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Special Neuron:</a:t>
            </a:r>
          </a:p>
          <a:p>
            <a:pPr algn="ctr"/>
            <a:r>
              <a:rPr lang="en-US" altLang="zh-TW" sz="4200" dirty="0"/>
              <a:t>4 inputs, </a:t>
            </a:r>
          </a:p>
          <a:p>
            <a:pPr algn="ctr"/>
            <a:r>
              <a:rPr lang="en-US" altLang="zh-TW" sz="4200" dirty="0"/>
              <a:t>1 output</a:t>
            </a:r>
            <a:endParaRPr lang="zh-TW" altLang="en-US" sz="4200" dirty="0"/>
          </a:p>
        </p:txBody>
      </p:sp>
      <p:cxnSp>
        <p:nvCxnSpPr>
          <p:cNvPr id="27" name="直線單箭頭接點 26"/>
          <p:cNvCxnSpPr/>
          <p:nvPr/>
        </p:nvCxnSpPr>
        <p:spPr>
          <a:xfrm flipH="1">
            <a:off x="12117606" y="5816088"/>
            <a:ext cx="704496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8" grpId="0" bldLvl="0" animBg="1"/>
      <p:bldP spid="7" grpId="0"/>
      <p:bldP spid="10" grpId="0"/>
      <p:bldP spid="11" grpId="0" bldLvl="0" animBg="1"/>
      <p:bldP spid="12" grpId="0"/>
      <p:bldP spid="29" grpId="0" bldLvl="0" animBg="1"/>
      <p:bldP spid="31" grpId="0" bldLvl="0" animBg="1"/>
      <p:bldP spid="30" grpId="0"/>
      <p:bldP spid="34" grpId="0"/>
      <p:bldP spid="37" grpId="0"/>
      <p:bldP spid="38" grpId="0"/>
      <p:bldP spid="39" grpId="0"/>
      <p:bldP spid="51" grpId="0" bldLvl="0" animBg="1"/>
      <p:bldP spid="56" grpId="0"/>
      <p:bldP spid="5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962" y="619466"/>
            <a:ext cx="7225665" cy="94876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7152167" y="9553080"/>
                <a:ext cx="2774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167" y="9553080"/>
                <a:ext cx="27749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58" t="-25" r="-26257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947583" y="6752730"/>
                <a:ext cx="40894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583" y="6752730"/>
                <a:ext cx="408940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134" t="-25" r="-18034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10538807" y="5041837"/>
                <a:ext cx="476885" cy="576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8807" y="5041837"/>
                <a:ext cx="476885" cy="576580"/>
              </a:xfrm>
              <a:prstGeom prst="rect">
                <a:avLst/>
              </a:prstGeom>
              <a:blipFill rotWithShape="1">
                <a:blip r:embed="rId6"/>
                <a:stretch>
                  <a:fillRect l="-73" t="-99" r="-16971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961995" y="1428672"/>
                <a:ext cx="48704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995" y="1428672"/>
                <a:ext cx="48704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73" t="-101" r="-15181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7114881" y="7723200"/>
                <a:ext cx="9436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881" y="7723200"/>
                <a:ext cx="943610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36" t="-60" r="-7366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5235737" y="6475731"/>
                <a:ext cx="105029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737" y="6475731"/>
                <a:ext cx="1050290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15" r="-6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/>
          <p:cNvSpPr txBox="1"/>
          <p:nvPr/>
        </p:nvSpPr>
        <p:spPr>
          <a:xfrm>
            <a:off x="7075236" y="6998853"/>
            <a:ext cx="205399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multiply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148516" y="1428672"/>
            <a:ext cx="205399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multiply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0126694" y="1831311"/>
            <a:ext cx="581635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Activation function f is usually a sigmoid function</a:t>
            </a:r>
            <a:endParaRPr lang="zh-TW" altLang="en-US" sz="36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32342" y="3188841"/>
            <a:ext cx="43114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Between 0 and 1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532342" y="3984323"/>
            <a:ext cx="5884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Mimic open and close gate</a:t>
            </a:r>
            <a:endParaRPr lang="zh-TW" altLang="en-US" sz="3600" dirty="0"/>
          </a:p>
        </p:txBody>
      </p:sp>
      <p:sp>
        <p:nvSpPr>
          <p:cNvPr id="24" name="流程圖: 磁碟 23"/>
          <p:cNvSpPr/>
          <p:nvPr/>
        </p:nvSpPr>
        <p:spPr>
          <a:xfrm>
            <a:off x="6541415" y="4805463"/>
            <a:ext cx="933387" cy="972086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c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9959929" y="6053358"/>
                <a:ext cx="5551170" cy="733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929" y="6053358"/>
                <a:ext cx="5551170" cy="733425"/>
              </a:xfrm>
              <a:prstGeom prst="rect">
                <a:avLst/>
              </a:prstGeom>
              <a:blipFill rotWithShape="1">
                <a:blip r:embed="rId10"/>
                <a:stretch>
                  <a:fillRect l="-11" t="-73" r="-1168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接點 27"/>
          <p:cNvCxnSpPr/>
          <p:nvPr/>
        </p:nvCxnSpPr>
        <p:spPr>
          <a:xfrm>
            <a:off x="6734183" y="5102642"/>
            <a:ext cx="547850" cy="54785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7108547" y="2523808"/>
                <a:ext cx="10509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547" y="2523808"/>
                <a:ext cx="1050925" cy="553720"/>
              </a:xfrm>
              <a:prstGeom prst="rect">
                <a:avLst/>
              </a:prstGeom>
              <a:blipFill rotWithShape="1">
                <a:blip r:embed="rId11"/>
                <a:stretch>
                  <a:fillRect l="-34" t="-57" r="-6129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235737" y="2328515"/>
                <a:ext cx="11283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737" y="2328515"/>
                <a:ext cx="1128395" cy="553720"/>
              </a:xfrm>
              <a:prstGeom prst="rect">
                <a:avLst/>
              </a:prstGeom>
              <a:blipFill rotWithShape="1">
                <a:blip r:embed="rId12"/>
                <a:stretch>
                  <a:fillRect l="-14" t="-109" r="-6120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7294102" y="499310"/>
                <a:ext cx="313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102" y="499310"/>
                <a:ext cx="313055" cy="553720"/>
              </a:xfrm>
              <a:prstGeom prst="rect">
                <a:avLst/>
              </a:prstGeom>
              <a:blipFill rotWithShape="1">
                <a:blip r:embed="rId13"/>
                <a:stretch>
                  <a:fillRect l="-157" t="-36" r="-22967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7666030" y="526618"/>
                <a:ext cx="2599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030" y="526618"/>
                <a:ext cx="2599055" cy="553720"/>
              </a:xfrm>
              <a:prstGeom prst="rect">
                <a:avLst/>
              </a:prstGeom>
              <a:blipFill rotWithShape="1">
                <a:blip r:embed="rId14"/>
                <a:stretch>
                  <a:fillRect l="-12" t="-37" r="-2187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7060442" y="6438269"/>
                <a:ext cx="194183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442" y="6438269"/>
                <a:ext cx="1941830" cy="553720"/>
              </a:xfrm>
              <a:prstGeom prst="rect">
                <a:avLst/>
              </a:prstGeom>
              <a:blipFill rotWithShape="1">
                <a:blip r:embed="rId15"/>
                <a:stretch>
                  <a:fillRect l="-26" t="-1" r="-3211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65820" y="3891636"/>
            <a:ext cx="1585913" cy="342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流程圖: 磁碟 32"/>
              <p:cNvSpPr/>
              <p:nvPr/>
            </p:nvSpPr>
            <p:spPr>
              <a:xfrm>
                <a:off x="6553250" y="4821387"/>
                <a:ext cx="933387" cy="972086"/>
              </a:xfrm>
              <a:prstGeom prst="flowChartMagneticDisk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3" name="流程圖: 磁碟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50" y="4821387"/>
                <a:ext cx="933387" cy="972086"/>
              </a:xfrm>
              <a:prstGeom prst="flowChartMagneticDisk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7753181" y="4492943"/>
            <a:ext cx="1700948" cy="37193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8249096" y="4264095"/>
                <a:ext cx="1149350" cy="6280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096" y="4264095"/>
                <a:ext cx="1149350" cy="628015"/>
              </a:xfrm>
              <a:prstGeom prst="rect">
                <a:avLst/>
              </a:prstGeom>
              <a:blipFill rotWithShape="1">
                <a:blip r:embed="rId18"/>
                <a:stretch>
                  <a:fillRect l="-39" t="-11" r="-6591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7590179" y="5626295"/>
                <a:ext cx="1360170" cy="6280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179" y="5626295"/>
                <a:ext cx="1360170" cy="628015"/>
              </a:xfrm>
              <a:prstGeom prst="rect">
                <a:avLst/>
              </a:prstGeom>
              <a:blipFill rotWithShape="1">
                <a:blip r:embed="rId19"/>
                <a:stretch>
                  <a:fillRect l="-2" t="-31" r="-5554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7590179" y="4310874"/>
                <a:ext cx="26987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179" y="4310874"/>
                <a:ext cx="269875" cy="553720"/>
              </a:xfrm>
              <a:prstGeom prst="rect">
                <a:avLst/>
              </a:prstGeom>
              <a:blipFill rotWithShape="1">
                <a:blip r:embed="rId20"/>
                <a:stretch>
                  <a:fillRect l="-9" t="-89" r="-26579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 bldLvl="0" animBg="1"/>
      <p:bldP spid="25" grpId="0"/>
      <p:bldP spid="29" grpId="0"/>
      <p:bldP spid="30" grpId="0"/>
      <p:bldP spid="32" grpId="0"/>
      <p:bldP spid="27" grpId="0"/>
      <p:bldP spid="31" grpId="0"/>
      <p:bldP spid="33" grpId="0" bldLvl="0" animBg="1"/>
      <p:bldP spid="18" grpId="0"/>
      <p:bldP spid="34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LSTM - Example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4124613" y="342716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124613" y="5832899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481299" y="3345621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299" y="3345621"/>
                <a:ext cx="499110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46" t="-80" r="-15603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3481299" y="3975957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299" y="3975957"/>
                <a:ext cx="504825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45" t="-40" r="-14797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3494070" y="4659362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070" y="4659362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59" t="-66" r="-14783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3570699" y="5850077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699" y="5850077"/>
                <a:ext cx="31178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30" t="-83" r="-23595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/>
          <p:cNvSpPr txBox="1"/>
          <p:nvPr/>
        </p:nvSpPr>
        <p:spPr>
          <a:xfrm>
            <a:off x="5340938" y="342716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340938" y="5832899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554028" y="342716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6554028" y="5832899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27" name="文字方塊 26"/>
          <p:cNvSpPr txBox="1"/>
          <p:nvPr/>
        </p:nvSpPr>
        <p:spPr>
          <a:xfrm>
            <a:off x="7767119" y="342716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7767119" y="5832899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8980209" y="342716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8980209" y="5832899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31" name="文字方塊 30"/>
          <p:cNvSpPr txBox="1"/>
          <p:nvPr/>
        </p:nvSpPr>
        <p:spPr>
          <a:xfrm>
            <a:off x="10139795" y="341780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0139795" y="5823537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33" name="文字方塊 32"/>
          <p:cNvSpPr txBox="1"/>
          <p:nvPr/>
        </p:nvSpPr>
        <p:spPr>
          <a:xfrm>
            <a:off x="11320892" y="341780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1320892" y="5823537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35" name="文字方塊 34"/>
          <p:cNvSpPr txBox="1"/>
          <p:nvPr/>
        </p:nvSpPr>
        <p:spPr>
          <a:xfrm>
            <a:off x="12387393" y="3436242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2387393" y="5841975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13492865" y="341780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13492865" y="5823537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6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4296069" y="7084398"/>
            <a:ext cx="111268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When x</a:t>
            </a:r>
            <a:r>
              <a:rPr lang="en-US" altLang="zh-TW" sz="3600" baseline="-25000" dirty="0"/>
              <a:t>2</a:t>
            </a:r>
            <a:r>
              <a:rPr lang="en-US" altLang="zh-TW" sz="3600" dirty="0"/>
              <a:t> = 1, add the numbers of x</a:t>
            </a:r>
            <a:r>
              <a:rPr lang="en-US" altLang="zh-TW" sz="3600" baseline="-25000" dirty="0"/>
              <a:t>1</a:t>
            </a:r>
            <a:r>
              <a:rPr lang="en-US" altLang="zh-TW" sz="3600" dirty="0"/>
              <a:t> into the memory</a:t>
            </a:r>
            <a:endParaRPr lang="zh-TW" altLang="en-US" sz="3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295340" y="8716455"/>
            <a:ext cx="975647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When x</a:t>
            </a:r>
            <a:r>
              <a:rPr lang="en-US" altLang="zh-TW" sz="3600" baseline="-25000" dirty="0"/>
              <a:t>3</a:t>
            </a:r>
            <a:r>
              <a:rPr lang="en-US" altLang="zh-TW" sz="3600" dirty="0"/>
              <a:t> = 1, output the number in the memory.</a:t>
            </a:r>
            <a:endParaRPr lang="zh-TW" altLang="en-US" sz="3600" dirty="0"/>
          </a:p>
        </p:txBody>
      </p:sp>
      <p:sp>
        <p:nvSpPr>
          <p:cNvPr id="4" name="矩形 3"/>
          <p:cNvSpPr/>
          <p:nvPr/>
        </p:nvSpPr>
        <p:spPr>
          <a:xfrm>
            <a:off x="5454000" y="406187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矩形 39"/>
          <p:cNvSpPr/>
          <p:nvPr/>
        </p:nvSpPr>
        <p:spPr>
          <a:xfrm>
            <a:off x="7864166" y="406187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矩形 40"/>
          <p:cNvSpPr/>
          <p:nvPr/>
        </p:nvSpPr>
        <p:spPr>
          <a:xfrm>
            <a:off x="12484440" y="4070817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矩形 41"/>
          <p:cNvSpPr/>
          <p:nvPr/>
        </p:nvSpPr>
        <p:spPr>
          <a:xfrm>
            <a:off x="10236842" y="4623479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3589912" y="4623479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236842" y="5902082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3589912" y="5902082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57545" y="2895678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矩形 50"/>
          <p:cNvSpPr/>
          <p:nvPr/>
        </p:nvSpPr>
        <p:spPr>
          <a:xfrm>
            <a:off x="5475668" y="2895678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2" name="矩形 51"/>
          <p:cNvSpPr/>
          <p:nvPr/>
        </p:nvSpPr>
        <p:spPr>
          <a:xfrm>
            <a:off x="6693791" y="2895678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55" name="矩形 54"/>
          <p:cNvSpPr/>
          <p:nvPr/>
        </p:nvSpPr>
        <p:spPr>
          <a:xfrm>
            <a:off x="7911914" y="2895678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60" name="矩形 59"/>
          <p:cNvSpPr/>
          <p:nvPr/>
        </p:nvSpPr>
        <p:spPr>
          <a:xfrm>
            <a:off x="9130037" y="2895678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7</a:t>
            </a:r>
            <a:endParaRPr lang="zh-TW" altLang="en-US" sz="3600" dirty="0"/>
          </a:p>
        </p:txBody>
      </p:sp>
      <p:sp>
        <p:nvSpPr>
          <p:cNvPr id="61" name="矩形 60"/>
          <p:cNvSpPr/>
          <p:nvPr/>
        </p:nvSpPr>
        <p:spPr>
          <a:xfrm>
            <a:off x="10258509" y="2886317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7</a:t>
            </a:r>
            <a:endParaRPr lang="zh-TW" altLang="en-US" sz="3600" dirty="0"/>
          </a:p>
        </p:txBody>
      </p:sp>
      <p:sp>
        <p:nvSpPr>
          <p:cNvPr id="62" name="矩形 61"/>
          <p:cNvSpPr/>
          <p:nvPr/>
        </p:nvSpPr>
        <p:spPr>
          <a:xfrm>
            <a:off x="11439608" y="2886317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7</a:t>
            </a:r>
            <a:endParaRPr lang="zh-TW" altLang="en-US" sz="3600" dirty="0"/>
          </a:p>
        </p:txBody>
      </p:sp>
      <p:sp>
        <p:nvSpPr>
          <p:cNvPr id="63" name="矩形 62"/>
          <p:cNvSpPr/>
          <p:nvPr/>
        </p:nvSpPr>
        <p:spPr>
          <a:xfrm>
            <a:off x="12484440" y="2904755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4" name="矩形 63"/>
          <p:cNvSpPr/>
          <p:nvPr/>
        </p:nvSpPr>
        <p:spPr>
          <a:xfrm>
            <a:off x="13589912" y="2886317"/>
            <a:ext cx="435428" cy="435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6</a:t>
            </a:r>
            <a:endParaRPr lang="zh-TW" altLang="en-US" sz="36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4296069" y="7900427"/>
            <a:ext cx="1112688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When x</a:t>
            </a:r>
            <a:r>
              <a:rPr lang="en-US" altLang="zh-TW" sz="3600" baseline="-25000" dirty="0"/>
              <a:t>2</a:t>
            </a:r>
            <a:r>
              <a:rPr lang="en-US" altLang="zh-TW" sz="3600" dirty="0"/>
              <a:t> = -1, reset the memory</a:t>
            </a:r>
            <a:endParaRPr lang="zh-TW" altLang="en-US" sz="3600" dirty="0"/>
          </a:p>
        </p:txBody>
      </p:sp>
      <p:sp>
        <p:nvSpPr>
          <p:cNvPr id="47" name="矩形 46"/>
          <p:cNvSpPr/>
          <p:nvPr/>
        </p:nvSpPr>
        <p:spPr>
          <a:xfrm>
            <a:off x="11427492" y="4061871"/>
            <a:ext cx="478766" cy="52473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9" grpId="0" bldLvl="0" animBg="1"/>
      <p:bldP spid="12" grpId="0"/>
      <p:bldP spid="18" grpId="0"/>
      <p:bldP spid="19" grpId="0"/>
      <p:bldP spid="20" grpId="0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 bldLvl="0" animBg="1"/>
      <p:bldP spid="3" grpId="0"/>
      <p:bldP spid="39" grpId="0"/>
      <p:bldP spid="4" grpId="0" bldLvl="0" animBg="1"/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5" grpId="0" bldLvl="0" animBg="1"/>
      <p:bldP spid="51" grpId="0" bldLvl="0" animBg="1"/>
      <p:bldP spid="52" grpId="0" bldLvl="0" animBg="1"/>
      <p:bldP spid="55" grpId="0" bldLvl="0" animBg="1"/>
      <p:bldP spid="60" grpId="0" bldLvl="0" animBg="1"/>
      <p:bldP spid="61" grpId="0" bldLvl="0" animBg="1"/>
      <p:bldP spid="62" grpId="0" bldLvl="0" animBg="1"/>
      <p:bldP spid="63" grpId="0" bldLvl="0" animBg="1"/>
      <p:bldP spid="64" grpId="0" bldLvl="0" animBg="1"/>
      <p:bldP spid="65" grpId="0"/>
      <p:bldP spid="4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文字方塊 115"/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108341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67" name="文字方塊 66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69" name="群組 68"/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70" name="文字方塊 69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1</a:t>
            </a:r>
            <a:endParaRPr lang="zh-TW" altLang="en-US" sz="3600" baseline="-250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2</a:t>
            </a:r>
            <a:endParaRPr lang="zh-TW" altLang="en-US" sz="3600" baseline="-250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-25000" dirty="0"/>
              <a:t>3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7" name="直線單箭頭接點 6"/>
          <p:cNvCxnSpPr>
            <a:cxnSpLocks/>
            <a:stCxn id="82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cxnSpLocks/>
            <a:stCxn id="83" idx="3"/>
            <a:endCxn id="71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cxnSpLocks/>
            <a:stCxn id="84" idx="3"/>
            <a:endCxn id="71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cxnSpLocks/>
            <a:stCxn id="79" idx="3"/>
            <a:endCxn id="68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cxnSpLocks/>
            <a:stCxn id="80" idx="3"/>
            <a:endCxn id="68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cxnSpLocks/>
            <a:stCxn id="81" idx="3"/>
            <a:endCxn id="68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cxnSpLocks/>
            <a:stCxn id="85" idx="1"/>
            <a:endCxn id="75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cxnSpLocks/>
            <a:stCxn id="86" idx="1"/>
            <a:endCxn id="75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cxnSpLocks/>
            <a:stCxn id="87" idx="1"/>
            <a:endCxn id="75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05" name="文字方塊 104"/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106" name="文字方塊 105"/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107" name="文字方塊 106"/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cxnSpLocks/>
            <a:endCxn id="75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cxnSpLocks/>
            <a:stCxn id="106" idx="3"/>
            <a:endCxn id="68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cxnSpLocks/>
            <a:stCxn id="107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字方塊 141"/>
          <p:cNvSpPr txBox="1"/>
          <p:nvPr/>
        </p:nvSpPr>
        <p:spPr>
          <a:xfrm>
            <a:off x="7071417" y="4019280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0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bldLvl="0" animBg="1"/>
      <p:bldP spid="142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11912829" y="7816481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4" name="矩形 133"/>
          <p:cNvSpPr/>
          <p:nvPr/>
        </p:nvSpPr>
        <p:spPr>
          <a:xfrm>
            <a:off x="108341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7304089" y="606319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3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5729028" y="512935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7317105" y="5168999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3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8121282" y="432352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7087533" y="3995670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7094193" y="3983969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3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394367" y="1828482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3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5436772" y="187194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221320" y="17253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文字方塊 115">
            <a:extLst>
              <a:ext uri="{FF2B5EF4-FFF2-40B4-BE49-F238E27FC236}">
                <a16:creationId xmlns:a16="http://schemas.microsoft.com/office/drawing/2014/main" id="{7B3B34F8-C412-C6BE-5635-19A3A59BCA1F}"/>
              </a:ext>
            </a:extLst>
          </p:cNvPr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字方塊 116">
            <a:extLst>
              <a:ext uri="{FF2B5EF4-FFF2-40B4-BE49-F238E27FC236}">
                <a16:creationId xmlns:a16="http://schemas.microsoft.com/office/drawing/2014/main" id="{D512F9D2-0561-FC7F-4DFD-162EAC09D4C7}"/>
              </a:ext>
            </a:extLst>
          </p:cNvPr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8" name="群組 65">
            <a:extLst>
              <a:ext uri="{FF2B5EF4-FFF2-40B4-BE49-F238E27FC236}">
                <a16:creationId xmlns:a16="http://schemas.microsoft.com/office/drawing/2014/main" id="{7DB89D8C-9BE0-9814-51BE-C8600B0CAFB2}"/>
              </a:ext>
            </a:extLst>
          </p:cNvPr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9" name="文字方塊 66">
              <a:extLst>
                <a:ext uri="{FF2B5EF4-FFF2-40B4-BE49-F238E27FC236}">
                  <a16:creationId xmlns:a16="http://schemas.microsoft.com/office/drawing/2014/main" id="{F4047771-5E4A-9A9E-88CD-5D3D810EF5BB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0" name="文字方塊 67">
              <a:extLst>
                <a:ext uri="{FF2B5EF4-FFF2-40B4-BE49-F238E27FC236}">
                  <a16:creationId xmlns:a16="http://schemas.microsoft.com/office/drawing/2014/main" id="{325661CB-549A-E8F1-4CF2-8ADBABDFEF0E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1" name="群組 68">
            <a:extLst>
              <a:ext uri="{FF2B5EF4-FFF2-40B4-BE49-F238E27FC236}">
                <a16:creationId xmlns:a16="http://schemas.microsoft.com/office/drawing/2014/main" id="{C4321772-7DC1-926E-3399-5A991935176D}"/>
              </a:ext>
            </a:extLst>
          </p:cNvPr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13" name="文字方塊 69">
              <a:extLst>
                <a:ext uri="{FF2B5EF4-FFF2-40B4-BE49-F238E27FC236}">
                  <a16:creationId xmlns:a16="http://schemas.microsoft.com/office/drawing/2014/main" id="{AB4CFBA2-7B4A-7CB0-4A62-774B3BCAF116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4" name="文字方塊 70">
              <a:extLst>
                <a:ext uri="{FF2B5EF4-FFF2-40B4-BE49-F238E27FC236}">
                  <a16:creationId xmlns:a16="http://schemas.microsoft.com/office/drawing/2014/main" id="{94A2B245-D31B-41FD-5CD4-D5DB5E1233D0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5" name="群組 71">
            <a:extLst>
              <a:ext uri="{FF2B5EF4-FFF2-40B4-BE49-F238E27FC236}">
                <a16:creationId xmlns:a16="http://schemas.microsoft.com/office/drawing/2014/main" id="{F1392BE2-F3EC-A832-1DA2-3601CFA3962E}"/>
              </a:ext>
            </a:extLst>
          </p:cNvPr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16" name="文字方塊 73">
              <a:extLst>
                <a:ext uri="{FF2B5EF4-FFF2-40B4-BE49-F238E27FC236}">
                  <a16:creationId xmlns:a16="http://schemas.microsoft.com/office/drawing/2014/main" id="{52039C0E-95EE-DAD8-D891-B80912AB0429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7" name="文字方塊 74">
              <a:extLst>
                <a:ext uri="{FF2B5EF4-FFF2-40B4-BE49-F238E27FC236}">
                  <a16:creationId xmlns:a16="http://schemas.microsoft.com/office/drawing/2014/main" id="{BD0E6358-0599-D380-6928-F012365011F7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18" name="文字方塊 78">
            <a:extLst>
              <a:ext uri="{FF2B5EF4-FFF2-40B4-BE49-F238E27FC236}">
                <a16:creationId xmlns:a16="http://schemas.microsoft.com/office/drawing/2014/main" id="{A892FBB2-DCEB-079D-0C5C-4C4FA260F021}"/>
              </a:ext>
            </a:extLst>
          </p:cNvPr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19" name="文字方塊 79">
            <a:extLst>
              <a:ext uri="{FF2B5EF4-FFF2-40B4-BE49-F238E27FC236}">
                <a16:creationId xmlns:a16="http://schemas.microsoft.com/office/drawing/2014/main" id="{73428033-D873-F89E-3DBA-4E5E449CA42C}"/>
              </a:ext>
            </a:extLst>
          </p:cNvPr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0" name="文字方塊 80">
            <a:extLst>
              <a:ext uri="{FF2B5EF4-FFF2-40B4-BE49-F238E27FC236}">
                <a16:creationId xmlns:a16="http://schemas.microsoft.com/office/drawing/2014/main" id="{303E8710-82BE-E632-8A96-93F404A0E330}"/>
              </a:ext>
            </a:extLst>
          </p:cNvPr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1" name="文字方塊 81">
            <a:extLst>
              <a:ext uri="{FF2B5EF4-FFF2-40B4-BE49-F238E27FC236}">
                <a16:creationId xmlns:a16="http://schemas.microsoft.com/office/drawing/2014/main" id="{91B7D8C8-A23F-B3FE-ACF5-B9237BE458A2}"/>
              </a:ext>
            </a:extLst>
          </p:cNvPr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22" name="文字方塊 82">
            <a:extLst>
              <a:ext uri="{FF2B5EF4-FFF2-40B4-BE49-F238E27FC236}">
                <a16:creationId xmlns:a16="http://schemas.microsoft.com/office/drawing/2014/main" id="{85CC6C78-D43F-D3FA-13B6-34B8EF9FE9C5}"/>
              </a:ext>
            </a:extLst>
          </p:cNvPr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3" name="文字方塊 83">
            <a:extLst>
              <a:ext uri="{FF2B5EF4-FFF2-40B4-BE49-F238E27FC236}">
                <a16:creationId xmlns:a16="http://schemas.microsoft.com/office/drawing/2014/main" id="{5FF7707A-946A-74FC-9A6D-43D9F6AA20D4}"/>
              </a:ext>
            </a:extLst>
          </p:cNvPr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4" name="文字方塊 84">
            <a:extLst>
              <a:ext uri="{FF2B5EF4-FFF2-40B4-BE49-F238E27FC236}">
                <a16:creationId xmlns:a16="http://schemas.microsoft.com/office/drawing/2014/main" id="{04D27D95-5451-6168-02F4-7C6C13784D99}"/>
              </a:ext>
            </a:extLst>
          </p:cNvPr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25" name="文字方塊 85">
            <a:extLst>
              <a:ext uri="{FF2B5EF4-FFF2-40B4-BE49-F238E27FC236}">
                <a16:creationId xmlns:a16="http://schemas.microsoft.com/office/drawing/2014/main" id="{198B17D8-10EB-2BA8-98FD-B6FB839455C7}"/>
              </a:ext>
            </a:extLst>
          </p:cNvPr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6" name="文字方塊 86">
            <a:extLst>
              <a:ext uri="{FF2B5EF4-FFF2-40B4-BE49-F238E27FC236}">
                <a16:creationId xmlns:a16="http://schemas.microsoft.com/office/drawing/2014/main" id="{9F775698-6DFE-5E48-165F-C08474E69298}"/>
              </a:ext>
            </a:extLst>
          </p:cNvPr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cxnSp>
        <p:nvCxnSpPr>
          <p:cNvPr id="27" name="直線單箭頭接點 6">
            <a:extLst>
              <a:ext uri="{FF2B5EF4-FFF2-40B4-BE49-F238E27FC236}">
                <a16:creationId xmlns:a16="http://schemas.microsoft.com/office/drawing/2014/main" id="{B8C40FD3-CBFA-8AAD-4C4B-9749CBBD750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87">
            <a:extLst>
              <a:ext uri="{FF2B5EF4-FFF2-40B4-BE49-F238E27FC236}">
                <a16:creationId xmlns:a16="http://schemas.microsoft.com/office/drawing/2014/main" id="{B65CDDD5-532C-7ABE-8430-933F517264AE}"/>
              </a:ext>
            </a:extLst>
          </p:cNvPr>
          <p:cNvCxnSpPr>
            <a:cxnSpLocks/>
            <a:stCxn id="22" idx="3"/>
            <a:endCxn id="14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88">
            <a:extLst>
              <a:ext uri="{FF2B5EF4-FFF2-40B4-BE49-F238E27FC236}">
                <a16:creationId xmlns:a16="http://schemas.microsoft.com/office/drawing/2014/main" id="{F939E897-FBD1-73E3-7283-388381933D4C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89">
            <a:extLst>
              <a:ext uri="{FF2B5EF4-FFF2-40B4-BE49-F238E27FC236}">
                <a16:creationId xmlns:a16="http://schemas.microsoft.com/office/drawing/2014/main" id="{B9C6A7FD-EB96-272F-2AB1-44365138A47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90">
            <a:extLst>
              <a:ext uri="{FF2B5EF4-FFF2-40B4-BE49-F238E27FC236}">
                <a16:creationId xmlns:a16="http://schemas.microsoft.com/office/drawing/2014/main" id="{3533A651-5078-3E0C-7E0D-D98BB20FB6A2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91">
            <a:extLst>
              <a:ext uri="{FF2B5EF4-FFF2-40B4-BE49-F238E27FC236}">
                <a16:creationId xmlns:a16="http://schemas.microsoft.com/office/drawing/2014/main" id="{B62C43F4-225B-79B0-9698-EE9CDDC0FDA1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92">
            <a:extLst>
              <a:ext uri="{FF2B5EF4-FFF2-40B4-BE49-F238E27FC236}">
                <a16:creationId xmlns:a16="http://schemas.microsoft.com/office/drawing/2014/main" id="{62895963-1D81-95E0-3122-6C2DBEE4B5A9}"/>
              </a:ext>
            </a:extLst>
          </p:cNvPr>
          <p:cNvCxnSpPr>
            <a:cxnSpLocks/>
            <a:stCxn id="24" idx="1"/>
            <a:endCxn id="17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93">
            <a:extLst>
              <a:ext uri="{FF2B5EF4-FFF2-40B4-BE49-F238E27FC236}">
                <a16:creationId xmlns:a16="http://schemas.microsoft.com/office/drawing/2014/main" id="{5B54CF42-8FD2-FFD3-200B-9D9A64F47C38}"/>
              </a:ext>
            </a:extLst>
          </p:cNvPr>
          <p:cNvCxnSpPr>
            <a:cxnSpLocks/>
            <a:stCxn id="25" idx="1"/>
            <a:endCxn id="17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94">
            <a:extLst>
              <a:ext uri="{FF2B5EF4-FFF2-40B4-BE49-F238E27FC236}">
                <a16:creationId xmlns:a16="http://schemas.microsoft.com/office/drawing/2014/main" id="{8933234D-008D-EDC8-54ED-7D85549B1F77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100">
            <a:extLst>
              <a:ext uri="{FF2B5EF4-FFF2-40B4-BE49-F238E27FC236}">
                <a16:creationId xmlns:a16="http://schemas.microsoft.com/office/drawing/2014/main" id="{9B4CED75-3DEB-0883-5A75-AAA10F25E74A}"/>
              </a:ext>
            </a:extLst>
          </p:cNvPr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101">
            <a:extLst>
              <a:ext uri="{FF2B5EF4-FFF2-40B4-BE49-F238E27FC236}">
                <a16:creationId xmlns:a16="http://schemas.microsoft.com/office/drawing/2014/main" id="{D52414B0-556B-7C86-6A49-891CE408E5CF}"/>
              </a:ext>
            </a:extLst>
          </p:cNvPr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文字方塊 102">
            <a:extLst>
              <a:ext uri="{FF2B5EF4-FFF2-40B4-BE49-F238E27FC236}">
                <a16:creationId xmlns:a16="http://schemas.microsoft.com/office/drawing/2014/main" id="{BED6AFD0-3E28-2F8D-34D6-E3CD02A3587E}"/>
              </a:ext>
            </a:extLst>
          </p:cNvPr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文字方塊 104">
            <a:extLst>
              <a:ext uri="{FF2B5EF4-FFF2-40B4-BE49-F238E27FC236}">
                <a16:creationId xmlns:a16="http://schemas.microsoft.com/office/drawing/2014/main" id="{ED4F3079-A409-51B5-5C21-0564F4AC60F2}"/>
              </a:ext>
            </a:extLst>
          </p:cNvPr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0" name="文字方塊 105">
            <a:extLst>
              <a:ext uri="{FF2B5EF4-FFF2-40B4-BE49-F238E27FC236}">
                <a16:creationId xmlns:a16="http://schemas.microsoft.com/office/drawing/2014/main" id="{5BF29926-E53C-2D5D-49B5-F731127FC7B3}"/>
              </a:ext>
            </a:extLst>
          </p:cNvPr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1" name="文字方塊 106">
            <a:extLst>
              <a:ext uri="{FF2B5EF4-FFF2-40B4-BE49-F238E27FC236}">
                <a16:creationId xmlns:a16="http://schemas.microsoft.com/office/drawing/2014/main" id="{DE7CF392-0535-08C8-5F61-EA8B906F5C25}"/>
              </a:ext>
            </a:extLst>
          </p:cNvPr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42" name="直線單箭頭接點 108">
            <a:extLst>
              <a:ext uri="{FF2B5EF4-FFF2-40B4-BE49-F238E27FC236}">
                <a16:creationId xmlns:a16="http://schemas.microsoft.com/office/drawing/2014/main" id="{3F30AF0C-9AFC-3378-1D18-F3F1A18EF471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109">
            <a:extLst>
              <a:ext uri="{FF2B5EF4-FFF2-40B4-BE49-F238E27FC236}">
                <a16:creationId xmlns:a16="http://schemas.microsoft.com/office/drawing/2014/main" id="{B6132C04-64BB-6CFA-FDF1-46505A12D553}"/>
              </a:ext>
            </a:extLst>
          </p:cNvPr>
          <p:cNvCxnSpPr>
            <a:cxnSpLocks/>
            <a:stCxn id="40" idx="3"/>
            <a:endCxn id="10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110">
            <a:extLst>
              <a:ext uri="{FF2B5EF4-FFF2-40B4-BE49-F238E27FC236}">
                <a16:creationId xmlns:a16="http://schemas.microsoft.com/office/drawing/2014/main" id="{7E6E4997-1CE9-DD04-29DE-D0B995E51F9B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113">
            <a:extLst>
              <a:ext uri="{FF2B5EF4-FFF2-40B4-BE49-F238E27FC236}">
                <a16:creationId xmlns:a16="http://schemas.microsoft.com/office/drawing/2014/main" id="{0BE8A4A7-C98F-2AFD-5D15-AA181995C6D5}"/>
              </a:ext>
            </a:extLst>
          </p:cNvPr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2" name="文字方塊 114">
            <a:extLst>
              <a:ext uri="{FF2B5EF4-FFF2-40B4-BE49-F238E27FC236}">
                <a16:creationId xmlns:a16="http://schemas.microsoft.com/office/drawing/2014/main" id="{39B5EBDC-E162-78EC-B78A-25B646D156D9}"/>
              </a:ext>
            </a:extLst>
          </p:cNvPr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文字方塊 118">
            <a:extLst>
              <a:ext uri="{FF2B5EF4-FFF2-40B4-BE49-F238E27FC236}">
                <a16:creationId xmlns:a16="http://schemas.microsoft.com/office/drawing/2014/main" id="{DB98C681-2347-2799-1099-2911A74925A7}"/>
              </a:ext>
            </a:extLst>
          </p:cNvPr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4" name="文字方塊 119">
            <a:extLst>
              <a:ext uri="{FF2B5EF4-FFF2-40B4-BE49-F238E27FC236}">
                <a16:creationId xmlns:a16="http://schemas.microsoft.com/office/drawing/2014/main" id="{1611B363-7F32-C478-5155-6A8C49EE41E5}"/>
              </a:ext>
            </a:extLst>
          </p:cNvPr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0">
            <a:extLst>
              <a:ext uri="{FF2B5EF4-FFF2-40B4-BE49-F238E27FC236}">
                <a16:creationId xmlns:a16="http://schemas.microsoft.com/office/drawing/2014/main" id="{FDCC42D7-645B-68A3-7E5D-9CE34030E6E9}"/>
              </a:ext>
            </a:extLst>
          </p:cNvPr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文字方塊 121">
            <a:extLst>
              <a:ext uri="{FF2B5EF4-FFF2-40B4-BE49-F238E27FC236}">
                <a16:creationId xmlns:a16="http://schemas.microsoft.com/office/drawing/2014/main" id="{0569BB66-D3F1-0069-E91C-18CD504DDD54}"/>
              </a:ext>
            </a:extLst>
          </p:cNvPr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7" name="文字方塊 122">
            <a:extLst>
              <a:ext uri="{FF2B5EF4-FFF2-40B4-BE49-F238E27FC236}">
                <a16:creationId xmlns:a16="http://schemas.microsoft.com/office/drawing/2014/main" id="{BE01FFC7-E467-6576-74EC-401DCC848AEE}"/>
              </a:ext>
            </a:extLst>
          </p:cNvPr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bldLvl="0" animBg="1"/>
      <p:bldP spid="134" grpId="0" bldLvl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3" grpId="0" bldLvl="0" animBg="1"/>
      <p:bldP spid="144" grpId="0" bldLvl="0" animBg="1"/>
      <p:bldP spid="144" grpId="1" bldLvl="0" animBg="1"/>
      <p:bldP spid="145" grpId="0"/>
      <p:bldP spid="145" grpId="1"/>
      <p:bldP spid="146" grpId="0"/>
      <p:bldP spid="14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12928829" y="7816481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4" name="矩形 133"/>
          <p:cNvSpPr/>
          <p:nvPr/>
        </p:nvSpPr>
        <p:spPr>
          <a:xfrm>
            <a:off x="118882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7304089" y="606319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4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5729028" y="512935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7317105" y="5168999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4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8121282" y="432352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7087533" y="3995670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7082340" y="4012580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394367" y="1828482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5436772" y="187194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221320" y="17253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文字方塊 115">
            <a:extLst>
              <a:ext uri="{FF2B5EF4-FFF2-40B4-BE49-F238E27FC236}">
                <a16:creationId xmlns:a16="http://schemas.microsoft.com/office/drawing/2014/main" id="{7B3B34F8-C412-C6BE-5635-19A3A59BCA1F}"/>
              </a:ext>
            </a:extLst>
          </p:cNvPr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字方塊 116">
            <a:extLst>
              <a:ext uri="{FF2B5EF4-FFF2-40B4-BE49-F238E27FC236}">
                <a16:creationId xmlns:a16="http://schemas.microsoft.com/office/drawing/2014/main" id="{D512F9D2-0561-FC7F-4DFD-162EAC09D4C7}"/>
              </a:ext>
            </a:extLst>
          </p:cNvPr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8" name="群組 65">
            <a:extLst>
              <a:ext uri="{FF2B5EF4-FFF2-40B4-BE49-F238E27FC236}">
                <a16:creationId xmlns:a16="http://schemas.microsoft.com/office/drawing/2014/main" id="{7DB89D8C-9BE0-9814-51BE-C8600B0CAFB2}"/>
              </a:ext>
            </a:extLst>
          </p:cNvPr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9" name="文字方塊 66">
              <a:extLst>
                <a:ext uri="{FF2B5EF4-FFF2-40B4-BE49-F238E27FC236}">
                  <a16:creationId xmlns:a16="http://schemas.microsoft.com/office/drawing/2014/main" id="{F4047771-5E4A-9A9E-88CD-5D3D810EF5BB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0" name="文字方塊 67">
              <a:extLst>
                <a:ext uri="{FF2B5EF4-FFF2-40B4-BE49-F238E27FC236}">
                  <a16:creationId xmlns:a16="http://schemas.microsoft.com/office/drawing/2014/main" id="{325661CB-549A-E8F1-4CF2-8ADBABDFEF0E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1" name="群組 68">
            <a:extLst>
              <a:ext uri="{FF2B5EF4-FFF2-40B4-BE49-F238E27FC236}">
                <a16:creationId xmlns:a16="http://schemas.microsoft.com/office/drawing/2014/main" id="{C4321772-7DC1-926E-3399-5A991935176D}"/>
              </a:ext>
            </a:extLst>
          </p:cNvPr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13" name="文字方塊 69">
              <a:extLst>
                <a:ext uri="{FF2B5EF4-FFF2-40B4-BE49-F238E27FC236}">
                  <a16:creationId xmlns:a16="http://schemas.microsoft.com/office/drawing/2014/main" id="{AB4CFBA2-7B4A-7CB0-4A62-774B3BCAF116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4" name="文字方塊 70">
              <a:extLst>
                <a:ext uri="{FF2B5EF4-FFF2-40B4-BE49-F238E27FC236}">
                  <a16:creationId xmlns:a16="http://schemas.microsoft.com/office/drawing/2014/main" id="{94A2B245-D31B-41FD-5CD4-D5DB5E1233D0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5" name="群組 71">
            <a:extLst>
              <a:ext uri="{FF2B5EF4-FFF2-40B4-BE49-F238E27FC236}">
                <a16:creationId xmlns:a16="http://schemas.microsoft.com/office/drawing/2014/main" id="{F1392BE2-F3EC-A832-1DA2-3601CFA3962E}"/>
              </a:ext>
            </a:extLst>
          </p:cNvPr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16" name="文字方塊 73">
              <a:extLst>
                <a:ext uri="{FF2B5EF4-FFF2-40B4-BE49-F238E27FC236}">
                  <a16:creationId xmlns:a16="http://schemas.microsoft.com/office/drawing/2014/main" id="{52039C0E-95EE-DAD8-D891-B80912AB0429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7" name="文字方塊 74">
              <a:extLst>
                <a:ext uri="{FF2B5EF4-FFF2-40B4-BE49-F238E27FC236}">
                  <a16:creationId xmlns:a16="http://schemas.microsoft.com/office/drawing/2014/main" id="{BD0E6358-0599-D380-6928-F012365011F7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18" name="文字方塊 78">
            <a:extLst>
              <a:ext uri="{FF2B5EF4-FFF2-40B4-BE49-F238E27FC236}">
                <a16:creationId xmlns:a16="http://schemas.microsoft.com/office/drawing/2014/main" id="{A892FBB2-DCEB-079D-0C5C-4C4FA260F021}"/>
              </a:ext>
            </a:extLst>
          </p:cNvPr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baseline="-25000" dirty="0"/>
          </a:p>
        </p:txBody>
      </p:sp>
      <p:sp>
        <p:nvSpPr>
          <p:cNvPr id="19" name="文字方塊 79">
            <a:extLst>
              <a:ext uri="{FF2B5EF4-FFF2-40B4-BE49-F238E27FC236}">
                <a16:creationId xmlns:a16="http://schemas.microsoft.com/office/drawing/2014/main" id="{73428033-D873-F89E-3DBA-4E5E449CA42C}"/>
              </a:ext>
            </a:extLst>
          </p:cNvPr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0" name="文字方塊 80">
            <a:extLst>
              <a:ext uri="{FF2B5EF4-FFF2-40B4-BE49-F238E27FC236}">
                <a16:creationId xmlns:a16="http://schemas.microsoft.com/office/drawing/2014/main" id="{303E8710-82BE-E632-8A96-93F404A0E330}"/>
              </a:ext>
            </a:extLst>
          </p:cNvPr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1" name="文字方塊 81">
            <a:extLst>
              <a:ext uri="{FF2B5EF4-FFF2-40B4-BE49-F238E27FC236}">
                <a16:creationId xmlns:a16="http://schemas.microsoft.com/office/drawing/2014/main" id="{91B7D8C8-A23F-B3FE-ACF5-B9237BE458A2}"/>
              </a:ext>
            </a:extLst>
          </p:cNvPr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baseline="-25000" dirty="0"/>
          </a:p>
        </p:txBody>
      </p:sp>
      <p:sp>
        <p:nvSpPr>
          <p:cNvPr id="22" name="文字方塊 82">
            <a:extLst>
              <a:ext uri="{FF2B5EF4-FFF2-40B4-BE49-F238E27FC236}">
                <a16:creationId xmlns:a16="http://schemas.microsoft.com/office/drawing/2014/main" id="{85CC6C78-D43F-D3FA-13B6-34B8EF9FE9C5}"/>
              </a:ext>
            </a:extLst>
          </p:cNvPr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3" name="文字方塊 83">
            <a:extLst>
              <a:ext uri="{FF2B5EF4-FFF2-40B4-BE49-F238E27FC236}">
                <a16:creationId xmlns:a16="http://schemas.microsoft.com/office/drawing/2014/main" id="{5FF7707A-946A-74FC-9A6D-43D9F6AA20D4}"/>
              </a:ext>
            </a:extLst>
          </p:cNvPr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4" name="文字方塊 84">
            <a:extLst>
              <a:ext uri="{FF2B5EF4-FFF2-40B4-BE49-F238E27FC236}">
                <a16:creationId xmlns:a16="http://schemas.microsoft.com/office/drawing/2014/main" id="{04D27D95-5451-6168-02F4-7C6C13784D99}"/>
              </a:ext>
            </a:extLst>
          </p:cNvPr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baseline="-25000" dirty="0"/>
          </a:p>
        </p:txBody>
      </p:sp>
      <p:sp>
        <p:nvSpPr>
          <p:cNvPr id="25" name="文字方塊 85">
            <a:extLst>
              <a:ext uri="{FF2B5EF4-FFF2-40B4-BE49-F238E27FC236}">
                <a16:creationId xmlns:a16="http://schemas.microsoft.com/office/drawing/2014/main" id="{198B17D8-10EB-2BA8-98FD-B6FB839455C7}"/>
              </a:ext>
            </a:extLst>
          </p:cNvPr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6" name="文字方塊 86">
            <a:extLst>
              <a:ext uri="{FF2B5EF4-FFF2-40B4-BE49-F238E27FC236}">
                <a16:creationId xmlns:a16="http://schemas.microsoft.com/office/drawing/2014/main" id="{9F775698-6DFE-5E48-165F-C08474E69298}"/>
              </a:ext>
            </a:extLst>
          </p:cNvPr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cxnSp>
        <p:nvCxnSpPr>
          <p:cNvPr id="27" name="直線單箭頭接點 6">
            <a:extLst>
              <a:ext uri="{FF2B5EF4-FFF2-40B4-BE49-F238E27FC236}">
                <a16:creationId xmlns:a16="http://schemas.microsoft.com/office/drawing/2014/main" id="{B8C40FD3-CBFA-8AAD-4C4B-9749CBBD750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87">
            <a:extLst>
              <a:ext uri="{FF2B5EF4-FFF2-40B4-BE49-F238E27FC236}">
                <a16:creationId xmlns:a16="http://schemas.microsoft.com/office/drawing/2014/main" id="{B65CDDD5-532C-7ABE-8430-933F517264AE}"/>
              </a:ext>
            </a:extLst>
          </p:cNvPr>
          <p:cNvCxnSpPr>
            <a:cxnSpLocks/>
            <a:stCxn id="22" idx="3"/>
            <a:endCxn id="14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88">
            <a:extLst>
              <a:ext uri="{FF2B5EF4-FFF2-40B4-BE49-F238E27FC236}">
                <a16:creationId xmlns:a16="http://schemas.microsoft.com/office/drawing/2014/main" id="{F939E897-FBD1-73E3-7283-388381933D4C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89">
            <a:extLst>
              <a:ext uri="{FF2B5EF4-FFF2-40B4-BE49-F238E27FC236}">
                <a16:creationId xmlns:a16="http://schemas.microsoft.com/office/drawing/2014/main" id="{B9C6A7FD-EB96-272F-2AB1-44365138A47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90">
            <a:extLst>
              <a:ext uri="{FF2B5EF4-FFF2-40B4-BE49-F238E27FC236}">
                <a16:creationId xmlns:a16="http://schemas.microsoft.com/office/drawing/2014/main" id="{3533A651-5078-3E0C-7E0D-D98BB20FB6A2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91">
            <a:extLst>
              <a:ext uri="{FF2B5EF4-FFF2-40B4-BE49-F238E27FC236}">
                <a16:creationId xmlns:a16="http://schemas.microsoft.com/office/drawing/2014/main" id="{B62C43F4-225B-79B0-9698-EE9CDDC0FDA1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92">
            <a:extLst>
              <a:ext uri="{FF2B5EF4-FFF2-40B4-BE49-F238E27FC236}">
                <a16:creationId xmlns:a16="http://schemas.microsoft.com/office/drawing/2014/main" id="{62895963-1D81-95E0-3122-6C2DBEE4B5A9}"/>
              </a:ext>
            </a:extLst>
          </p:cNvPr>
          <p:cNvCxnSpPr>
            <a:cxnSpLocks/>
            <a:stCxn id="24" idx="1"/>
            <a:endCxn id="17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93">
            <a:extLst>
              <a:ext uri="{FF2B5EF4-FFF2-40B4-BE49-F238E27FC236}">
                <a16:creationId xmlns:a16="http://schemas.microsoft.com/office/drawing/2014/main" id="{5B54CF42-8FD2-FFD3-200B-9D9A64F47C38}"/>
              </a:ext>
            </a:extLst>
          </p:cNvPr>
          <p:cNvCxnSpPr>
            <a:cxnSpLocks/>
            <a:stCxn id="25" idx="1"/>
            <a:endCxn id="17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94">
            <a:extLst>
              <a:ext uri="{FF2B5EF4-FFF2-40B4-BE49-F238E27FC236}">
                <a16:creationId xmlns:a16="http://schemas.microsoft.com/office/drawing/2014/main" id="{8933234D-008D-EDC8-54ED-7D85549B1F77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100">
            <a:extLst>
              <a:ext uri="{FF2B5EF4-FFF2-40B4-BE49-F238E27FC236}">
                <a16:creationId xmlns:a16="http://schemas.microsoft.com/office/drawing/2014/main" id="{9B4CED75-3DEB-0883-5A75-AAA10F25E74A}"/>
              </a:ext>
            </a:extLst>
          </p:cNvPr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101">
            <a:extLst>
              <a:ext uri="{FF2B5EF4-FFF2-40B4-BE49-F238E27FC236}">
                <a16:creationId xmlns:a16="http://schemas.microsoft.com/office/drawing/2014/main" id="{D52414B0-556B-7C86-6A49-891CE408E5CF}"/>
              </a:ext>
            </a:extLst>
          </p:cNvPr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文字方塊 102">
            <a:extLst>
              <a:ext uri="{FF2B5EF4-FFF2-40B4-BE49-F238E27FC236}">
                <a16:creationId xmlns:a16="http://schemas.microsoft.com/office/drawing/2014/main" id="{BED6AFD0-3E28-2F8D-34D6-E3CD02A3587E}"/>
              </a:ext>
            </a:extLst>
          </p:cNvPr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文字方塊 104">
            <a:extLst>
              <a:ext uri="{FF2B5EF4-FFF2-40B4-BE49-F238E27FC236}">
                <a16:creationId xmlns:a16="http://schemas.microsoft.com/office/drawing/2014/main" id="{ED4F3079-A409-51B5-5C21-0564F4AC60F2}"/>
              </a:ext>
            </a:extLst>
          </p:cNvPr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0" name="文字方塊 105">
            <a:extLst>
              <a:ext uri="{FF2B5EF4-FFF2-40B4-BE49-F238E27FC236}">
                <a16:creationId xmlns:a16="http://schemas.microsoft.com/office/drawing/2014/main" id="{5BF29926-E53C-2D5D-49B5-F731127FC7B3}"/>
              </a:ext>
            </a:extLst>
          </p:cNvPr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1" name="文字方塊 106">
            <a:extLst>
              <a:ext uri="{FF2B5EF4-FFF2-40B4-BE49-F238E27FC236}">
                <a16:creationId xmlns:a16="http://schemas.microsoft.com/office/drawing/2014/main" id="{DE7CF392-0535-08C8-5F61-EA8B906F5C25}"/>
              </a:ext>
            </a:extLst>
          </p:cNvPr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42" name="直線單箭頭接點 108">
            <a:extLst>
              <a:ext uri="{FF2B5EF4-FFF2-40B4-BE49-F238E27FC236}">
                <a16:creationId xmlns:a16="http://schemas.microsoft.com/office/drawing/2014/main" id="{3F30AF0C-9AFC-3378-1D18-F3F1A18EF471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109">
            <a:extLst>
              <a:ext uri="{FF2B5EF4-FFF2-40B4-BE49-F238E27FC236}">
                <a16:creationId xmlns:a16="http://schemas.microsoft.com/office/drawing/2014/main" id="{B6132C04-64BB-6CFA-FDF1-46505A12D553}"/>
              </a:ext>
            </a:extLst>
          </p:cNvPr>
          <p:cNvCxnSpPr>
            <a:cxnSpLocks/>
            <a:stCxn id="40" idx="3"/>
            <a:endCxn id="10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110">
            <a:extLst>
              <a:ext uri="{FF2B5EF4-FFF2-40B4-BE49-F238E27FC236}">
                <a16:creationId xmlns:a16="http://schemas.microsoft.com/office/drawing/2014/main" id="{7E6E4997-1CE9-DD04-29DE-D0B995E51F9B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113">
            <a:extLst>
              <a:ext uri="{FF2B5EF4-FFF2-40B4-BE49-F238E27FC236}">
                <a16:creationId xmlns:a16="http://schemas.microsoft.com/office/drawing/2014/main" id="{0BE8A4A7-C98F-2AFD-5D15-AA181995C6D5}"/>
              </a:ext>
            </a:extLst>
          </p:cNvPr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2" name="文字方塊 114">
            <a:extLst>
              <a:ext uri="{FF2B5EF4-FFF2-40B4-BE49-F238E27FC236}">
                <a16:creationId xmlns:a16="http://schemas.microsoft.com/office/drawing/2014/main" id="{39B5EBDC-E162-78EC-B78A-25B646D156D9}"/>
              </a:ext>
            </a:extLst>
          </p:cNvPr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文字方塊 118">
            <a:extLst>
              <a:ext uri="{FF2B5EF4-FFF2-40B4-BE49-F238E27FC236}">
                <a16:creationId xmlns:a16="http://schemas.microsoft.com/office/drawing/2014/main" id="{DB98C681-2347-2799-1099-2911A74925A7}"/>
              </a:ext>
            </a:extLst>
          </p:cNvPr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4" name="文字方塊 119">
            <a:extLst>
              <a:ext uri="{FF2B5EF4-FFF2-40B4-BE49-F238E27FC236}">
                <a16:creationId xmlns:a16="http://schemas.microsoft.com/office/drawing/2014/main" id="{1611B363-7F32-C478-5155-6A8C49EE41E5}"/>
              </a:ext>
            </a:extLst>
          </p:cNvPr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0">
            <a:extLst>
              <a:ext uri="{FF2B5EF4-FFF2-40B4-BE49-F238E27FC236}">
                <a16:creationId xmlns:a16="http://schemas.microsoft.com/office/drawing/2014/main" id="{FDCC42D7-645B-68A3-7E5D-9CE34030E6E9}"/>
              </a:ext>
            </a:extLst>
          </p:cNvPr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文字方塊 121">
            <a:extLst>
              <a:ext uri="{FF2B5EF4-FFF2-40B4-BE49-F238E27FC236}">
                <a16:creationId xmlns:a16="http://schemas.microsoft.com/office/drawing/2014/main" id="{0569BB66-D3F1-0069-E91C-18CD504DDD54}"/>
              </a:ext>
            </a:extLst>
          </p:cNvPr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7" name="文字方塊 122">
            <a:extLst>
              <a:ext uri="{FF2B5EF4-FFF2-40B4-BE49-F238E27FC236}">
                <a16:creationId xmlns:a16="http://schemas.microsoft.com/office/drawing/2014/main" id="{BE01FFC7-E467-6576-74EC-401DCC848AEE}"/>
              </a:ext>
            </a:extLst>
          </p:cNvPr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46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bldLvl="0" animBg="1"/>
      <p:bldP spid="134" grpId="0" bldLvl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3" grpId="0" bldLvl="0" animBg="1"/>
      <p:bldP spid="144" grpId="0" bldLvl="0" animBg="1"/>
      <p:bldP spid="144" grpId="1" bldLvl="0" animBg="1"/>
      <p:bldP spid="145" grpId="0"/>
      <p:bldP spid="145" grpId="1"/>
      <p:bldP spid="146" grpId="0"/>
      <p:bldP spid="14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13919429" y="7816481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4" name="矩形 133"/>
          <p:cNvSpPr/>
          <p:nvPr/>
        </p:nvSpPr>
        <p:spPr>
          <a:xfrm>
            <a:off x="129042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7304089" y="606319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2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5729028" y="512935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7317105" y="5168999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8121282" y="432352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7068233" y="4024857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394367" y="1828482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5436772" y="187194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221320" y="17253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文字方塊 115">
            <a:extLst>
              <a:ext uri="{FF2B5EF4-FFF2-40B4-BE49-F238E27FC236}">
                <a16:creationId xmlns:a16="http://schemas.microsoft.com/office/drawing/2014/main" id="{7B3B34F8-C412-C6BE-5635-19A3A59BCA1F}"/>
              </a:ext>
            </a:extLst>
          </p:cNvPr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字方塊 116">
            <a:extLst>
              <a:ext uri="{FF2B5EF4-FFF2-40B4-BE49-F238E27FC236}">
                <a16:creationId xmlns:a16="http://schemas.microsoft.com/office/drawing/2014/main" id="{D512F9D2-0561-FC7F-4DFD-162EAC09D4C7}"/>
              </a:ext>
            </a:extLst>
          </p:cNvPr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8" name="群組 65">
            <a:extLst>
              <a:ext uri="{FF2B5EF4-FFF2-40B4-BE49-F238E27FC236}">
                <a16:creationId xmlns:a16="http://schemas.microsoft.com/office/drawing/2014/main" id="{7DB89D8C-9BE0-9814-51BE-C8600B0CAFB2}"/>
              </a:ext>
            </a:extLst>
          </p:cNvPr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9" name="文字方塊 66">
              <a:extLst>
                <a:ext uri="{FF2B5EF4-FFF2-40B4-BE49-F238E27FC236}">
                  <a16:creationId xmlns:a16="http://schemas.microsoft.com/office/drawing/2014/main" id="{F4047771-5E4A-9A9E-88CD-5D3D810EF5BB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0" name="文字方塊 67">
              <a:extLst>
                <a:ext uri="{FF2B5EF4-FFF2-40B4-BE49-F238E27FC236}">
                  <a16:creationId xmlns:a16="http://schemas.microsoft.com/office/drawing/2014/main" id="{325661CB-549A-E8F1-4CF2-8ADBABDFEF0E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1" name="群組 68">
            <a:extLst>
              <a:ext uri="{FF2B5EF4-FFF2-40B4-BE49-F238E27FC236}">
                <a16:creationId xmlns:a16="http://schemas.microsoft.com/office/drawing/2014/main" id="{C4321772-7DC1-926E-3399-5A991935176D}"/>
              </a:ext>
            </a:extLst>
          </p:cNvPr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13" name="文字方塊 69">
              <a:extLst>
                <a:ext uri="{FF2B5EF4-FFF2-40B4-BE49-F238E27FC236}">
                  <a16:creationId xmlns:a16="http://schemas.microsoft.com/office/drawing/2014/main" id="{AB4CFBA2-7B4A-7CB0-4A62-774B3BCAF116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4" name="文字方塊 70">
              <a:extLst>
                <a:ext uri="{FF2B5EF4-FFF2-40B4-BE49-F238E27FC236}">
                  <a16:creationId xmlns:a16="http://schemas.microsoft.com/office/drawing/2014/main" id="{94A2B245-D31B-41FD-5CD4-D5DB5E1233D0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5" name="群組 71">
            <a:extLst>
              <a:ext uri="{FF2B5EF4-FFF2-40B4-BE49-F238E27FC236}">
                <a16:creationId xmlns:a16="http://schemas.microsoft.com/office/drawing/2014/main" id="{F1392BE2-F3EC-A832-1DA2-3601CFA3962E}"/>
              </a:ext>
            </a:extLst>
          </p:cNvPr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16" name="文字方塊 73">
              <a:extLst>
                <a:ext uri="{FF2B5EF4-FFF2-40B4-BE49-F238E27FC236}">
                  <a16:creationId xmlns:a16="http://schemas.microsoft.com/office/drawing/2014/main" id="{52039C0E-95EE-DAD8-D891-B80912AB0429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7" name="文字方塊 74">
              <a:extLst>
                <a:ext uri="{FF2B5EF4-FFF2-40B4-BE49-F238E27FC236}">
                  <a16:creationId xmlns:a16="http://schemas.microsoft.com/office/drawing/2014/main" id="{BD0E6358-0599-D380-6928-F012365011F7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18" name="文字方塊 78">
            <a:extLst>
              <a:ext uri="{FF2B5EF4-FFF2-40B4-BE49-F238E27FC236}">
                <a16:creationId xmlns:a16="http://schemas.microsoft.com/office/drawing/2014/main" id="{A892FBB2-DCEB-079D-0C5C-4C4FA260F021}"/>
              </a:ext>
            </a:extLst>
          </p:cNvPr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baseline="-25000" dirty="0"/>
          </a:p>
        </p:txBody>
      </p:sp>
      <p:sp>
        <p:nvSpPr>
          <p:cNvPr id="19" name="文字方塊 79">
            <a:extLst>
              <a:ext uri="{FF2B5EF4-FFF2-40B4-BE49-F238E27FC236}">
                <a16:creationId xmlns:a16="http://schemas.microsoft.com/office/drawing/2014/main" id="{73428033-D873-F89E-3DBA-4E5E449CA42C}"/>
              </a:ext>
            </a:extLst>
          </p:cNvPr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0" name="文字方塊 80">
            <a:extLst>
              <a:ext uri="{FF2B5EF4-FFF2-40B4-BE49-F238E27FC236}">
                <a16:creationId xmlns:a16="http://schemas.microsoft.com/office/drawing/2014/main" id="{303E8710-82BE-E632-8A96-93F404A0E330}"/>
              </a:ext>
            </a:extLst>
          </p:cNvPr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1" name="文字方塊 81">
            <a:extLst>
              <a:ext uri="{FF2B5EF4-FFF2-40B4-BE49-F238E27FC236}">
                <a16:creationId xmlns:a16="http://schemas.microsoft.com/office/drawing/2014/main" id="{91B7D8C8-A23F-B3FE-ACF5-B9237BE458A2}"/>
              </a:ext>
            </a:extLst>
          </p:cNvPr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baseline="-25000" dirty="0"/>
          </a:p>
        </p:txBody>
      </p:sp>
      <p:sp>
        <p:nvSpPr>
          <p:cNvPr id="22" name="文字方塊 82">
            <a:extLst>
              <a:ext uri="{FF2B5EF4-FFF2-40B4-BE49-F238E27FC236}">
                <a16:creationId xmlns:a16="http://schemas.microsoft.com/office/drawing/2014/main" id="{85CC6C78-D43F-D3FA-13B6-34B8EF9FE9C5}"/>
              </a:ext>
            </a:extLst>
          </p:cNvPr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3" name="文字方塊 83">
            <a:extLst>
              <a:ext uri="{FF2B5EF4-FFF2-40B4-BE49-F238E27FC236}">
                <a16:creationId xmlns:a16="http://schemas.microsoft.com/office/drawing/2014/main" id="{5FF7707A-946A-74FC-9A6D-43D9F6AA20D4}"/>
              </a:ext>
            </a:extLst>
          </p:cNvPr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4" name="文字方塊 84">
            <a:extLst>
              <a:ext uri="{FF2B5EF4-FFF2-40B4-BE49-F238E27FC236}">
                <a16:creationId xmlns:a16="http://schemas.microsoft.com/office/drawing/2014/main" id="{04D27D95-5451-6168-02F4-7C6C13784D99}"/>
              </a:ext>
            </a:extLst>
          </p:cNvPr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/>
              <a:t>2</a:t>
            </a:r>
            <a:endParaRPr lang="zh-TW" altLang="en-US" sz="3600" baseline="-25000" dirty="0"/>
          </a:p>
        </p:txBody>
      </p:sp>
      <p:sp>
        <p:nvSpPr>
          <p:cNvPr id="25" name="文字方塊 85">
            <a:extLst>
              <a:ext uri="{FF2B5EF4-FFF2-40B4-BE49-F238E27FC236}">
                <a16:creationId xmlns:a16="http://schemas.microsoft.com/office/drawing/2014/main" id="{198B17D8-10EB-2BA8-98FD-B6FB839455C7}"/>
              </a:ext>
            </a:extLst>
          </p:cNvPr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6" name="文字方塊 86">
            <a:extLst>
              <a:ext uri="{FF2B5EF4-FFF2-40B4-BE49-F238E27FC236}">
                <a16:creationId xmlns:a16="http://schemas.microsoft.com/office/drawing/2014/main" id="{9F775698-6DFE-5E48-165F-C08474E69298}"/>
              </a:ext>
            </a:extLst>
          </p:cNvPr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cxnSp>
        <p:nvCxnSpPr>
          <p:cNvPr id="27" name="直線單箭頭接點 6">
            <a:extLst>
              <a:ext uri="{FF2B5EF4-FFF2-40B4-BE49-F238E27FC236}">
                <a16:creationId xmlns:a16="http://schemas.microsoft.com/office/drawing/2014/main" id="{B8C40FD3-CBFA-8AAD-4C4B-9749CBBD750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87">
            <a:extLst>
              <a:ext uri="{FF2B5EF4-FFF2-40B4-BE49-F238E27FC236}">
                <a16:creationId xmlns:a16="http://schemas.microsoft.com/office/drawing/2014/main" id="{B65CDDD5-532C-7ABE-8430-933F517264AE}"/>
              </a:ext>
            </a:extLst>
          </p:cNvPr>
          <p:cNvCxnSpPr>
            <a:cxnSpLocks/>
            <a:stCxn id="22" idx="3"/>
            <a:endCxn id="14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88">
            <a:extLst>
              <a:ext uri="{FF2B5EF4-FFF2-40B4-BE49-F238E27FC236}">
                <a16:creationId xmlns:a16="http://schemas.microsoft.com/office/drawing/2014/main" id="{F939E897-FBD1-73E3-7283-388381933D4C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89">
            <a:extLst>
              <a:ext uri="{FF2B5EF4-FFF2-40B4-BE49-F238E27FC236}">
                <a16:creationId xmlns:a16="http://schemas.microsoft.com/office/drawing/2014/main" id="{B9C6A7FD-EB96-272F-2AB1-44365138A47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90">
            <a:extLst>
              <a:ext uri="{FF2B5EF4-FFF2-40B4-BE49-F238E27FC236}">
                <a16:creationId xmlns:a16="http://schemas.microsoft.com/office/drawing/2014/main" id="{3533A651-5078-3E0C-7E0D-D98BB20FB6A2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91">
            <a:extLst>
              <a:ext uri="{FF2B5EF4-FFF2-40B4-BE49-F238E27FC236}">
                <a16:creationId xmlns:a16="http://schemas.microsoft.com/office/drawing/2014/main" id="{B62C43F4-225B-79B0-9698-EE9CDDC0FDA1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92">
            <a:extLst>
              <a:ext uri="{FF2B5EF4-FFF2-40B4-BE49-F238E27FC236}">
                <a16:creationId xmlns:a16="http://schemas.microsoft.com/office/drawing/2014/main" id="{62895963-1D81-95E0-3122-6C2DBEE4B5A9}"/>
              </a:ext>
            </a:extLst>
          </p:cNvPr>
          <p:cNvCxnSpPr>
            <a:cxnSpLocks/>
            <a:stCxn id="24" idx="1"/>
            <a:endCxn id="17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93">
            <a:extLst>
              <a:ext uri="{FF2B5EF4-FFF2-40B4-BE49-F238E27FC236}">
                <a16:creationId xmlns:a16="http://schemas.microsoft.com/office/drawing/2014/main" id="{5B54CF42-8FD2-FFD3-200B-9D9A64F47C38}"/>
              </a:ext>
            </a:extLst>
          </p:cNvPr>
          <p:cNvCxnSpPr>
            <a:cxnSpLocks/>
            <a:stCxn id="25" idx="1"/>
            <a:endCxn id="17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94">
            <a:extLst>
              <a:ext uri="{FF2B5EF4-FFF2-40B4-BE49-F238E27FC236}">
                <a16:creationId xmlns:a16="http://schemas.microsoft.com/office/drawing/2014/main" id="{8933234D-008D-EDC8-54ED-7D85549B1F77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100">
            <a:extLst>
              <a:ext uri="{FF2B5EF4-FFF2-40B4-BE49-F238E27FC236}">
                <a16:creationId xmlns:a16="http://schemas.microsoft.com/office/drawing/2014/main" id="{9B4CED75-3DEB-0883-5A75-AAA10F25E74A}"/>
              </a:ext>
            </a:extLst>
          </p:cNvPr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101">
            <a:extLst>
              <a:ext uri="{FF2B5EF4-FFF2-40B4-BE49-F238E27FC236}">
                <a16:creationId xmlns:a16="http://schemas.microsoft.com/office/drawing/2014/main" id="{D52414B0-556B-7C86-6A49-891CE408E5CF}"/>
              </a:ext>
            </a:extLst>
          </p:cNvPr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文字方塊 102">
            <a:extLst>
              <a:ext uri="{FF2B5EF4-FFF2-40B4-BE49-F238E27FC236}">
                <a16:creationId xmlns:a16="http://schemas.microsoft.com/office/drawing/2014/main" id="{BED6AFD0-3E28-2F8D-34D6-E3CD02A3587E}"/>
              </a:ext>
            </a:extLst>
          </p:cNvPr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文字方塊 104">
            <a:extLst>
              <a:ext uri="{FF2B5EF4-FFF2-40B4-BE49-F238E27FC236}">
                <a16:creationId xmlns:a16="http://schemas.microsoft.com/office/drawing/2014/main" id="{ED4F3079-A409-51B5-5C21-0564F4AC60F2}"/>
              </a:ext>
            </a:extLst>
          </p:cNvPr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0" name="文字方塊 105">
            <a:extLst>
              <a:ext uri="{FF2B5EF4-FFF2-40B4-BE49-F238E27FC236}">
                <a16:creationId xmlns:a16="http://schemas.microsoft.com/office/drawing/2014/main" id="{5BF29926-E53C-2D5D-49B5-F731127FC7B3}"/>
              </a:ext>
            </a:extLst>
          </p:cNvPr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1" name="文字方塊 106">
            <a:extLst>
              <a:ext uri="{FF2B5EF4-FFF2-40B4-BE49-F238E27FC236}">
                <a16:creationId xmlns:a16="http://schemas.microsoft.com/office/drawing/2014/main" id="{DE7CF392-0535-08C8-5F61-EA8B906F5C25}"/>
              </a:ext>
            </a:extLst>
          </p:cNvPr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42" name="直線單箭頭接點 108">
            <a:extLst>
              <a:ext uri="{FF2B5EF4-FFF2-40B4-BE49-F238E27FC236}">
                <a16:creationId xmlns:a16="http://schemas.microsoft.com/office/drawing/2014/main" id="{3F30AF0C-9AFC-3378-1D18-F3F1A18EF471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109">
            <a:extLst>
              <a:ext uri="{FF2B5EF4-FFF2-40B4-BE49-F238E27FC236}">
                <a16:creationId xmlns:a16="http://schemas.microsoft.com/office/drawing/2014/main" id="{B6132C04-64BB-6CFA-FDF1-46505A12D553}"/>
              </a:ext>
            </a:extLst>
          </p:cNvPr>
          <p:cNvCxnSpPr>
            <a:cxnSpLocks/>
            <a:stCxn id="40" idx="3"/>
            <a:endCxn id="10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110">
            <a:extLst>
              <a:ext uri="{FF2B5EF4-FFF2-40B4-BE49-F238E27FC236}">
                <a16:creationId xmlns:a16="http://schemas.microsoft.com/office/drawing/2014/main" id="{7E6E4997-1CE9-DD04-29DE-D0B995E51F9B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113">
            <a:extLst>
              <a:ext uri="{FF2B5EF4-FFF2-40B4-BE49-F238E27FC236}">
                <a16:creationId xmlns:a16="http://schemas.microsoft.com/office/drawing/2014/main" id="{0BE8A4A7-C98F-2AFD-5D15-AA181995C6D5}"/>
              </a:ext>
            </a:extLst>
          </p:cNvPr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2" name="文字方塊 114">
            <a:extLst>
              <a:ext uri="{FF2B5EF4-FFF2-40B4-BE49-F238E27FC236}">
                <a16:creationId xmlns:a16="http://schemas.microsoft.com/office/drawing/2014/main" id="{39B5EBDC-E162-78EC-B78A-25B646D156D9}"/>
              </a:ext>
            </a:extLst>
          </p:cNvPr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文字方塊 118">
            <a:extLst>
              <a:ext uri="{FF2B5EF4-FFF2-40B4-BE49-F238E27FC236}">
                <a16:creationId xmlns:a16="http://schemas.microsoft.com/office/drawing/2014/main" id="{DB98C681-2347-2799-1099-2911A74925A7}"/>
              </a:ext>
            </a:extLst>
          </p:cNvPr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4" name="文字方塊 119">
            <a:extLst>
              <a:ext uri="{FF2B5EF4-FFF2-40B4-BE49-F238E27FC236}">
                <a16:creationId xmlns:a16="http://schemas.microsoft.com/office/drawing/2014/main" id="{1611B363-7F32-C478-5155-6A8C49EE41E5}"/>
              </a:ext>
            </a:extLst>
          </p:cNvPr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0">
            <a:extLst>
              <a:ext uri="{FF2B5EF4-FFF2-40B4-BE49-F238E27FC236}">
                <a16:creationId xmlns:a16="http://schemas.microsoft.com/office/drawing/2014/main" id="{FDCC42D7-645B-68A3-7E5D-9CE34030E6E9}"/>
              </a:ext>
            </a:extLst>
          </p:cNvPr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文字方塊 121">
            <a:extLst>
              <a:ext uri="{FF2B5EF4-FFF2-40B4-BE49-F238E27FC236}">
                <a16:creationId xmlns:a16="http://schemas.microsoft.com/office/drawing/2014/main" id="{0569BB66-D3F1-0069-E91C-18CD504DDD54}"/>
              </a:ext>
            </a:extLst>
          </p:cNvPr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7" name="文字方塊 122">
            <a:extLst>
              <a:ext uri="{FF2B5EF4-FFF2-40B4-BE49-F238E27FC236}">
                <a16:creationId xmlns:a16="http://schemas.microsoft.com/office/drawing/2014/main" id="{BE01FFC7-E467-6576-74EC-401DCC848AEE}"/>
              </a:ext>
            </a:extLst>
          </p:cNvPr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37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bldLvl="0" animBg="1"/>
      <p:bldP spid="134" grpId="0" bldLvl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4" grpId="0" bldLvl="0" animBg="1"/>
      <p:bldP spid="144" grpId="1" bldLvl="0" animBg="1"/>
      <p:bldP spid="145" grpId="0"/>
      <p:bldP spid="145" grpId="1"/>
      <p:bldP spid="146" grpId="0"/>
      <p:bldP spid="14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 129"/>
          <p:cNvSpPr/>
          <p:nvPr/>
        </p:nvSpPr>
        <p:spPr>
          <a:xfrm>
            <a:off x="14922729" y="7816481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4" name="矩形 133"/>
          <p:cNvSpPr/>
          <p:nvPr/>
        </p:nvSpPr>
        <p:spPr>
          <a:xfrm>
            <a:off x="139075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7304089" y="606319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5729028" y="512935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7317105" y="5168999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8121282" y="432352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7068233" y="4024857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394367" y="1828482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5436772" y="187194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≈1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221320" y="17253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≈7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文字方塊 115">
            <a:extLst>
              <a:ext uri="{FF2B5EF4-FFF2-40B4-BE49-F238E27FC236}">
                <a16:creationId xmlns:a16="http://schemas.microsoft.com/office/drawing/2014/main" id="{7B3B34F8-C412-C6BE-5635-19A3A59BCA1F}"/>
              </a:ext>
            </a:extLst>
          </p:cNvPr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字方塊 116">
            <a:extLst>
              <a:ext uri="{FF2B5EF4-FFF2-40B4-BE49-F238E27FC236}">
                <a16:creationId xmlns:a16="http://schemas.microsoft.com/office/drawing/2014/main" id="{D512F9D2-0561-FC7F-4DFD-162EAC09D4C7}"/>
              </a:ext>
            </a:extLst>
          </p:cNvPr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8" name="群組 65">
            <a:extLst>
              <a:ext uri="{FF2B5EF4-FFF2-40B4-BE49-F238E27FC236}">
                <a16:creationId xmlns:a16="http://schemas.microsoft.com/office/drawing/2014/main" id="{7DB89D8C-9BE0-9814-51BE-C8600B0CAFB2}"/>
              </a:ext>
            </a:extLst>
          </p:cNvPr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9" name="文字方塊 66">
              <a:extLst>
                <a:ext uri="{FF2B5EF4-FFF2-40B4-BE49-F238E27FC236}">
                  <a16:creationId xmlns:a16="http://schemas.microsoft.com/office/drawing/2014/main" id="{F4047771-5E4A-9A9E-88CD-5D3D810EF5BB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0" name="文字方塊 67">
              <a:extLst>
                <a:ext uri="{FF2B5EF4-FFF2-40B4-BE49-F238E27FC236}">
                  <a16:creationId xmlns:a16="http://schemas.microsoft.com/office/drawing/2014/main" id="{325661CB-549A-E8F1-4CF2-8ADBABDFEF0E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1" name="群組 68">
            <a:extLst>
              <a:ext uri="{FF2B5EF4-FFF2-40B4-BE49-F238E27FC236}">
                <a16:creationId xmlns:a16="http://schemas.microsoft.com/office/drawing/2014/main" id="{C4321772-7DC1-926E-3399-5A991935176D}"/>
              </a:ext>
            </a:extLst>
          </p:cNvPr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13" name="文字方塊 69">
              <a:extLst>
                <a:ext uri="{FF2B5EF4-FFF2-40B4-BE49-F238E27FC236}">
                  <a16:creationId xmlns:a16="http://schemas.microsoft.com/office/drawing/2014/main" id="{AB4CFBA2-7B4A-7CB0-4A62-774B3BCAF116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4" name="文字方塊 70">
              <a:extLst>
                <a:ext uri="{FF2B5EF4-FFF2-40B4-BE49-F238E27FC236}">
                  <a16:creationId xmlns:a16="http://schemas.microsoft.com/office/drawing/2014/main" id="{94A2B245-D31B-41FD-5CD4-D5DB5E1233D0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5" name="群組 71">
            <a:extLst>
              <a:ext uri="{FF2B5EF4-FFF2-40B4-BE49-F238E27FC236}">
                <a16:creationId xmlns:a16="http://schemas.microsoft.com/office/drawing/2014/main" id="{F1392BE2-F3EC-A832-1DA2-3601CFA3962E}"/>
              </a:ext>
            </a:extLst>
          </p:cNvPr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16" name="文字方塊 73">
              <a:extLst>
                <a:ext uri="{FF2B5EF4-FFF2-40B4-BE49-F238E27FC236}">
                  <a16:creationId xmlns:a16="http://schemas.microsoft.com/office/drawing/2014/main" id="{52039C0E-95EE-DAD8-D891-B80912AB0429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7" name="文字方塊 74">
              <a:extLst>
                <a:ext uri="{FF2B5EF4-FFF2-40B4-BE49-F238E27FC236}">
                  <a16:creationId xmlns:a16="http://schemas.microsoft.com/office/drawing/2014/main" id="{BD0E6358-0599-D380-6928-F012365011F7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18" name="文字方塊 78">
            <a:extLst>
              <a:ext uri="{FF2B5EF4-FFF2-40B4-BE49-F238E27FC236}">
                <a16:creationId xmlns:a16="http://schemas.microsoft.com/office/drawing/2014/main" id="{A892FBB2-DCEB-079D-0C5C-4C4FA260F021}"/>
              </a:ext>
            </a:extLst>
          </p:cNvPr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19" name="文字方塊 79">
            <a:extLst>
              <a:ext uri="{FF2B5EF4-FFF2-40B4-BE49-F238E27FC236}">
                <a16:creationId xmlns:a16="http://schemas.microsoft.com/office/drawing/2014/main" id="{73428033-D873-F89E-3DBA-4E5E449CA42C}"/>
              </a:ext>
            </a:extLst>
          </p:cNvPr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0" name="文字方塊 80">
            <a:extLst>
              <a:ext uri="{FF2B5EF4-FFF2-40B4-BE49-F238E27FC236}">
                <a16:creationId xmlns:a16="http://schemas.microsoft.com/office/drawing/2014/main" id="{303E8710-82BE-E632-8A96-93F404A0E330}"/>
              </a:ext>
            </a:extLst>
          </p:cNvPr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1" name="文字方塊 81">
            <a:extLst>
              <a:ext uri="{FF2B5EF4-FFF2-40B4-BE49-F238E27FC236}">
                <a16:creationId xmlns:a16="http://schemas.microsoft.com/office/drawing/2014/main" id="{91B7D8C8-A23F-B3FE-ACF5-B9237BE458A2}"/>
              </a:ext>
            </a:extLst>
          </p:cNvPr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2" name="文字方塊 82">
            <a:extLst>
              <a:ext uri="{FF2B5EF4-FFF2-40B4-BE49-F238E27FC236}">
                <a16:creationId xmlns:a16="http://schemas.microsoft.com/office/drawing/2014/main" id="{85CC6C78-D43F-D3FA-13B6-34B8EF9FE9C5}"/>
              </a:ext>
            </a:extLst>
          </p:cNvPr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3" name="文字方塊 83">
            <a:extLst>
              <a:ext uri="{FF2B5EF4-FFF2-40B4-BE49-F238E27FC236}">
                <a16:creationId xmlns:a16="http://schemas.microsoft.com/office/drawing/2014/main" id="{5FF7707A-946A-74FC-9A6D-43D9F6AA20D4}"/>
              </a:ext>
            </a:extLst>
          </p:cNvPr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4" name="文字方塊 84">
            <a:extLst>
              <a:ext uri="{FF2B5EF4-FFF2-40B4-BE49-F238E27FC236}">
                <a16:creationId xmlns:a16="http://schemas.microsoft.com/office/drawing/2014/main" id="{04D27D95-5451-6168-02F4-7C6C13784D99}"/>
              </a:ext>
            </a:extLst>
          </p:cNvPr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25" name="文字方塊 85">
            <a:extLst>
              <a:ext uri="{FF2B5EF4-FFF2-40B4-BE49-F238E27FC236}">
                <a16:creationId xmlns:a16="http://schemas.microsoft.com/office/drawing/2014/main" id="{198B17D8-10EB-2BA8-98FD-B6FB839455C7}"/>
              </a:ext>
            </a:extLst>
          </p:cNvPr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6" name="文字方塊 86">
            <a:extLst>
              <a:ext uri="{FF2B5EF4-FFF2-40B4-BE49-F238E27FC236}">
                <a16:creationId xmlns:a16="http://schemas.microsoft.com/office/drawing/2014/main" id="{9F775698-6DFE-5E48-165F-C08474E69298}"/>
              </a:ext>
            </a:extLst>
          </p:cNvPr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27" name="直線單箭頭接點 6">
            <a:extLst>
              <a:ext uri="{FF2B5EF4-FFF2-40B4-BE49-F238E27FC236}">
                <a16:creationId xmlns:a16="http://schemas.microsoft.com/office/drawing/2014/main" id="{B8C40FD3-CBFA-8AAD-4C4B-9749CBBD750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87">
            <a:extLst>
              <a:ext uri="{FF2B5EF4-FFF2-40B4-BE49-F238E27FC236}">
                <a16:creationId xmlns:a16="http://schemas.microsoft.com/office/drawing/2014/main" id="{B65CDDD5-532C-7ABE-8430-933F517264AE}"/>
              </a:ext>
            </a:extLst>
          </p:cNvPr>
          <p:cNvCxnSpPr>
            <a:cxnSpLocks/>
            <a:stCxn id="22" idx="3"/>
            <a:endCxn id="14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88">
            <a:extLst>
              <a:ext uri="{FF2B5EF4-FFF2-40B4-BE49-F238E27FC236}">
                <a16:creationId xmlns:a16="http://schemas.microsoft.com/office/drawing/2014/main" id="{F939E897-FBD1-73E3-7283-388381933D4C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89">
            <a:extLst>
              <a:ext uri="{FF2B5EF4-FFF2-40B4-BE49-F238E27FC236}">
                <a16:creationId xmlns:a16="http://schemas.microsoft.com/office/drawing/2014/main" id="{B9C6A7FD-EB96-272F-2AB1-44365138A47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90">
            <a:extLst>
              <a:ext uri="{FF2B5EF4-FFF2-40B4-BE49-F238E27FC236}">
                <a16:creationId xmlns:a16="http://schemas.microsoft.com/office/drawing/2014/main" id="{3533A651-5078-3E0C-7E0D-D98BB20FB6A2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91">
            <a:extLst>
              <a:ext uri="{FF2B5EF4-FFF2-40B4-BE49-F238E27FC236}">
                <a16:creationId xmlns:a16="http://schemas.microsoft.com/office/drawing/2014/main" id="{B62C43F4-225B-79B0-9698-EE9CDDC0FDA1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92">
            <a:extLst>
              <a:ext uri="{FF2B5EF4-FFF2-40B4-BE49-F238E27FC236}">
                <a16:creationId xmlns:a16="http://schemas.microsoft.com/office/drawing/2014/main" id="{62895963-1D81-95E0-3122-6C2DBEE4B5A9}"/>
              </a:ext>
            </a:extLst>
          </p:cNvPr>
          <p:cNvCxnSpPr>
            <a:cxnSpLocks/>
            <a:stCxn id="24" idx="1"/>
            <a:endCxn id="17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93">
            <a:extLst>
              <a:ext uri="{FF2B5EF4-FFF2-40B4-BE49-F238E27FC236}">
                <a16:creationId xmlns:a16="http://schemas.microsoft.com/office/drawing/2014/main" id="{5B54CF42-8FD2-FFD3-200B-9D9A64F47C38}"/>
              </a:ext>
            </a:extLst>
          </p:cNvPr>
          <p:cNvCxnSpPr>
            <a:cxnSpLocks/>
            <a:stCxn id="25" idx="1"/>
            <a:endCxn id="17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94">
            <a:extLst>
              <a:ext uri="{FF2B5EF4-FFF2-40B4-BE49-F238E27FC236}">
                <a16:creationId xmlns:a16="http://schemas.microsoft.com/office/drawing/2014/main" id="{8933234D-008D-EDC8-54ED-7D85549B1F77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100">
            <a:extLst>
              <a:ext uri="{FF2B5EF4-FFF2-40B4-BE49-F238E27FC236}">
                <a16:creationId xmlns:a16="http://schemas.microsoft.com/office/drawing/2014/main" id="{9B4CED75-3DEB-0883-5A75-AAA10F25E74A}"/>
              </a:ext>
            </a:extLst>
          </p:cNvPr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101">
            <a:extLst>
              <a:ext uri="{FF2B5EF4-FFF2-40B4-BE49-F238E27FC236}">
                <a16:creationId xmlns:a16="http://schemas.microsoft.com/office/drawing/2014/main" id="{D52414B0-556B-7C86-6A49-891CE408E5CF}"/>
              </a:ext>
            </a:extLst>
          </p:cNvPr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文字方塊 102">
            <a:extLst>
              <a:ext uri="{FF2B5EF4-FFF2-40B4-BE49-F238E27FC236}">
                <a16:creationId xmlns:a16="http://schemas.microsoft.com/office/drawing/2014/main" id="{BED6AFD0-3E28-2F8D-34D6-E3CD02A3587E}"/>
              </a:ext>
            </a:extLst>
          </p:cNvPr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文字方塊 104">
            <a:extLst>
              <a:ext uri="{FF2B5EF4-FFF2-40B4-BE49-F238E27FC236}">
                <a16:creationId xmlns:a16="http://schemas.microsoft.com/office/drawing/2014/main" id="{ED4F3079-A409-51B5-5C21-0564F4AC60F2}"/>
              </a:ext>
            </a:extLst>
          </p:cNvPr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0" name="文字方塊 105">
            <a:extLst>
              <a:ext uri="{FF2B5EF4-FFF2-40B4-BE49-F238E27FC236}">
                <a16:creationId xmlns:a16="http://schemas.microsoft.com/office/drawing/2014/main" id="{5BF29926-E53C-2D5D-49B5-F731127FC7B3}"/>
              </a:ext>
            </a:extLst>
          </p:cNvPr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1" name="文字方塊 106">
            <a:extLst>
              <a:ext uri="{FF2B5EF4-FFF2-40B4-BE49-F238E27FC236}">
                <a16:creationId xmlns:a16="http://schemas.microsoft.com/office/drawing/2014/main" id="{DE7CF392-0535-08C8-5F61-EA8B906F5C25}"/>
              </a:ext>
            </a:extLst>
          </p:cNvPr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42" name="直線單箭頭接點 108">
            <a:extLst>
              <a:ext uri="{FF2B5EF4-FFF2-40B4-BE49-F238E27FC236}">
                <a16:creationId xmlns:a16="http://schemas.microsoft.com/office/drawing/2014/main" id="{3F30AF0C-9AFC-3378-1D18-F3F1A18EF471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109">
            <a:extLst>
              <a:ext uri="{FF2B5EF4-FFF2-40B4-BE49-F238E27FC236}">
                <a16:creationId xmlns:a16="http://schemas.microsoft.com/office/drawing/2014/main" id="{B6132C04-64BB-6CFA-FDF1-46505A12D553}"/>
              </a:ext>
            </a:extLst>
          </p:cNvPr>
          <p:cNvCxnSpPr>
            <a:cxnSpLocks/>
            <a:stCxn id="40" idx="3"/>
            <a:endCxn id="10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110">
            <a:extLst>
              <a:ext uri="{FF2B5EF4-FFF2-40B4-BE49-F238E27FC236}">
                <a16:creationId xmlns:a16="http://schemas.microsoft.com/office/drawing/2014/main" id="{7E6E4997-1CE9-DD04-29DE-D0B995E51F9B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113">
            <a:extLst>
              <a:ext uri="{FF2B5EF4-FFF2-40B4-BE49-F238E27FC236}">
                <a16:creationId xmlns:a16="http://schemas.microsoft.com/office/drawing/2014/main" id="{0BE8A4A7-C98F-2AFD-5D15-AA181995C6D5}"/>
              </a:ext>
            </a:extLst>
          </p:cNvPr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2" name="文字方塊 114">
            <a:extLst>
              <a:ext uri="{FF2B5EF4-FFF2-40B4-BE49-F238E27FC236}">
                <a16:creationId xmlns:a16="http://schemas.microsoft.com/office/drawing/2014/main" id="{39B5EBDC-E162-78EC-B78A-25B646D156D9}"/>
              </a:ext>
            </a:extLst>
          </p:cNvPr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文字方塊 118">
            <a:extLst>
              <a:ext uri="{FF2B5EF4-FFF2-40B4-BE49-F238E27FC236}">
                <a16:creationId xmlns:a16="http://schemas.microsoft.com/office/drawing/2014/main" id="{DB98C681-2347-2799-1099-2911A74925A7}"/>
              </a:ext>
            </a:extLst>
          </p:cNvPr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4" name="文字方塊 119">
            <a:extLst>
              <a:ext uri="{FF2B5EF4-FFF2-40B4-BE49-F238E27FC236}">
                <a16:creationId xmlns:a16="http://schemas.microsoft.com/office/drawing/2014/main" id="{1611B363-7F32-C478-5155-6A8C49EE41E5}"/>
              </a:ext>
            </a:extLst>
          </p:cNvPr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0">
            <a:extLst>
              <a:ext uri="{FF2B5EF4-FFF2-40B4-BE49-F238E27FC236}">
                <a16:creationId xmlns:a16="http://schemas.microsoft.com/office/drawing/2014/main" id="{FDCC42D7-645B-68A3-7E5D-9CE34030E6E9}"/>
              </a:ext>
            </a:extLst>
          </p:cNvPr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文字方塊 121">
            <a:extLst>
              <a:ext uri="{FF2B5EF4-FFF2-40B4-BE49-F238E27FC236}">
                <a16:creationId xmlns:a16="http://schemas.microsoft.com/office/drawing/2014/main" id="{0569BB66-D3F1-0069-E91C-18CD504DDD54}"/>
              </a:ext>
            </a:extLst>
          </p:cNvPr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7" name="文字方塊 122">
            <a:extLst>
              <a:ext uri="{FF2B5EF4-FFF2-40B4-BE49-F238E27FC236}">
                <a16:creationId xmlns:a16="http://schemas.microsoft.com/office/drawing/2014/main" id="{BE01FFC7-E467-6576-74EC-401DCC848AEE}"/>
              </a:ext>
            </a:extLst>
          </p:cNvPr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03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bldLvl="0" animBg="1"/>
      <p:bldP spid="134" grpId="0" bldLvl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4" grpId="0" bldLvl="0" animBg="1"/>
      <p:bldP spid="144" grpId="1" bldLvl="0" animBg="1"/>
      <p:bldP spid="145" grpId="0"/>
      <p:bldP spid="145" grpId="1"/>
      <p:bldP spid="146" grpId="0"/>
      <p:bldP spid="14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14860009" y="7825917"/>
            <a:ext cx="931622" cy="1999397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04" y="692021"/>
            <a:ext cx="5635763" cy="7400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7846872"/>
                <a:ext cx="499110" cy="553720"/>
              </a:xfrm>
              <a:prstGeom prst="rect">
                <a:avLst/>
              </a:prstGeom>
              <a:blipFill rotWithShape="1">
                <a:blip r:embed="rId4"/>
                <a:stretch>
                  <a:fillRect l="-27" t="-32" r="-1562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7760" y="8477208"/>
                <a:ext cx="50482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27" t="-107" r="-14816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31" y="9160613"/>
                <a:ext cx="50482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41" t="-19" r="-1480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733" y="967739"/>
                <a:ext cx="31178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82" t="-114" r="-23443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10935143" y="7887558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10956971" y="853830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12024450" y="7881356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</a:p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1987192" y="85524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13045719" y="7902233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2981312" y="885654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14028234" y="7915934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</a:p>
          <a:p>
            <a:pPr algn="ctr"/>
            <a:r>
              <a:rPr lang="en-US" altLang="zh-TW" sz="3600" dirty="0"/>
              <a:t>0</a:t>
            </a:r>
          </a:p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397543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7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14998569" y="7917037"/>
            <a:ext cx="672861" cy="17532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</a:p>
          <a:p>
            <a:pPr algn="ctr"/>
            <a:r>
              <a:rPr lang="en-US" altLang="zh-TW" sz="3600" dirty="0"/>
              <a:t>-1</a:t>
            </a:r>
          </a:p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4936292" y="870288"/>
            <a:ext cx="672861" cy="6451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11048205" y="8522264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3" name="矩形 62"/>
          <p:cNvSpPr/>
          <p:nvPr/>
        </p:nvSpPr>
        <p:spPr>
          <a:xfrm>
            <a:off x="12121497" y="8516061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4" name="矩形 63"/>
          <p:cNvSpPr/>
          <p:nvPr/>
        </p:nvSpPr>
        <p:spPr>
          <a:xfrm>
            <a:off x="14125281" y="9121608"/>
            <a:ext cx="478766" cy="5247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072480" y="948833"/>
            <a:ext cx="478766" cy="524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rgbClr val="00B05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105170" y="8561105"/>
            <a:ext cx="478766" cy="524732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3" name="群組 2"/>
          <p:cNvGrpSpPr/>
          <p:nvPr/>
        </p:nvGrpSpPr>
        <p:grpSpPr>
          <a:xfrm>
            <a:off x="7042610" y="7602897"/>
            <a:ext cx="599255" cy="645161"/>
            <a:chOff x="5891338" y="5744015"/>
            <a:chExt cx="399503" cy="430107"/>
          </a:xfrm>
        </p:grpSpPr>
        <p:sp>
          <p:nvSpPr>
            <p:cNvPr id="53" name="文字方塊 52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74" name="文字方塊 73"/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76" name="文字方塊 75"/>
          <p:cNvSpPr txBox="1"/>
          <p:nvPr/>
        </p:nvSpPr>
        <p:spPr>
          <a:xfrm>
            <a:off x="5765514" y="9132816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6892860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baseline="-250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10744" y="9132819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720758" y="417932"/>
            <a:ext cx="704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endParaRPr lang="zh-TW" altLang="en-US" sz="3600" dirty="0"/>
          </a:p>
        </p:txBody>
      </p:sp>
      <p:cxnSp>
        <p:nvCxnSpPr>
          <p:cNvPr id="96" name="直線單箭頭接點 95"/>
          <p:cNvCxnSpPr/>
          <p:nvPr/>
        </p:nvCxnSpPr>
        <p:spPr>
          <a:xfrm rot="5400000" flipH="1">
            <a:off x="7489776" y="8111405"/>
            <a:ext cx="944526" cy="1073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5400000" flipH="1" flipV="1">
            <a:off x="6837612" y="8627726"/>
            <a:ext cx="958988" cy="26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rot="5400000" flipH="1" flipV="1">
            <a:off x="6235178" y="8095491"/>
            <a:ext cx="944526" cy="1062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5817050" y="8482179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892860" y="855786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724955" y="856561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9045537" y="9139191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cxnSp>
        <p:nvCxnSpPr>
          <p:cNvPr id="108" name="直線單箭頭接點 107"/>
          <p:cNvCxnSpPr>
            <a:stCxn id="104" idx="0"/>
          </p:cNvCxnSpPr>
          <p:nvPr/>
        </p:nvCxnSpPr>
        <p:spPr>
          <a:xfrm flipH="1" flipV="1">
            <a:off x="14616227" y="12744852"/>
            <a:ext cx="1799925" cy="963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8741271" y="8530380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直線接點 127"/>
          <p:cNvCxnSpPr/>
          <p:nvPr/>
        </p:nvCxnSpPr>
        <p:spPr>
          <a:xfrm flipH="1">
            <a:off x="7136321" y="6879321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/>
          <p:cNvCxnSpPr/>
          <p:nvPr/>
        </p:nvCxnSpPr>
        <p:spPr>
          <a:xfrm flipH="1">
            <a:off x="7151621" y="2745632"/>
            <a:ext cx="384680" cy="38468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7304089" y="606319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3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5729028" y="512935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7317105" y="5168999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8121282" y="4323525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7394367" y="1828482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0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5436772" y="187194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7221320" y="172532"/>
            <a:ext cx="79758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≈0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" name="文字方塊 115">
            <a:extLst>
              <a:ext uri="{FF2B5EF4-FFF2-40B4-BE49-F238E27FC236}">
                <a16:creationId xmlns:a16="http://schemas.microsoft.com/office/drawing/2014/main" id="{7B3B34F8-C412-C6BE-5635-19A3A59BCA1F}"/>
              </a:ext>
            </a:extLst>
          </p:cNvPr>
          <p:cNvSpPr txBox="1"/>
          <p:nvPr/>
        </p:nvSpPr>
        <p:spPr>
          <a:xfrm>
            <a:off x="2359020" y="10889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字方塊 116">
            <a:extLst>
              <a:ext uri="{FF2B5EF4-FFF2-40B4-BE49-F238E27FC236}">
                <a16:creationId xmlns:a16="http://schemas.microsoft.com/office/drawing/2014/main" id="{D512F9D2-0561-FC7F-4DFD-162EAC09D4C7}"/>
              </a:ext>
            </a:extLst>
          </p:cNvPr>
          <p:cNvSpPr txBox="1"/>
          <p:nvPr/>
        </p:nvSpPr>
        <p:spPr>
          <a:xfrm>
            <a:off x="2271546" y="516921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8" name="群組 65">
            <a:extLst>
              <a:ext uri="{FF2B5EF4-FFF2-40B4-BE49-F238E27FC236}">
                <a16:creationId xmlns:a16="http://schemas.microsoft.com/office/drawing/2014/main" id="{7DB89D8C-9BE0-9814-51BE-C8600B0CAFB2}"/>
              </a:ext>
            </a:extLst>
          </p:cNvPr>
          <p:cNvGrpSpPr/>
          <p:nvPr/>
        </p:nvGrpSpPr>
        <p:grpSpPr>
          <a:xfrm>
            <a:off x="3920262" y="5440284"/>
            <a:ext cx="599255" cy="645161"/>
            <a:chOff x="5891338" y="5744015"/>
            <a:chExt cx="399503" cy="430107"/>
          </a:xfrm>
        </p:grpSpPr>
        <p:sp>
          <p:nvSpPr>
            <p:cNvPr id="9" name="文字方塊 66">
              <a:extLst>
                <a:ext uri="{FF2B5EF4-FFF2-40B4-BE49-F238E27FC236}">
                  <a16:creationId xmlns:a16="http://schemas.microsoft.com/office/drawing/2014/main" id="{F4047771-5E4A-9A9E-88CD-5D3D810EF5BB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0" name="文字方塊 67">
              <a:extLst>
                <a:ext uri="{FF2B5EF4-FFF2-40B4-BE49-F238E27FC236}">
                  <a16:creationId xmlns:a16="http://schemas.microsoft.com/office/drawing/2014/main" id="{325661CB-549A-E8F1-4CF2-8ADBABDFEF0E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1" name="群組 68">
            <a:extLst>
              <a:ext uri="{FF2B5EF4-FFF2-40B4-BE49-F238E27FC236}">
                <a16:creationId xmlns:a16="http://schemas.microsoft.com/office/drawing/2014/main" id="{C4321772-7DC1-926E-3399-5A991935176D}"/>
              </a:ext>
            </a:extLst>
          </p:cNvPr>
          <p:cNvGrpSpPr/>
          <p:nvPr/>
        </p:nvGrpSpPr>
        <p:grpSpPr>
          <a:xfrm>
            <a:off x="3925912" y="1324403"/>
            <a:ext cx="599255" cy="645161"/>
            <a:chOff x="5891338" y="5744015"/>
            <a:chExt cx="399503" cy="430107"/>
          </a:xfrm>
        </p:grpSpPr>
        <p:sp>
          <p:nvSpPr>
            <p:cNvPr id="13" name="文字方塊 69">
              <a:extLst>
                <a:ext uri="{FF2B5EF4-FFF2-40B4-BE49-F238E27FC236}">
                  <a16:creationId xmlns:a16="http://schemas.microsoft.com/office/drawing/2014/main" id="{AB4CFBA2-7B4A-7CB0-4A62-774B3BCAF116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4" name="文字方塊 70">
              <a:extLst>
                <a:ext uri="{FF2B5EF4-FFF2-40B4-BE49-F238E27FC236}">
                  <a16:creationId xmlns:a16="http://schemas.microsoft.com/office/drawing/2014/main" id="{94A2B245-D31B-41FD-5CD4-D5DB5E1233D0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grpSp>
        <p:nvGrpSpPr>
          <p:cNvPr id="15" name="群組 71">
            <a:extLst>
              <a:ext uri="{FF2B5EF4-FFF2-40B4-BE49-F238E27FC236}">
                <a16:creationId xmlns:a16="http://schemas.microsoft.com/office/drawing/2014/main" id="{F1392BE2-F3EC-A832-1DA2-3601CFA3962E}"/>
              </a:ext>
            </a:extLst>
          </p:cNvPr>
          <p:cNvGrpSpPr/>
          <p:nvPr/>
        </p:nvGrpSpPr>
        <p:grpSpPr>
          <a:xfrm>
            <a:off x="9703739" y="4015292"/>
            <a:ext cx="599255" cy="645161"/>
            <a:chOff x="5891338" y="5744015"/>
            <a:chExt cx="399503" cy="430107"/>
          </a:xfrm>
        </p:grpSpPr>
        <p:sp>
          <p:nvSpPr>
            <p:cNvPr id="16" name="文字方塊 73">
              <a:extLst>
                <a:ext uri="{FF2B5EF4-FFF2-40B4-BE49-F238E27FC236}">
                  <a16:creationId xmlns:a16="http://schemas.microsoft.com/office/drawing/2014/main" id="{52039C0E-95EE-DAD8-D891-B80912AB0429}"/>
                </a:ext>
              </a:extLst>
            </p:cNvPr>
            <p:cNvSpPr txBox="1"/>
            <p:nvPr/>
          </p:nvSpPr>
          <p:spPr>
            <a:xfrm>
              <a:off x="5935431" y="5837963"/>
              <a:ext cx="311316" cy="30056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zh-TW" altLang="en-US" sz="3600" baseline="-25000" dirty="0"/>
            </a:p>
          </p:txBody>
        </p:sp>
        <p:sp>
          <p:nvSpPr>
            <p:cNvPr id="17" name="文字方塊 74">
              <a:extLst>
                <a:ext uri="{FF2B5EF4-FFF2-40B4-BE49-F238E27FC236}">
                  <a16:creationId xmlns:a16="http://schemas.microsoft.com/office/drawing/2014/main" id="{BD0E6358-0599-D380-6928-F012365011F7}"/>
                </a:ext>
              </a:extLst>
            </p:cNvPr>
            <p:cNvSpPr txBox="1"/>
            <p:nvPr/>
          </p:nvSpPr>
          <p:spPr>
            <a:xfrm>
              <a:off x="5891338" y="5744015"/>
              <a:ext cx="3995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+</a:t>
              </a:r>
              <a:endParaRPr lang="zh-TW" altLang="en-US" sz="3600" dirty="0"/>
            </a:p>
          </p:txBody>
        </p:sp>
      </p:grpSp>
      <p:sp>
        <p:nvSpPr>
          <p:cNvPr id="18" name="文字方塊 78">
            <a:extLst>
              <a:ext uri="{FF2B5EF4-FFF2-40B4-BE49-F238E27FC236}">
                <a16:creationId xmlns:a16="http://schemas.microsoft.com/office/drawing/2014/main" id="{A892FBB2-DCEB-079D-0C5C-4C4FA260F021}"/>
              </a:ext>
            </a:extLst>
          </p:cNvPr>
          <p:cNvSpPr txBox="1"/>
          <p:nvPr/>
        </p:nvSpPr>
        <p:spPr>
          <a:xfrm>
            <a:off x="1616627" y="4393485"/>
            <a:ext cx="724618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19" name="文字方塊 79">
            <a:extLst>
              <a:ext uri="{FF2B5EF4-FFF2-40B4-BE49-F238E27FC236}">
                <a16:creationId xmlns:a16="http://schemas.microsoft.com/office/drawing/2014/main" id="{73428033-D873-F89E-3DBA-4E5E449CA42C}"/>
              </a:ext>
            </a:extLst>
          </p:cNvPr>
          <p:cNvSpPr txBox="1"/>
          <p:nvPr/>
        </p:nvSpPr>
        <p:spPr>
          <a:xfrm>
            <a:off x="1592242" y="5440285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baseline="-25000" dirty="0"/>
          </a:p>
        </p:txBody>
      </p:sp>
      <p:sp>
        <p:nvSpPr>
          <p:cNvPr id="20" name="文字方塊 80">
            <a:extLst>
              <a:ext uri="{FF2B5EF4-FFF2-40B4-BE49-F238E27FC236}">
                <a16:creationId xmlns:a16="http://schemas.microsoft.com/office/drawing/2014/main" id="{303E8710-82BE-E632-8A96-93F404A0E330}"/>
              </a:ext>
            </a:extLst>
          </p:cNvPr>
          <p:cNvSpPr txBox="1"/>
          <p:nvPr/>
        </p:nvSpPr>
        <p:spPr>
          <a:xfrm>
            <a:off x="1576439" y="6487083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1" name="文字方塊 81">
            <a:extLst>
              <a:ext uri="{FF2B5EF4-FFF2-40B4-BE49-F238E27FC236}">
                <a16:creationId xmlns:a16="http://schemas.microsoft.com/office/drawing/2014/main" id="{91B7D8C8-A23F-B3FE-ACF5-B9237BE458A2}"/>
              </a:ext>
            </a:extLst>
          </p:cNvPr>
          <p:cNvSpPr txBox="1"/>
          <p:nvPr/>
        </p:nvSpPr>
        <p:spPr>
          <a:xfrm>
            <a:off x="1657059" y="330120"/>
            <a:ext cx="76122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22" name="文字方塊 82">
            <a:extLst>
              <a:ext uri="{FF2B5EF4-FFF2-40B4-BE49-F238E27FC236}">
                <a16:creationId xmlns:a16="http://schemas.microsoft.com/office/drawing/2014/main" id="{85CC6C78-D43F-D3FA-13B6-34B8EF9FE9C5}"/>
              </a:ext>
            </a:extLst>
          </p:cNvPr>
          <p:cNvSpPr txBox="1"/>
          <p:nvPr/>
        </p:nvSpPr>
        <p:spPr>
          <a:xfrm>
            <a:off x="1663169" y="1324384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baseline="-25000" dirty="0"/>
          </a:p>
        </p:txBody>
      </p:sp>
      <p:sp>
        <p:nvSpPr>
          <p:cNvPr id="23" name="文字方塊 83">
            <a:extLst>
              <a:ext uri="{FF2B5EF4-FFF2-40B4-BE49-F238E27FC236}">
                <a16:creationId xmlns:a16="http://schemas.microsoft.com/office/drawing/2014/main" id="{5FF7707A-946A-74FC-9A6D-43D9F6AA20D4}"/>
              </a:ext>
            </a:extLst>
          </p:cNvPr>
          <p:cNvSpPr txBox="1"/>
          <p:nvPr/>
        </p:nvSpPr>
        <p:spPr>
          <a:xfrm>
            <a:off x="1647367" y="237118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sp>
        <p:nvSpPr>
          <p:cNvPr id="24" name="文字方塊 84">
            <a:extLst>
              <a:ext uri="{FF2B5EF4-FFF2-40B4-BE49-F238E27FC236}">
                <a16:creationId xmlns:a16="http://schemas.microsoft.com/office/drawing/2014/main" id="{04D27D95-5451-6168-02F4-7C6C13784D99}"/>
              </a:ext>
            </a:extLst>
          </p:cNvPr>
          <p:cNvSpPr txBox="1"/>
          <p:nvPr/>
        </p:nvSpPr>
        <p:spPr>
          <a:xfrm>
            <a:off x="11423236" y="2949784"/>
            <a:ext cx="74900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baseline="-25000" dirty="0"/>
          </a:p>
        </p:txBody>
      </p:sp>
      <p:sp>
        <p:nvSpPr>
          <p:cNvPr id="25" name="文字方塊 85">
            <a:extLst>
              <a:ext uri="{FF2B5EF4-FFF2-40B4-BE49-F238E27FC236}">
                <a16:creationId xmlns:a16="http://schemas.microsoft.com/office/drawing/2014/main" id="{198B17D8-10EB-2BA8-98FD-B6FB839455C7}"/>
              </a:ext>
            </a:extLst>
          </p:cNvPr>
          <p:cNvSpPr txBox="1"/>
          <p:nvPr/>
        </p:nvSpPr>
        <p:spPr>
          <a:xfrm>
            <a:off x="11444250" y="4003822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baseline="-25000" dirty="0"/>
          </a:p>
        </p:txBody>
      </p:sp>
      <p:sp>
        <p:nvSpPr>
          <p:cNvPr id="26" name="文字方塊 86">
            <a:extLst>
              <a:ext uri="{FF2B5EF4-FFF2-40B4-BE49-F238E27FC236}">
                <a16:creationId xmlns:a16="http://schemas.microsoft.com/office/drawing/2014/main" id="{9F775698-6DFE-5E48-165F-C08474E69298}"/>
              </a:ext>
            </a:extLst>
          </p:cNvPr>
          <p:cNvSpPr txBox="1"/>
          <p:nvPr/>
        </p:nvSpPr>
        <p:spPr>
          <a:xfrm>
            <a:off x="11428447" y="5050620"/>
            <a:ext cx="749004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baseline="-25000" dirty="0"/>
          </a:p>
        </p:txBody>
      </p:sp>
      <p:cxnSp>
        <p:nvCxnSpPr>
          <p:cNvPr id="27" name="直線單箭頭接點 6">
            <a:extLst>
              <a:ext uri="{FF2B5EF4-FFF2-40B4-BE49-F238E27FC236}">
                <a16:creationId xmlns:a16="http://schemas.microsoft.com/office/drawing/2014/main" id="{B8C40FD3-CBFA-8AAD-4C4B-9749CBBD750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418283" y="653286"/>
            <a:ext cx="1555035" cy="1073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87">
            <a:extLst>
              <a:ext uri="{FF2B5EF4-FFF2-40B4-BE49-F238E27FC236}">
                <a16:creationId xmlns:a16="http://schemas.microsoft.com/office/drawing/2014/main" id="{B65CDDD5-532C-7ABE-8430-933F517264AE}"/>
              </a:ext>
            </a:extLst>
          </p:cNvPr>
          <p:cNvCxnSpPr>
            <a:cxnSpLocks/>
            <a:stCxn id="22" idx="3"/>
            <a:endCxn id="14" idx="1"/>
          </p:cNvCxnSpPr>
          <p:nvPr/>
        </p:nvCxnSpPr>
        <p:spPr>
          <a:xfrm>
            <a:off x="2412173" y="1646964"/>
            <a:ext cx="1513739" cy="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88">
            <a:extLst>
              <a:ext uri="{FF2B5EF4-FFF2-40B4-BE49-F238E27FC236}">
                <a16:creationId xmlns:a16="http://schemas.microsoft.com/office/drawing/2014/main" id="{F939E897-FBD1-73E3-7283-388381933D4C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 flipV="1">
            <a:off x="2396371" y="1646984"/>
            <a:ext cx="1529541" cy="1046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89">
            <a:extLst>
              <a:ext uri="{FF2B5EF4-FFF2-40B4-BE49-F238E27FC236}">
                <a16:creationId xmlns:a16="http://schemas.microsoft.com/office/drawing/2014/main" id="{B9C6A7FD-EB96-272F-2AB1-44365138A47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2341245" y="4716065"/>
            <a:ext cx="1579017" cy="1046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90">
            <a:extLst>
              <a:ext uri="{FF2B5EF4-FFF2-40B4-BE49-F238E27FC236}">
                <a16:creationId xmlns:a16="http://schemas.microsoft.com/office/drawing/2014/main" id="{3533A651-5078-3E0C-7E0D-D98BB20FB6A2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2341246" y="5762865"/>
            <a:ext cx="15790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91">
            <a:extLst>
              <a:ext uri="{FF2B5EF4-FFF2-40B4-BE49-F238E27FC236}">
                <a16:creationId xmlns:a16="http://schemas.microsoft.com/office/drawing/2014/main" id="{B62C43F4-225B-79B0-9698-EE9CDDC0FDA1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2325443" y="5762865"/>
            <a:ext cx="1594819" cy="1046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92">
            <a:extLst>
              <a:ext uri="{FF2B5EF4-FFF2-40B4-BE49-F238E27FC236}">
                <a16:creationId xmlns:a16="http://schemas.microsoft.com/office/drawing/2014/main" id="{62895963-1D81-95E0-3122-6C2DBEE4B5A9}"/>
              </a:ext>
            </a:extLst>
          </p:cNvPr>
          <p:cNvCxnSpPr>
            <a:cxnSpLocks/>
            <a:stCxn id="24" idx="1"/>
            <a:endCxn id="17" idx="3"/>
          </p:cNvCxnSpPr>
          <p:nvPr/>
        </p:nvCxnSpPr>
        <p:spPr>
          <a:xfrm flipH="1">
            <a:off x="10302994" y="3272950"/>
            <a:ext cx="1120242" cy="1064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93">
            <a:extLst>
              <a:ext uri="{FF2B5EF4-FFF2-40B4-BE49-F238E27FC236}">
                <a16:creationId xmlns:a16="http://schemas.microsoft.com/office/drawing/2014/main" id="{5B54CF42-8FD2-FFD3-200B-9D9A64F47C38}"/>
              </a:ext>
            </a:extLst>
          </p:cNvPr>
          <p:cNvCxnSpPr>
            <a:cxnSpLocks/>
            <a:stCxn id="25" idx="1"/>
            <a:endCxn id="17" idx="3"/>
          </p:cNvCxnSpPr>
          <p:nvPr/>
        </p:nvCxnSpPr>
        <p:spPr>
          <a:xfrm flipH="1">
            <a:off x="10302994" y="4326402"/>
            <a:ext cx="1141256" cy="114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94">
            <a:extLst>
              <a:ext uri="{FF2B5EF4-FFF2-40B4-BE49-F238E27FC236}">
                <a16:creationId xmlns:a16="http://schemas.microsoft.com/office/drawing/2014/main" id="{8933234D-008D-EDC8-54ED-7D85549B1F77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 flipV="1">
            <a:off x="10302994" y="4337873"/>
            <a:ext cx="1125453" cy="10353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100">
            <a:extLst>
              <a:ext uri="{FF2B5EF4-FFF2-40B4-BE49-F238E27FC236}">
                <a16:creationId xmlns:a16="http://schemas.microsoft.com/office/drawing/2014/main" id="{9B4CED75-3DEB-0883-5A75-AAA10F25E74A}"/>
              </a:ext>
            </a:extLst>
          </p:cNvPr>
          <p:cNvSpPr txBox="1"/>
          <p:nvPr/>
        </p:nvSpPr>
        <p:spPr>
          <a:xfrm>
            <a:off x="2329494" y="2161904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101">
            <a:extLst>
              <a:ext uri="{FF2B5EF4-FFF2-40B4-BE49-F238E27FC236}">
                <a16:creationId xmlns:a16="http://schemas.microsoft.com/office/drawing/2014/main" id="{D52414B0-556B-7C86-6A49-891CE408E5CF}"/>
              </a:ext>
            </a:extLst>
          </p:cNvPr>
          <p:cNvSpPr txBox="1"/>
          <p:nvPr/>
        </p:nvSpPr>
        <p:spPr>
          <a:xfrm>
            <a:off x="11031371" y="2880534"/>
            <a:ext cx="4857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文字方塊 102">
            <a:extLst>
              <a:ext uri="{FF2B5EF4-FFF2-40B4-BE49-F238E27FC236}">
                <a16:creationId xmlns:a16="http://schemas.microsoft.com/office/drawing/2014/main" id="{BED6AFD0-3E28-2F8D-34D6-E3CD02A3587E}"/>
              </a:ext>
            </a:extLst>
          </p:cNvPr>
          <p:cNvSpPr txBox="1"/>
          <p:nvPr/>
        </p:nvSpPr>
        <p:spPr>
          <a:xfrm>
            <a:off x="10988009" y="4862015"/>
            <a:ext cx="40736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文字方塊 104">
            <a:extLst>
              <a:ext uri="{FF2B5EF4-FFF2-40B4-BE49-F238E27FC236}">
                <a16:creationId xmlns:a16="http://schemas.microsoft.com/office/drawing/2014/main" id="{ED4F3079-A409-51B5-5C21-0564F4AC60F2}"/>
              </a:ext>
            </a:extLst>
          </p:cNvPr>
          <p:cNvSpPr txBox="1"/>
          <p:nvPr/>
        </p:nvSpPr>
        <p:spPr>
          <a:xfrm>
            <a:off x="11444250" y="6027713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0" name="文字方塊 105">
            <a:extLst>
              <a:ext uri="{FF2B5EF4-FFF2-40B4-BE49-F238E27FC236}">
                <a16:creationId xmlns:a16="http://schemas.microsoft.com/office/drawing/2014/main" id="{5BF29926-E53C-2D5D-49B5-F731127FC7B3}"/>
              </a:ext>
            </a:extLst>
          </p:cNvPr>
          <p:cNvSpPr txBox="1"/>
          <p:nvPr/>
        </p:nvSpPr>
        <p:spPr>
          <a:xfrm>
            <a:off x="1576439" y="7427517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sp>
        <p:nvSpPr>
          <p:cNvPr id="41" name="文字方塊 106">
            <a:extLst>
              <a:ext uri="{FF2B5EF4-FFF2-40B4-BE49-F238E27FC236}">
                <a16:creationId xmlns:a16="http://schemas.microsoft.com/office/drawing/2014/main" id="{DE7CF392-0535-08C8-5F61-EA8B906F5C25}"/>
              </a:ext>
            </a:extLst>
          </p:cNvPr>
          <p:cNvSpPr txBox="1"/>
          <p:nvPr/>
        </p:nvSpPr>
        <p:spPr>
          <a:xfrm>
            <a:off x="1616627" y="3364275"/>
            <a:ext cx="74900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baseline="-25000" dirty="0"/>
          </a:p>
        </p:txBody>
      </p:sp>
      <p:cxnSp>
        <p:nvCxnSpPr>
          <p:cNvPr id="42" name="直線單箭頭接點 108">
            <a:extLst>
              <a:ext uri="{FF2B5EF4-FFF2-40B4-BE49-F238E27FC236}">
                <a16:creationId xmlns:a16="http://schemas.microsoft.com/office/drawing/2014/main" id="{3F30AF0C-9AFC-3378-1D18-F3F1A18EF471}"/>
              </a:ext>
            </a:extLst>
          </p:cNvPr>
          <p:cNvCxnSpPr>
            <a:cxnSpLocks/>
            <a:endCxn id="17" idx="3"/>
          </p:cNvCxnSpPr>
          <p:nvPr/>
        </p:nvCxnSpPr>
        <p:spPr>
          <a:xfrm flipH="1" flipV="1">
            <a:off x="10302994" y="4337873"/>
            <a:ext cx="1125453" cy="19993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109">
            <a:extLst>
              <a:ext uri="{FF2B5EF4-FFF2-40B4-BE49-F238E27FC236}">
                <a16:creationId xmlns:a16="http://schemas.microsoft.com/office/drawing/2014/main" id="{B6132C04-64BB-6CFA-FDF1-46505A12D553}"/>
              </a:ext>
            </a:extLst>
          </p:cNvPr>
          <p:cNvCxnSpPr>
            <a:cxnSpLocks/>
            <a:stCxn id="40" idx="3"/>
            <a:endCxn id="10" idx="1"/>
          </p:cNvCxnSpPr>
          <p:nvPr/>
        </p:nvCxnSpPr>
        <p:spPr>
          <a:xfrm flipV="1">
            <a:off x="2325443" y="5762865"/>
            <a:ext cx="1594819" cy="1987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110">
            <a:extLst>
              <a:ext uri="{FF2B5EF4-FFF2-40B4-BE49-F238E27FC236}">
                <a16:creationId xmlns:a16="http://schemas.microsoft.com/office/drawing/2014/main" id="{7E6E4997-1CE9-DD04-29DE-D0B995E51F9B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365631" y="1733539"/>
            <a:ext cx="1585279" cy="1953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113">
            <a:extLst>
              <a:ext uri="{FF2B5EF4-FFF2-40B4-BE49-F238E27FC236}">
                <a16:creationId xmlns:a16="http://schemas.microsoft.com/office/drawing/2014/main" id="{0BE8A4A7-C98F-2AFD-5D15-AA181995C6D5}"/>
              </a:ext>
            </a:extLst>
          </p:cNvPr>
          <p:cNvSpPr txBox="1"/>
          <p:nvPr/>
        </p:nvSpPr>
        <p:spPr>
          <a:xfrm>
            <a:off x="2390038" y="332976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12" name="文字方塊 114">
            <a:extLst>
              <a:ext uri="{FF2B5EF4-FFF2-40B4-BE49-F238E27FC236}">
                <a16:creationId xmlns:a16="http://schemas.microsoft.com/office/drawing/2014/main" id="{39B5EBDC-E162-78EC-B78A-25B646D156D9}"/>
              </a:ext>
            </a:extLst>
          </p:cNvPr>
          <p:cNvSpPr txBox="1"/>
          <p:nvPr/>
        </p:nvSpPr>
        <p:spPr>
          <a:xfrm>
            <a:off x="2329494" y="2576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文字方塊 118">
            <a:extLst>
              <a:ext uri="{FF2B5EF4-FFF2-40B4-BE49-F238E27FC236}">
                <a16:creationId xmlns:a16="http://schemas.microsoft.com/office/drawing/2014/main" id="{DB98C681-2347-2799-1099-2911A74925A7}"/>
              </a:ext>
            </a:extLst>
          </p:cNvPr>
          <p:cNvSpPr txBox="1"/>
          <p:nvPr/>
        </p:nvSpPr>
        <p:spPr>
          <a:xfrm>
            <a:off x="2316462" y="7460145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-10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4" name="文字方塊 119">
            <a:extLst>
              <a:ext uri="{FF2B5EF4-FFF2-40B4-BE49-F238E27FC236}">
                <a16:creationId xmlns:a16="http://schemas.microsoft.com/office/drawing/2014/main" id="{1611B363-7F32-C478-5155-6A8C49EE41E5}"/>
              </a:ext>
            </a:extLst>
          </p:cNvPr>
          <p:cNvSpPr txBox="1"/>
          <p:nvPr/>
        </p:nvSpPr>
        <p:spPr>
          <a:xfrm>
            <a:off x="2346487" y="4083932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文字方塊 120">
            <a:extLst>
              <a:ext uri="{FF2B5EF4-FFF2-40B4-BE49-F238E27FC236}">
                <a16:creationId xmlns:a16="http://schemas.microsoft.com/office/drawing/2014/main" id="{FDCC42D7-645B-68A3-7E5D-9CE34030E6E9}"/>
              </a:ext>
            </a:extLst>
          </p:cNvPr>
          <p:cNvSpPr txBox="1"/>
          <p:nvPr/>
        </p:nvSpPr>
        <p:spPr>
          <a:xfrm>
            <a:off x="2383163" y="6215751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sz="3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文字方塊 121">
            <a:extLst>
              <a:ext uri="{FF2B5EF4-FFF2-40B4-BE49-F238E27FC236}">
                <a16:creationId xmlns:a16="http://schemas.microsoft.com/office/drawing/2014/main" id="{0569BB66-D3F1-0069-E91C-18CD504DDD54}"/>
              </a:ext>
            </a:extLst>
          </p:cNvPr>
          <p:cNvSpPr txBox="1"/>
          <p:nvPr/>
        </p:nvSpPr>
        <p:spPr>
          <a:xfrm>
            <a:off x="10774944" y="5837340"/>
            <a:ext cx="10280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7" name="文字方塊 122">
            <a:extLst>
              <a:ext uri="{FF2B5EF4-FFF2-40B4-BE49-F238E27FC236}">
                <a16:creationId xmlns:a16="http://schemas.microsoft.com/office/drawing/2014/main" id="{BE01FFC7-E467-6576-74EC-401DCC848AEE}"/>
              </a:ext>
            </a:extLst>
          </p:cNvPr>
          <p:cNvSpPr txBox="1"/>
          <p:nvPr/>
        </p:nvSpPr>
        <p:spPr>
          <a:xfrm>
            <a:off x="10499549" y="3834738"/>
            <a:ext cx="135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0000FF"/>
                </a:solidFill>
              </a:rPr>
              <a:t>100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6" name="文字方塊 142">
            <a:extLst>
              <a:ext uri="{FF2B5EF4-FFF2-40B4-BE49-F238E27FC236}">
                <a16:creationId xmlns:a16="http://schemas.microsoft.com/office/drawing/2014/main" id="{45FE8486-1FC2-D387-09C2-5C3BDB4EC00A}"/>
              </a:ext>
            </a:extLst>
          </p:cNvPr>
          <p:cNvSpPr txBox="1"/>
          <p:nvPr/>
        </p:nvSpPr>
        <p:spPr>
          <a:xfrm>
            <a:off x="7077134" y="4010414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7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7077134" y="4010414"/>
            <a:ext cx="541638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ysClr val="windowText" lastClr="000000"/>
                </a:solidFill>
              </a:rPr>
              <a:t>0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16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bldLvl="0" animBg="1"/>
      <p:bldP spid="136" grpId="0"/>
      <p:bldP spid="136" grpId="1"/>
      <p:bldP spid="137" grpId="0"/>
      <p:bldP spid="137" grpId="1"/>
      <p:bldP spid="138" grpId="0"/>
      <p:bldP spid="138" grpId="1"/>
      <p:bldP spid="141" grpId="0"/>
      <p:bldP spid="141" grpId="1"/>
      <p:bldP spid="144" grpId="0" bldLvl="0" animBg="1"/>
      <p:bldP spid="144" grpId="1" bldLvl="0" animBg="1"/>
      <p:bldP spid="145" grpId="0"/>
      <p:bldP spid="145" grpId="1"/>
      <p:bldP spid="146" grpId="0"/>
      <p:bldP spid="146" grpId="1"/>
      <p:bldP spid="14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9636FAAA-BCD0-4737-B7BF-714C4CFDEB51}">
  <ds:schemaRefs/>
</ds:datastoreItem>
</file>

<file path=customXml/itemProps2.xml><?xml version="1.0" encoding="utf-8"?>
<ds:datastoreItem xmlns:ds="http://schemas.openxmlformats.org/officeDocument/2006/customXml" ds:itemID="{BFA838ED-C12F-4A42-8E88-98BAC73D2147}">
  <ds:schemaRefs/>
</ds:datastoreItem>
</file>

<file path=customXml/itemProps3.xml><?xml version="1.0" encoding="utf-8"?>
<ds:datastoreItem xmlns:ds="http://schemas.openxmlformats.org/officeDocument/2006/customXml" ds:itemID="{3C6A4EEA-2556-441D-B20B-0657893061D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688</Words>
  <Application>Microsoft Macintosh PowerPoint</Application>
  <PresentationFormat>Custom</PresentationFormat>
  <Paragraphs>519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等线</vt:lpstr>
      <vt:lpstr>Arial</vt:lpstr>
      <vt:lpstr>Cambria Math</vt:lpstr>
      <vt:lpstr>Wingdings 2</vt:lpstr>
      <vt:lpstr>Breeze</vt:lpstr>
      <vt:lpstr> LSTM</vt:lpstr>
      <vt:lpstr> Long Short-term Memory (LSTM)</vt:lpstr>
      <vt:lpstr>PowerPoint Presentation</vt:lpstr>
      <vt:lpstr>LSTM -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22</cp:revision>
  <dcterms:created xsi:type="dcterms:W3CDTF">2019-02-13T16:04:00Z</dcterms:created>
  <dcterms:modified xsi:type="dcterms:W3CDTF">2024-04-01T20:24:29Z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