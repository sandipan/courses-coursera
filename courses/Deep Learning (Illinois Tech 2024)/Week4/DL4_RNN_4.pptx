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266" r:id="rId5"/>
    <p:sldId id="287" r:id="rId6"/>
    <p:sldId id="288" r:id="rId7"/>
    <p:sldId id="289" r:id="rId8"/>
    <p:sldId id="290" r:id="rId9"/>
    <p:sldId id="291" r:id="rId10"/>
    <p:sldId id="293" r:id="rId11"/>
  </p:sldIdLst>
  <p:sldSz cx="18288000" cy="10287000"/>
  <p:notesSz cx="6858000" cy="9144000"/>
  <p:custDataLst>
    <p:tags r:id="rId13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8E1E4A-4862-4A77-9726-D2EA92072CCC}" v="25" dt="2024-03-18T01:47:50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41"/>
  </p:normalViewPr>
  <p:slideViewPr>
    <p:cSldViewPr snapToGrid="0" snapToObjects="1" showGuides="1">
      <p:cViewPr varScale="1">
        <p:scale>
          <a:sx n="75" d="100"/>
          <a:sy n="75" d="100"/>
        </p:scale>
        <p:origin x="624" y="16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FB8E1E4A-4862-4A77-9726-D2EA92072CCC}"/>
    <pc:docChg chg="undo custSel addSld delSld modSld">
      <pc:chgData name="Kaiang Wen" userId="a219f04c-ae7d-4ada-9001-a33e528312f1" providerId="ADAL" clId="{FB8E1E4A-4862-4A77-9726-D2EA92072CCC}" dt="2024-03-18T01:47:54.971" v="125" actId="20577"/>
      <pc:docMkLst>
        <pc:docMk/>
      </pc:docMkLst>
      <pc:sldChg chg="modSp mod">
        <pc:chgData name="Kaiang Wen" userId="a219f04c-ae7d-4ada-9001-a33e528312f1" providerId="ADAL" clId="{FB8E1E4A-4862-4A77-9726-D2EA92072CCC}" dt="2024-03-18T01:31:34.940" v="1" actId="14100"/>
        <pc:sldMkLst>
          <pc:docMk/>
          <pc:sldMk cId="0" sldId="287"/>
        </pc:sldMkLst>
        <pc:spChg chg="mod">
          <ac:chgData name="Kaiang Wen" userId="a219f04c-ae7d-4ada-9001-a33e528312f1" providerId="ADAL" clId="{FB8E1E4A-4862-4A77-9726-D2EA92072CCC}" dt="2024-03-18T01:31:34.940" v="1" actId="14100"/>
          <ac:spMkLst>
            <pc:docMk/>
            <pc:sldMk cId="0" sldId="287"/>
            <ac:spMk id="5" creationId="{00000000-0000-0000-0000-000000000000}"/>
          </ac:spMkLst>
        </pc:spChg>
        <pc:cxnChg chg="mod">
          <ac:chgData name="Kaiang Wen" userId="a219f04c-ae7d-4ada-9001-a33e528312f1" providerId="ADAL" clId="{FB8E1E4A-4862-4A77-9726-D2EA92072CCC}" dt="2024-03-18T01:31:30.780" v="0" actId="14100"/>
          <ac:cxnSpMkLst>
            <pc:docMk/>
            <pc:sldMk cId="0" sldId="287"/>
            <ac:cxnSpMk id="57" creationId="{00000000-0000-0000-0000-000000000000}"/>
          </ac:cxnSpMkLst>
        </pc:cxnChg>
      </pc:sldChg>
      <pc:sldChg chg="modSp mod">
        <pc:chgData name="Kaiang Wen" userId="a219f04c-ae7d-4ada-9001-a33e528312f1" providerId="ADAL" clId="{FB8E1E4A-4862-4A77-9726-D2EA92072CCC}" dt="2024-03-18T01:32:30.393" v="5" actId="14100"/>
        <pc:sldMkLst>
          <pc:docMk/>
          <pc:sldMk cId="0" sldId="288"/>
        </pc:sldMkLst>
        <pc:spChg chg="mod">
          <ac:chgData name="Kaiang Wen" userId="a219f04c-ae7d-4ada-9001-a33e528312f1" providerId="ADAL" clId="{FB8E1E4A-4862-4A77-9726-D2EA92072CCC}" dt="2024-03-18T01:32:05.841" v="2" actId="1076"/>
          <ac:spMkLst>
            <pc:docMk/>
            <pc:sldMk cId="0" sldId="288"/>
            <ac:spMk id="16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2:24.488" v="4" actId="1076"/>
          <ac:spMkLst>
            <pc:docMk/>
            <pc:sldMk cId="0" sldId="288"/>
            <ac:spMk id="18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2:12.586" v="3" actId="1076"/>
          <ac:spMkLst>
            <pc:docMk/>
            <pc:sldMk cId="0" sldId="288"/>
            <ac:spMk id="19" creationId="{00000000-0000-0000-0000-000000000000}"/>
          </ac:spMkLst>
        </pc:spChg>
        <pc:cxnChg chg="mod">
          <ac:chgData name="Kaiang Wen" userId="a219f04c-ae7d-4ada-9001-a33e528312f1" providerId="ADAL" clId="{FB8E1E4A-4862-4A77-9726-D2EA92072CCC}" dt="2024-03-18T01:32:05.841" v="2" actId="1076"/>
          <ac:cxnSpMkLst>
            <pc:docMk/>
            <pc:sldMk cId="0" sldId="288"/>
            <ac:cxnSpMk id="26" creationId="{00000000-0000-0000-0000-000000000000}"/>
          </ac:cxnSpMkLst>
        </pc:cxnChg>
        <pc:cxnChg chg="mod">
          <ac:chgData name="Kaiang Wen" userId="a219f04c-ae7d-4ada-9001-a33e528312f1" providerId="ADAL" clId="{FB8E1E4A-4862-4A77-9726-D2EA92072CCC}" dt="2024-03-18T01:32:24.488" v="4" actId="1076"/>
          <ac:cxnSpMkLst>
            <pc:docMk/>
            <pc:sldMk cId="0" sldId="288"/>
            <ac:cxnSpMk id="46" creationId="{00000000-0000-0000-0000-000000000000}"/>
          </ac:cxnSpMkLst>
        </pc:cxnChg>
        <pc:cxnChg chg="mod">
          <ac:chgData name="Kaiang Wen" userId="a219f04c-ae7d-4ada-9001-a33e528312f1" providerId="ADAL" clId="{FB8E1E4A-4862-4A77-9726-D2EA92072CCC}" dt="2024-03-18T01:32:30.393" v="5" actId="14100"/>
          <ac:cxnSpMkLst>
            <pc:docMk/>
            <pc:sldMk cId="0" sldId="288"/>
            <ac:cxnSpMk id="49" creationId="{00000000-0000-0000-0000-000000000000}"/>
          </ac:cxnSpMkLst>
        </pc:cxnChg>
        <pc:cxnChg chg="mod">
          <ac:chgData name="Kaiang Wen" userId="a219f04c-ae7d-4ada-9001-a33e528312f1" providerId="ADAL" clId="{FB8E1E4A-4862-4A77-9726-D2EA92072CCC}" dt="2024-03-18T01:32:12.586" v="3" actId="1076"/>
          <ac:cxnSpMkLst>
            <pc:docMk/>
            <pc:sldMk cId="0" sldId="288"/>
            <ac:cxnSpMk id="51" creationId="{00000000-0000-0000-0000-000000000000}"/>
          </ac:cxnSpMkLst>
        </pc:cxnChg>
        <pc:cxnChg chg="mod">
          <ac:chgData name="Kaiang Wen" userId="a219f04c-ae7d-4ada-9001-a33e528312f1" providerId="ADAL" clId="{FB8E1E4A-4862-4A77-9726-D2EA92072CCC}" dt="2024-03-18T01:32:12.586" v="3" actId="1076"/>
          <ac:cxnSpMkLst>
            <pc:docMk/>
            <pc:sldMk cId="0" sldId="288"/>
            <ac:cxnSpMk id="54" creationId="{00000000-0000-0000-0000-000000000000}"/>
          </ac:cxnSpMkLst>
        </pc:cxnChg>
      </pc:sldChg>
      <pc:sldChg chg="modSp mod">
        <pc:chgData name="Kaiang Wen" userId="a219f04c-ae7d-4ada-9001-a33e528312f1" providerId="ADAL" clId="{FB8E1E4A-4862-4A77-9726-D2EA92072CCC}" dt="2024-03-18T01:35:15.404" v="40" actId="13822"/>
        <pc:sldMkLst>
          <pc:docMk/>
          <pc:sldMk cId="0" sldId="289"/>
        </pc:sldMkLst>
        <pc:spChg chg="mod">
          <ac:chgData name="Kaiang Wen" userId="a219f04c-ae7d-4ada-9001-a33e528312f1" providerId="ADAL" clId="{FB8E1E4A-4862-4A77-9726-D2EA92072CCC}" dt="2024-03-18T01:35:15.404" v="40" actId="13822"/>
          <ac:spMkLst>
            <pc:docMk/>
            <pc:sldMk cId="0" sldId="289"/>
            <ac:spMk id="140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15.404" v="40" actId="13822"/>
          <ac:spMkLst>
            <pc:docMk/>
            <pc:sldMk cId="0" sldId="289"/>
            <ac:spMk id="141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15.404" v="40" actId="13822"/>
          <ac:spMkLst>
            <pc:docMk/>
            <pc:sldMk cId="0" sldId="289"/>
            <ac:spMk id="143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15.404" v="40" actId="13822"/>
          <ac:spMkLst>
            <pc:docMk/>
            <pc:sldMk cId="0" sldId="289"/>
            <ac:spMk id="145" creationId="{00000000-0000-0000-0000-000000000000}"/>
          </ac:spMkLst>
        </pc:spChg>
      </pc:sldChg>
      <pc:sldChg chg="modSp mod">
        <pc:chgData name="Kaiang Wen" userId="a219f04c-ae7d-4ada-9001-a33e528312f1" providerId="ADAL" clId="{FB8E1E4A-4862-4A77-9726-D2EA92072CCC}" dt="2024-03-18T01:35:37.174" v="42" actId="13822"/>
        <pc:sldMkLst>
          <pc:docMk/>
          <pc:sldMk cId="0" sldId="290"/>
        </pc:sldMkLst>
        <pc:spChg chg="mod">
          <ac:chgData name="Kaiang Wen" userId="a219f04c-ae7d-4ada-9001-a33e528312f1" providerId="ADAL" clId="{FB8E1E4A-4862-4A77-9726-D2EA92072CCC}" dt="2024-03-18T01:35:24.817" v="41" actId="13822"/>
          <ac:spMkLst>
            <pc:docMk/>
            <pc:sldMk cId="0" sldId="290"/>
            <ac:spMk id="45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24.817" v="41" actId="13822"/>
          <ac:spMkLst>
            <pc:docMk/>
            <pc:sldMk cId="0" sldId="290"/>
            <ac:spMk id="46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4:56.743" v="37" actId="255"/>
          <ac:spMkLst>
            <pc:docMk/>
            <pc:sldMk cId="0" sldId="290"/>
            <ac:spMk id="47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3:39.118" v="6" actId="207"/>
          <ac:spMkLst>
            <pc:docMk/>
            <pc:sldMk cId="0" sldId="290"/>
            <ac:spMk id="48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24.817" v="41" actId="13822"/>
          <ac:spMkLst>
            <pc:docMk/>
            <pc:sldMk cId="0" sldId="290"/>
            <ac:spMk id="50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24.817" v="41" actId="13822"/>
          <ac:spMkLst>
            <pc:docMk/>
            <pc:sldMk cId="0" sldId="290"/>
            <ac:spMk id="51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4:39.134" v="30" actId="20577"/>
          <ac:spMkLst>
            <pc:docMk/>
            <pc:sldMk cId="0" sldId="290"/>
            <ac:spMk id="53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3:39.118" v="6" actId="207"/>
          <ac:spMkLst>
            <pc:docMk/>
            <pc:sldMk cId="0" sldId="290"/>
            <ac:spMk id="54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4:48.999" v="35" actId="20577"/>
          <ac:spMkLst>
            <pc:docMk/>
            <pc:sldMk cId="0" sldId="290"/>
            <ac:spMk id="56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3:39.118" v="6" actId="207"/>
          <ac:spMkLst>
            <pc:docMk/>
            <pc:sldMk cId="0" sldId="290"/>
            <ac:spMk id="57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00.703" v="39" actId="255"/>
          <ac:spMkLst>
            <pc:docMk/>
            <pc:sldMk cId="0" sldId="290"/>
            <ac:spMk id="59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3:39.118" v="6" actId="207"/>
          <ac:spMkLst>
            <pc:docMk/>
            <pc:sldMk cId="0" sldId="290"/>
            <ac:spMk id="60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37.174" v="42" actId="13822"/>
          <ac:spMkLst>
            <pc:docMk/>
            <pc:sldMk cId="0" sldId="290"/>
            <ac:spMk id="128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37.174" v="42" actId="13822"/>
          <ac:spMkLst>
            <pc:docMk/>
            <pc:sldMk cId="0" sldId="290"/>
            <ac:spMk id="129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37.174" v="42" actId="13822"/>
          <ac:spMkLst>
            <pc:docMk/>
            <pc:sldMk cId="0" sldId="290"/>
            <ac:spMk id="130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37.174" v="42" actId="13822"/>
          <ac:spMkLst>
            <pc:docMk/>
            <pc:sldMk cId="0" sldId="290"/>
            <ac:spMk id="131" creationId="{00000000-0000-0000-0000-000000000000}"/>
          </ac:spMkLst>
        </pc:spChg>
        <pc:grpChg chg="mod">
          <ac:chgData name="Kaiang Wen" userId="a219f04c-ae7d-4ada-9001-a33e528312f1" providerId="ADAL" clId="{FB8E1E4A-4862-4A77-9726-D2EA92072CCC}" dt="2024-03-18T01:33:40.365" v="8" actId="207"/>
          <ac:grpSpMkLst>
            <pc:docMk/>
            <pc:sldMk cId="0" sldId="290"/>
            <ac:grpSpMk id="49" creationId="{00000000-0000-0000-0000-000000000000}"/>
          </ac:grpSpMkLst>
        </pc:grpChg>
        <pc:grpChg chg="mod">
          <ac:chgData name="Kaiang Wen" userId="a219f04c-ae7d-4ada-9001-a33e528312f1" providerId="ADAL" clId="{FB8E1E4A-4862-4A77-9726-D2EA92072CCC}" dt="2024-03-18T01:33:40.365" v="8" actId="207"/>
          <ac:grpSpMkLst>
            <pc:docMk/>
            <pc:sldMk cId="0" sldId="290"/>
            <ac:grpSpMk id="52" creationId="{00000000-0000-0000-0000-000000000000}"/>
          </ac:grpSpMkLst>
        </pc:grpChg>
        <pc:grpChg chg="mod">
          <ac:chgData name="Kaiang Wen" userId="a219f04c-ae7d-4ada-9001-a33e528312f1" providerId="ADAL" clId="{FB8E1E4A-4862-4A77-9726-D2EA92072CCC}" dt="2024-03-18T01:33:40.365" v="8" actId="207"/>
          <ac:grpSpMkLst>
            <pc:docMk/>
            <pc:sldMk cId="0" sldId="290"/>
            <ac:grpSpMk id="55" creationId="{00000000-0000-0000-0000-000000000000}"/>
          </ac:grpSpMkLst>
        </pc:grpChg>
        <pc:grpChg chg="mod">
          <ac:chgData name="Kaiang Wen" userId="a219f04c-ae7d-4ada-9001-a33e528312f1" providerId="ADAL" clId="{FB8E1E4A-4862-4A77-9726-D2EA92072CCC}" dt="2024-03-18T01:33:40.365" v="8" actId="207"/>
          <ac:grpSpMkLst>
            <pc:docMk/>
            <pc:sldMk cId="0" sldId="290"/>
            <ac:grpSpMk id="58" creationId="{00000000-0000-0000-0000-000000000000}"/>
          </ac:grpSpMkLst>
        </pc:grpChg>
      </pc:sldChg>
      <pc:sldChg chg="addSp delSp modSp mod delAnim">
        <pc:chgData name="Kaiang Wen" userId="a219f04c-ae7d-4ada-9001-a33e528312f1" providerId="ADAL" clId="{FB8E1E4A-4862-4A77-9726-D2EA92072CCC}" dt="2024-03-18T01:47:54.971" v="125" actId="20577"/>
        <pc:sldMkLst>
          <pc:docMk/>
          <pc:sldMk cId="0" sldId="291"/>
        </pc:sldMkLst>
        <pc:spChg chg="add del">
          <ac:chgData name="Kaiang Wen" userId="a219f04c-ae7d-4ada-9001-a33e528312f1" providerId="ADAL" clId="{FB8E1E4A-4862-4A77-9726-D2EA92072CCC}" dt="2024-03-18T01:47:21.618" v="110" actId="22"/>
          <ac:spMkLst>
            <pc:docMk/>
            <pc:sldMk cId="0" sldId="291"/>
            <ac:spMk id="7" creationId="{23E90D87-8A41-50BA-2578-32C6042856E7}"/>
          </ac:spMkLst>
        </pc:spChg>
        <pc:spChg chg="mod">
          <ac:chgData name="Kaiang Wen" userId="a219f04c-ae7d-4ada-9001-a33e528312f1" providerId="ADAL" clId="{FB8E1E4A-4862-4A77-9726-D2EA92072CCC}" dt="2024-03-18T01:35:57.831" v="43" actId="13822"/>
          <ac:spMkLst>
            <pc:docMk/>
            <pc:sldMk cId="0" sldId="291"/>
            <ac:spMk id="45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57.831" v="43" actId="13822"/>
          <ac:spMkLst>
            <pc:docMk/>
            <pc:sldMk cId="0" sldId="291"/>
            <ac:spMk id="46" creationId="{00000000-0000-0000-0000-000000000000}"/>
          </ac:spMkLst>
        </pc:spChg>
        <pc:spChg chg="mod topLvl">
          <ac:chgData name="Kaiang Wen" userId="a219f04c-ae7d-4ada-9001-a33e528312f1" providerId="ADAL" clId="{FB8E1E4A-4862-4A77-9726-D2EA92072CCC}" dt="2024-03-18T01:47:22.891" v="111"/>
          <ac:spMkLst>
            <pc:docMk/>
            <pc:sldMk cId="0" sldId="291"/>
            <ac:spMk id="47" creationId="{00000000-0000-0000-0000-000000000000}"/>
          </ac:spMkLst>
        </pc:spChg>
        <pc:spChg chg="del mod topLvl">
          <ac:chgData name="Kaiang Wen" userId="a219f04c-ae7d-4ada-9001-a33e528312f1" providerId="ADAL" clId="{FB8E1E4A-4862-4A77-9726-D2EA92072CCC}" dt="2024-03-18T01:47:20.202" v="108" actId="478"/>
          <ac:spMkLst>
            <pc:docMk/>
            <pc:sldMk cId="0" sldId="291"/>
            <ac:spMk id="48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57.831" v="43" actId="13822"/>
          <ac:spMkLst>
            <pc:docMk/>
            <pc:sldMk cId="0" sldId="291"/>
            <ac:spMk id="50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57.831" v="43" actId="13822"/>
          <ac:spMkLst>
            <pc:docMk/>
            <pc:sldMk cId="0" sldId="291"/>
            <ac:spMk id="51" creationId="{00000000-0000-0000-0000-000000000000}"/>
          </ac:spMkLst>
        </pc:spChg>
        <pc:spChg chg="mod topLvl">
          <ac:chgData name="Kaiang Wen" userId="a219f04c-ae7d-4ada-9001-a33e528312f1" providerId="ADAL" clId="{FB8E1E4A-4862-4A77-9726-D2EA92072CCC}" dt="2024-03-18T01:47:05.676" v="103"/>
          <ac:spMkLst>
            <pc:docMk/>
            <pc:sldMk cId="0" sldId="291"/>
            <ac:spMk id="53" creationId="{00000000-0000-0000-0000-000000000000}"/>
          </ac:spMkLst>
        </pc:spChg>
        <pc:spChg chg="del mod topLvl">
          <ac:chgData name="Kaiang Wen" userId="a219f04c-ae7d-4ada-9001-a33e528312f1" providerId="ADAL" clId="{FB8E1E4A-4862-4A77-9726-D2EA92072CCC}" dt="2024-03-18T01:47:03.837" v="102" actId="478"/>
          <ac:spMkLst>
            <pc:docMk/>
            <pc:sldMk cId="0" sldId="291"/>
            <ac:spMk id="54" creationId="{00000000-0000-0000-0000-000000000000}"/>
          </ac:spMkLst>
        </pc:spChg>
        <pc:spChg chg="mod topLvl">
          <ac:chgData name="Kaiang Wen" userId="a219f04c-ae7d-4ada-9001-a33e528312f1" providerId="ADAL" clId="{FB8E1E4A-4862-4A77-9726-D2EA92072CCC}" dt="2024-03-18T01:47:47.629" v="121" actId="20577"/>
          <ac:spMkLst>
            <pc:docMk/>
            <pc:sldMk cId="0" sldId="291"/>
            <ac:spMk id="56" creationId="{00000000-0000-0000-0000-000000000000}"/>
          </ac:spMkLst>
        </pc:spChg>
        <pc:spChg chg="del mod topLvl">
          <ac:chgData name="Kaiang Wen" userId="a219f04c-ae7d-4ada-9001-a33e528312f1" providerId="ADAL" clId="{FB8E1E4A-4862-4A77-9726-D2EA92072CCC}" dt="2024-03-18T01:47:11.275" v="106" actId="478"/>
          <ac:spMkLst>
            <pc:docMk/>
            <pc:sldMk cId="0" sldId="291"/>
            <ac:spMk id="57" creationId="{00000000-0000-0000-0000-000000000000}"/>
          </ac:spMkLst>
        </pc:spChg>
        <pc:spChg chg="mod topLvl">
          <ac:chgData name="Kaiang Wen" userId="a219f04c-ae7d-4ada-9001-a33e528312f1" providerId="ADAL" clId="{FB8E1E4A-4862-4A77-9726-D2EA92072CCC}" dt="2024-03-18T01:47:27.372" v="113"/>
          <ac:spMkLst>
            <pc:docMk/>
            <pc:sldMk cId="0" sldId="291"/>
            <ac:spMk id="59" creationId="{00000000-0000-0000-0000-000000000000}"/>
          </ac:spMkLst>
        </pc:spChg>
        <pc:spChg chg="del mod topLvl">
          <ac:chgData name="Kaiang Wen" userId="a219f04c-ae7d-4ada-9001-a33e528312f1" providerId="ADAL" clId="{FB8E1E4A-4862-4A77-9726-D2EA92072CCC}" dt="2024-03-18T01:47:25.625" v="112" actId="478"/>
          <ac:spMkLst>
            <pc:docMk/>
            <pc:sldMk cId="0" sldId="291"/>
            <ac:spMk id="60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57.831" v="43" actId="13822"/>
          <ac:spMkLst>
            <pc:docMk/>
            <pc:sldMk cId="0" sldId="291"/>
            <ac:spMk id="174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57.831" v="43" actId="13822"/>
          <ac:spMkLst>
            <pc:docMk/>
            <pc:sldMk cId="0" sldId="291"/>
            <ac:spMk id="175" creationId="{00000000-0000-0000-0000-000000000000}"/>
          </ac:spMkLst>
        </pc:spChg>
        <pc:spChg chg="mod topLvl">
          <ac:chgData name="Kaiang Wen" userId="a219f04c-ae7d-4ada-9001-a33e528312f1" providerId="ADAL" clId="{FB8E1E4A-4862-4A77-9726-D2EA92072CCC}" dt="2024-03-18T01:47:35.840" v="117"/>
          <ac:spMkLst>
            <pc:docMk/>
            <pc:sldMk cId="0" sldId="291"/>
            <ac:spMk id="177" creationId="{00000000-0000-0000-0000-000000000000}"/>
          </ac:spMkLst>
        </pc:spChg>
        <pc:spChg chg="del mod topLvl">
          <ac:chgData name="Kaiang Wen" userId="a219f04c-ae7d-4ada-9001-a33e528312f1" providerId="ADAL" clId="{FB8E1E4A-4862-4A77-9726-D2EA92072CCC}" dt="2024-03-18T01:47:34.315" v="116" actId="478"/>
          <ac:spMkLst>
            <pc:docMk/>
            <pc:sldMk cId="0" sldId="291"/>
            <ac:spMk id="178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57.831" v="43" actId="13822"/>
          <ac:spMkLst>
            <pc:docMk/>
            <pc:sldMk cId="0" sldId="291"/>
            <ac:spMk id="179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5:57.831" v="43" actId="13822"/>
          <ac:spMkLst>
            <pc:docMk/>
            <pc:sldMk cId="0" sldId="291"/>
            <ac:spMk id="180" creationId="{00000000-0000-0000-0000-000000000000}"/>
          </ac:spMkLst>
        </pc:spChg>
        <pc:spChg chg="mod topLvl">
          <ac:chgData name="Kaiang Wen" userId="a219f04c-ae7d-4ada-9001-a33e528312f1" providerId="ADAL" clId="{FB8E1E4A-4862-4A77-9726-D2EA92072CCC}" dt="2024-03-18T01:47:31.645" v="115"/>
          <ac:spMkLst>
            <pc:docMk/>
            <pc:sldMk cId="0" sldId="291"/>
            <ac:spMk id="182" creationId="{00000000-0000-0000-0000-000000000000}"/>
          </ac:spMkLst>
        </pc:spChg>
        <pc:spChg chg="del mod topLvl">
          <ac:chgData name="Kaiang Wen" userId="a219f04c-ae7d-4ada-9001-a33e528312f1" providerId="ADAL" clId="{FB8E1E4A-4862-4A77-9726-D2EA92072CCC}" dt="2024-03-18T01:47:29.649" v="114" actId="478"/>
          <ac:spMkLst>
            <pc:docMk/>
            <pc:sldMk cId="0" sldId="291"/>
            <ac:spMk id="183" creationId="{00000000-0000-0000-0000-000000000000}"/>
          </ac:spMkLst>
        </pc:spChg>
        <pc:spChg chg="mod topLvl">
          <ac:chgData name="Kaiang Wen" userId="a219f04c-ae7d-4ada-9001-a33e528312f1" providerId="ADAL" clId="{FB8E1E4A-4862-4A77-9726-D2EA92072CCC}" dt="2024-03-18T01:47:54.971" v="125" actId="20577"/>
          <ac:spMkLst>
            <pc:docMk/>
            <pc:sldMk cId="0" sldId="291"/>
            <ac:spMk id="185" creationId="{00000000-0000-0000-0000-000000000000}"/>
          </ac:spMkLst>
        </pc:spChg>
        <pc:spChg chg="del mod topLvl">
          <ac:chgData name="Kaiang Wen" userId="a219f04c-ae7d-4ada-9001-a33e528312f1" providerId="ADAL" clId="{FB8E1E4A-4862-4A77-9726-D2EA92072CCC}" dt="2024-03-18T01:47:52.328" v="123" actId="478"/>
          <ac:spMkLst>
            <pc:docMk/>
            <pc:sldMk cId="0" sldId="291"/>
            <ac:spMk id="186" creationId="{00000000-0000-0000-0000-000000000000}"/>
          </ac:spMkLst>
        </pc:spChg>
        <pc:spChg chg="mod topLvl">
          <ac:chgData name="Kaiang Wen" userId="a219f04c-ae7d-4ada-9001-a33e528312f1" providerId="ADAL" clId="{FB8E1E4A-4862-4A77-9726-D2EA92072CCC}" dt="2024-03-18T01:47:39.753" v="119"/>
          <ac:spMkLst>
            <pc:docMk/>
            <pc:sldMk cId="0" sldId="291"/>
            <ac:spMk id="188" creationId="{00000000-0000-0000-0000-000000000000}"/>
          </ac:spMkLst>
        </pc:spChg>
        <pc:spChg chg="del mod topLvl">
          <ac:chgData name="Kaiang Wen" userId="a219f04c-ae7d-4ada-9001-a33e528312f1" providerId="ADAL" clId="{FB8E1E4A-4862-4A77-9726-D2EA92072CCC}" dt="2024-03-18T01:47:37.820" v="118" actId="478"/>
          <ac:spMkLst>
            <pc:docMk/>
            <pc:sldMk cId="0" sldId="291"/>
            <ac:spMk id="189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8:57.568" v="64" actId="207"/>
          <ac:spMkLst>
            <pc:docMk/>
            <pc:sldMk cId="0" sldId="291"/>
            <ac:spMk id="215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6:18.775" v="45" actId="1076"/>
          <ac:spMkLst>
            <pc:docMk/>
            <pc:sldMk cId="0" sldId="291"/>
            <ac:spMk id="219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8:55.563" v="63" actId="207"/>
          <ac:spMkLst>
            <pc:docMk/>
            <pc:sldMk cId="0" sldId="291"/>
            <ac:spMk id="222" creationId="{00000000-0000-0000-0000-000000000000}"/>
          </ac:spMkLst>
        </pc:spChg>
        <pc:grpChg chg="del mod">
          <ac:chgData name="Kaiang Wen" userId="a219f04c-ae7d-4ada-9001-a33e528312f1" providerId="ADAL" clId="{FB8E1E4A-4862-4A77-9726-D2EA92072CCC}" dt="2024-03-18T01:47:20.202" v="108" actId="478"/>
          <ac:grpSpMkLst>
            <pc:docMk/>
            <pc:sldMk cId="0" sldId="291"/>
            <ac:grpSpMk id="49" creationId="{00000000-0000-0000-0000-000000000000}"/>
          </ac:grpSpMkLst>
        </pc:grpChg>
        <pc:grpChg chg="del mod">
          <ac:chgData name="Kaiang Wen" userId="a219f04c-ae7d-4ada-9001-a33e528312f1" providerId="ADAL" clId="{FB8E1E4A-4862-4A77-9726-D2EA92072CCC}" dt="2024-03-18T01:47:03.837" v="102" actId="478"/>
          <ac:grpSpMkLst>
            <pc:docMk/>
            <pc:sldMk cId="0" sldId="291"/>
            <ac:grpSpMk id="52" creationId="{00000000-0000-0000-0000-000000000000}"/>
          </ac:grpSpMkLst>
        </pc:grpChg>
        <pc:grpChg chg="del mod">
          <ac:chgData name="Kaiang Wen" userId="a219f04c-ae7d-4ada-9001-a33e528312f1" providerId="ADAL" clId="{FB8E1E4A-4862-4A77-9726-D2EA92072CCC}" dt="2024-03-18T01:47:11.275" v="106" actId="478"/>
          <ac:grpSpMkLst>
            <pc:docMk/>
            <pc:sldMk cId="0" sldId="291"/>
            <ac:grpSpMk id="55" creationId="{00000000-0000-0000-0000-000000000000}"/>
          </ac:grpSpMkLst>
        </pc:grpChg>
        <pc:grpChg chg="del mod">
          <ac:chgData name="Kaiang Wen" userId="a219f04c-ae7d-4ada-9001-a33e528312f1" providerId="ADAL" clId="{FB8E1E4A-4862-4A77-9726-D2EA92072CCC}" dt="2024-03-18T01:47:25.625" v="112" actId="478"/>
          <ac:grpSpMkLst>
            <pc:docMk/>
            <pc:sldMk cId="0" sldId="291"/>
            <ac:grpSpMk id="58" creationId="{00000000-0000-0000-0000-000000000000}"/>
          </ac:grpSpMkLst>
        </pc:grpChg>
        <pc:grpChg chg="del mod">
          <ac:chgData name="Kaiang Wen" userId="a219f04c-ae7d-4ada-9001-a33e528312f1" providerId="ADAL" clId="{FB8E1E4A-4862-4A77-9726-D2EA92072CCC}" dt="2024-03-18T01:47:34.315" v="116" actId="478"/>
          <ac:grpSpMkLst>
            <pc:docMk/>
            <pc:sldMk cId="0" sldId="291"/>
            <ac:grpSpMk id="176" creationId="{00000000-0000-0000-0000-000000000000}"/>
          </ac:grpSpMkLst>
        </pc:grpChg>
        <pc:grpChg chg="del mod">
          <ac:chgData name="Kaiang Wen" userId="a219f04c-ae7d-4ada-9001-a33e528312f1" providerId="ADAL" clId="{FB8E1E4A-4862-4A77-9726-D2EA92072CCC}" dt="2024-03-18T01:47:29.649" v="114" actId="478"/>
          <ac:grpSpMkLst>
            <pc:docMk/>
            <pc:sldMk cId="0" sldId="291"/>
            <ac:grpSpMk id="181" creationId="{00000000-0000-0000-0000-000000000000}"/>
          </ac:grpSpMkLst>
        </pc:grpChg>
        <pc:grpChg chg="del mod">
          <ac:chgData name="Kaiang Wen" userId="a219f04c-ae7d-4ada-9001-a33e528312f1" providerId="ADAL" clId="{FB8E1E4A-4862-4A77-9726-D2EA92072CCC}" dt="2024-03-18T01:47:52.328" v="123" actId="478"/>
          <ac:grpSpMkLst>
            <pc:docMk/>
            <pc:sldMk cId="0" sldId="291"/>
            <ac:grpSpMk id="184" creationId="{00000000-0000-0000-0000-000000000000}"/>
          </ac:grpSpMkLst>
        </pc:grpChg>
        <pc:grpChg chg="del mod">
          <ac:chgData name="Kaiang Wen" userId="a219f04c-ae7d-4ada-9001-a33e528312f1" providerId="ADAL" clId="{FB8E1E4A-4862-4A77-9726-D2EA92072CCC}" dt="2024-03-18T01:47:37.820" v="118" actId="478"/>
          <ac:grpSpMkLst>
            <pc:docMk/>
            <pc:sldMk cId="0" sldId="291"/>
            <ac:grpSpMk id="187" creationId="{00000000-0000-0000-0000-000000000000}"/>
          </ac:grpSpMkLst>
        </pc:grpChg>
      </pc:sldChg>
      <pc:sldChg chg="addSp delSp modSp del mod delAnim">
        <pc:chgData name="Kaiang Wen" userId="a219f04c-ae7d-4ada-9001-a33e528312f1" providerId="ADAL" clId="{FB8E1E4A-4862-4A77-9726-D2EA92072CCC}" dt="2024-03-18T01:45:33.862" v="97" actId="47"/>
        <pc:sldMkLst>
          <pc:docMk/>
          <pc:sldMk cId="0" sldId="292"/>
        </pc:sldMkLst>
        <pc:spChg chg="del mod">
          <ac:chgData name="Kaiang Wen" userId="a219f04c-ae7d-4ada-9001-a33e528312f1" providerId="ADAL" clId="{FB8E1E4A-4862-4A77-9726-D2EA92072CCC}" dt="2024-03-18T01:37:44.608" v="51" actId="478"/>
          <ac:spMkLst>
            <pc:docMk/>
            <pc:sldMk cId="0" sldId="292"/>
            <ac:spMk id="7" creationId="{00000000-0000-0000-0000-000000000000}"/>
          </ac:spMkLst>
        </pc:spChg>
        <pc:spChg chg="del">
          <ac:chgData name="Kaiang Wen" userId="a219f04c-ae7d-4ada-9001-a33e528312f1" providerId="ADAL" clId="{FB8E1E4A-4862-4A77-9726-D2EA92072CCC}" dt="2024-03-18T01:37:45.842" v="52" actId="478"/>
          <ac:spMkLst>
            <pc:docMk/>
            <pc:sldMk cId="0" sldId="292"/>
            <ac:spMk id="8" creationId="{00000000-0000-0000-0000-000000000000}"/>
          </ac:spMkLst>
        </pc:spChg>
        <pc:spChg chg="del mod">
          <ac:chgData name="Kaiang Wen" userId="a219f04c-ae7d-4ada-9001-a33e528312f1" providerId="ADAL" clId="{FB8E1E4A-4862-4A77-9726-D2EA92072CCC}" dt="2024-03-18T01:37:42.469" v="49" actId="478"/>
          <ac:spMkLst>
            <pc:docMk/>
            <pc:sldMk cId="0" sldId="292"/>
            <ac:spMk id="10" creationId="{00000000-0000-0000-0000-000000000000}"/>
          </ac:spMkLst>
        </pc:spChg>
        <pc:grpChg chg="add mod">
          <ac:chgData name="Kaiang Wen" userId="a219f04c-ae7d-4ada-9001-a33e528312f1" providerId="ADAL" clId="{FB8E1E4A-4862-4A77-9726-D2EA92072CCC}" dt="2024-03-18T01:44:55.761" v="93" actId="164"/>
          <ac:grpSpMkLst>
            <pc:docMk/>
            <pc:sldMk cId="0" sldId="292"/>
            <ac:grpSpMk id="24" creationId="{0D1C3CB7-F565-8D28-78FB-459C62C1F951}"/>
          </ac:grpSpMkLst>
        </pc:grpChg>
        <pc:picChg chg="del">
          <ac:chgData name="Kaiang Wen" userId="a219f04c-ae7d-4ada-9001-a33e528312f1" providerId="ADAL" clId="{FB8E1E4A-4862-4A77-9726-D2EA92072CCC}" dt="2024-03-18T01:42:24.245" v="68" actId="478"/>
          <ac:picMkLst>
            <pc:docMk/>
            <pc:sldMk cId="0" sldId="292"/>
            <ac:picMk id="4" creationId="{00000000-0000-0000-0000-000000000000}"/>
          </ac:picMkLst>
        </pc:picChg>
        <pc:picChg chg="del">
          <ac:chgData name="Kaiang Wen" userId="a219f04c-ae7d-4ada-9001-a33e528312f1" providerId="ADAL" clId="{FB8E1E4A-4862-4A77-9726-D2EA92072CCC}" dt="2024-03-18T01:37:42.943" v="50" actId="478"/>
          <ac:picMkLst>
            <pc:docMk/>
            <pc:sldMk cId="0" sldId="292"/>
            <ac:picMk id="9" creationId="{00000000-0000-0000-0000-000000000000}"/>
          </ac:picMkLst>
        </pc:picChg>
        <pc:picChg chg="add mod">
          <ac:chgData name="Kaiang Wen" userId="a219f04c-ae7d-4ada-9001-a33e528312f1" providerId="ADAL" clId="{FB8E1E4A-4862-4A77-9726-D2EA92072CCC}" dt="2024-03-18T01:44:55.761" v="93" actId="164"/>
          <ac:picMkLst>
            <pc:docMk/>
            <pc:sldMk cId="0" sldId="292"/>
            <ac:picMk id="11" creationId="{FC00A8F7-3BE1-6D90-D534-D5008DF5C800}"/>
          </ac:picMkLst>
        </pc:picChg>
        <pc:cxnChg chg="add del mod">
          <ac:chgData name="Kaiang Wen" userId="a219f04c-ae7d-4ada-9001-a33e528312f1" providerId="ADAL" clId="{FB8E1E4A-4862-4A77-9726-D2EA92072CCC}" dt="2024-03-18T01:44:03.601" v="85" actId="478"/>
          <ac:cxnSpMkLst>
            <pc:docMk/>
            <pc:sldMk cId="0" sldId="292"/>
            <ac:cxnSpMk id="13" creationId="{39AA985B-F51A-AA29-DE7C-D6982AE2EE7A}"/>
          </ac:cxnSpMkLst>
        </pc:cxnChg>
        <pc:cxnChg chg="add mod">
          <ac:chgData name="Kaiang Wen" userId="a219f04c-ae7d-4ada-9001-a33e528312f1" providerId="ADAL" clId="{FB8E1E4A-4862-4A77-9726-D2EA92072CCC}" dt="2024-03-18T01:44:55.761" v="93" actId="164"/>
          <ac:cxnSpMkLst>
            <pc:docMk/>
            <pc:sldMk cId="0" sldId="292"/>
            <ac:cxnSpMk id="21" creationId="{27DA1DCB-8832-248E-532E-EE6E84C579D2}"/>
          </ac:cxnSpMkLst>
        </pc:cxnChg>
        <pc:cxnChg chg="add mod">
          <ac:chgData name="Kaiang Wen" userId="a219f04c-ae7d-4ada-9001-a33e528312f1" providerId="ADAL" clId="{FB8E1E4A-4862-4A77-9726-D2EA92072CCC}" dt="2024-03-18T01:44:55.761" v="93" actId="164"/>
          <ac:cxnSpMkLst>
            <pc:docMk/>
            <pc:sldMk cId="0" sldId="292"/>
            <ac:cxnSpMk id="23" creationId="{54E1D866-33DD-359B-66D5-B87114B867F1}"/>
          </ac:cxnSpMkLst>
        </pc:cxnChg>
      </pc:sldChg>
      <pc:sldChg chg="addSp delSp modSp add mod">
        <pc:chgData name="Kaiang Wen" userId="a219f04c-ae7d-4ada-9001-a33e528312f1" providerId="ADAL" clId="{FB8E1E4A-4862-4A77-9726-D2EA92072CCC}" dt="2024-03-18T01:45:56.230" v="99" actId="13822"/>
        <pc:sldMkLst>
          <pc:docMk/>
          <pc:sldMk cId="4286150852" sldId="293"/>
        </pc:sldMkLst>
        <pc:spChg chg="mod">
          <ac:chgData name="Kaiang Wen" userId="a219f04c-ae7d-4ada-9001-a33e528312f1" providerId="ADAL" clId="{FB8E1E4A-4862-4A77-9726-D2EA92072CCC}" dt="2024-03-18T01:45:56.230" v="99" actId="13822"/>
          <ac:spMkLst>
            <pc:docMk/>
            <pc:sldMk cId="4286150852" sldId="293"/>
            <ac:spMk id="7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45:56.230" v="99" actId="13822"/>
          <ac:spMkLst>
            <pc:docMk/>
            <pc:sldMk cId="4286150852" sldId="293"/>
            <ac:spMk id="8" creationId="{00000000-0000-0000-0000-000000000000}"/>
          </ac:spMkLst>
        </pc:spChg>
        <pc:grpChg chg="add mod ord">
          <ac:chgData name="Kaiang Wen" userId="a219f04c-ae7d-4ada-9001-a33e528312f1" providerId="ADAL" clId="{FB8E1E4A-4862-4A77-9726-D2EA92072CCC}" dt="2024-03-18T01:45:24.663" v="96" actId="167"/>
          <ac:grpSpMkLst>
            <pc:docMk/>
            <pc:sldMk cId="4286150852" sldId="293"/>
            <ac:grpSpMk id="2" creationId="{82133F11-A5D0-D13E-F1C7-32ECE57F4778}"/>
          </ac:grpSpMkLst>
        </pc:grpChg>
        <pc:picChg chg="del">
          <ac:chgData name="Kaiang Wen" userId="a219f04c-ae7d-4ada-9001-a33e528312f1" providerId="ADAL" clId="{FB8E1E4A-4862-4A77-9726-D2EA92072CCC}" dt="2024-03-18T01:45:15.845" v="94" actId="478"/>
          <ac:picMkLst>
            <pc:docMk/>
            <pc:sldMk cId="4286150852" sldId="293"/>
            <ac:picMk id="4" creationId="{00000000-0000-0000-0000-000000000000}"/>
          </ac:picMkLst>
        </pc:picChg>
        <pc:picChg chg="mod">
          <ac:chgData name="Kaiang Wen" userId="a219f04c-ae7d-4ada-9001-a33e528312f1" providerId="ADAL" clId="{FB8E1E4A-4862-4A77-9726-D2EA92072CCC}" dt="2024-03-18T01:45:16.112" v="95"/>
          <ac:picMkLst>
            <pc:docMk/>
            <pc:sldMk cId="4286150852" sldId="293"/>
            <ac:picMk id="11" creationId="{47DD18A3-FDC8-BAD2-D909-537830592F4F}"/>
          </ac:picMkLst>
        </pc:picChg>
        <pc:cxnChg chg="mod">
          <ac:chgData name="Kaiang Wen" userId="a219f04c-ae7d-4ada-9001-a33e528312f1" providerId="ADAL" clId="{FB8E1E4A-4862-4A77-9726-D2EA92072CCC}" dt="2024-03-18T01:45:16.112" v="95"/>
          <ac:cxnSpMkLst>
            <pc:docMk/>
            <pc:sldMk cId="4286150852" sldId="293"/>
            <ac:cxnSpMk id="12" creationId="{0EF3FAE7-3AC6-86CF-261C-0D1E99EA6228}"/>
          </ac:cxnSpMkLst>
        </pc:cxnChg>
        <pc:cxnChg chg="mod">
          <ac:chgData name="Kaiang Wen" userId="a219f04c-ae7d-4ada-9001-a33e528312f1" providerId="ADAL" clId="{FB8E1E4A-4862-4A77-9726-D2EA92072CCC}" dt="2024-03-18T01:45:16.112" v="95"/>
          <ac:cxnSpMkLst>
            <pc:docMk/>
            <pc:sldMk cId="4286150852" sldId="293"/>
            <ac:cxnSpMk id="13" creationId="{997A52AD-F14C-921D-0214-424F47D3C9EF}"/>
          </ac:cxnSpMkLst>
        </pc:cxnChg>
      </pc:sldChg>
      <pc:sldChg chg="add del setBg">
        <pc:chgData name="Kaiang Wen" userId="a219f04c-ae7d-4ada-9001-a33e528312f1" providerId="ADAL" clId="{FB8E1E4A-4862-4A77-9726-D2EA92072CCC}" dt="2024-03-18T01:38:12.745" v="58"/>
        <pc:sldMkLst>
          <pc:docMk/>
          <pc:sldMk cId="112694205" sldId="294"/>
        </pc:sldMkLst>
      </pc:sldChg>
      <pc:sldChg chg="addSp modSp add del mod">
        <pc:chgData name="Kaiang Wen" userId="a219f04c-ae7d-4ada-9001-a33e528312f1" providerId="ADAL" clId="{FB8E1E4A-4862-4A77-9726-D2EA92072CCC}" dt="2024-03-18T01:46:11.703" v="100" actId="47"/>
        <pc:sldMkLst>
          <pc:docMk/>
          <pc:sldMk cId="363397207" sldId="294"/>
        </pc:sldMkLst>
        <pc:spChg chg="add mod ord">
          <ac:chgData name="Kaiang Wen" userId="a219f04c-ae7d-4ada-9001-a33e528312f1" providerId="ADAL" clId="{FB8E1E4A-4862-4A77-9726-D2EA92072CCC}" dt="2024-03-18T01:41:02.869" v="67" actId="207"/>
          <ac:spMkLst>
            <pc:docMk/>
            <pc:sldMk cId="363397207" sldId="294"/>
            <ac:spMk id="6" creationId="{D4355A67-6F2D-131A-7112-E8BCAA904586}"/>
          </ac:spMkLst>
        </pc:spChg>
        <pc:spChg chg="mod">
          <ac:chgData name="Kaiang Wen" userId="a219f04c-ae7d-4ada-9001-a33e528312f1" providerId="ADAL" clId="{FB8E1E4A-4862-4A77-9726-D2EA92072CCC}" dt="2024-03-18T01:39:09.858" v="66" actId="207"/>
          <ac:spMkLst>
            <pc:docMk/>
            <pc:sldMk cId="363397207" sldId="294"/>
            <ac:spMk id="215" creationId="{00000000-0000-0000-0000-000000000000}"/>
          </ac:spMkLst>
        </pc:spChg>
        <pc:spChg chg="mod">
          <ac:chgData name="Kaiang Wen" userId="a219f04c-ae7d-4ada-9001-a33e528312f1" providerId="ADAL" clId="{FB8E1E4A-4862-4A77-9726-D2EA92072CCC}" dt="2024-03-18T01:39:07.705" v="65" actId="207"/>
          <ac:spMkLst>
            <pc:docMk/>
            <pc:sldMk cId="363397207" sldId="294"/>
            <ac:spMk id="2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795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046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1"/>
            <a:ext cx="15667355" cy="23368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LSTM (Cont’d)</a:t>
            </a:r>
            <a:endParaRPr lang="zh-CN" alt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/>
          <p:cNvSpPr txBox="1"/>
          <p:nvPr/>
        </p:nvSpPr>
        <p:spPr>
          <a:xfrm>
            <a:off x="7797689" y="9100701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840044" y="9100704"/>
            <a:ext cx="85527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163125" y="9100701"/>
            <a:ext cx="2566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2" name="橢圓 1"/>
          <p:cNvSpPr/>
          <p:nvPr/>
        </p:nvSpPr>
        <p:spPr>
          <a:xfrm>
            <a:off x="6315075" y="4600574"/>
            <a:ext cx="1800225" cy="18002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橢圓 35"/>
          <p:cNvSpPr/>
          <p:nvPr/>
        </p:nvSpPr>
        <p:spPr>
          <a:xfrm>
            <a:off x="10646009" y="4600574"/>
            <a:ext cx="1800225" cy="18002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文字方塊 2"/>
          <p:cNvSpPr txBox="1"/>
          <p:nvPr/>
        </p:nvSpPr>
        <p:spPr>
          <a:xfrm>
            <a:off x="2798516" y="371475"/>
            <a:ext cx="441667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Original Network:</a:t>
            </a:r>
            <a:endParaRPr lang="zh-TW" altLang="en-US" sz="4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665560" y="1230864"/>
            <a:ext cx="102093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4200" dirty="0"/>
              <a:t>Simply replace the neurons with LSTM</a:t>
            </a:r>
            <a:endParaRPr lang="zh-TW" altLang="en-US" sz="4200" dirty="0"/>
          </a:p>
        </p:txBody>
      </p:sp>
      <p:sp>
        <p:nvSpPr>
          <p:cNvPr id="7" name="手繪多邊形 6"/>
          <p:cNvSpPr/>
          <p:nvPr/>
        </p:nvSpPr>
        <p:spPr>
          <a:xfrm>
            <a:off x="6540389" y="5035809"/>
            <a:ext cx="1257300" cy="929754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0912802" y="4988573"/>
            <a:ext cx="1257300" cy="929754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3" name="直線單箭頭接點 12"/>
          <p:cNvCxnSpPr>
            <a:stCxn id="2" idx="0"/>
          </p:cNvCxnSpPr>
          <p:nvPr/>
        </p:nvCxnSpPr>
        <p:spPr>
          <a:xfrm flipV="1">
            <a:off x="7215188" y="3714750"/>
            <a:ext cx="0" cy="8858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11587163" y="3714750"/>
            <a:ext cx="0" cy="8858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6961809" y="3059666"/>
                <a:ext cx="5137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809" y="3059666"/>
                <a:ext cx="513715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59" t="-43" r="-14774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11299872" y="3049752"/>
                <a:ext cx="5187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9872" y="3049752"/>
                <a:ext cx="5187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9" t="-87" r="-14189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/>
          <p:cNvSpPr txBox="1"/>
          <p:nvPr/>
        </p:nvSpPr>
        <p:spPr>
          <a:xfrm rot="5400000">
            <a:off x="6586002" y="2267201"/>
            <a:ext cx="16287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/>
              <a:t>……</a:t>
            </a:r>
            <a:endParaRPr lang="zh-TW" altLang="en-US" sz="4800" dirty="0"/>
          </a:p>
        </p:txBody>
      </p:sp>
      <p:sp>
        <p:nvSpPr>
          <p:cNvPr id="52" name="文字方塊 51"/>
          <p:cNvSpPr txBox="1"/>
          <p:nvPr/>
        </p:nvSpPr>
        <p:spPr>
          <a:xfrm rot="5400000">
            <a:off x="10945709" y="2267201"/>
            <a:ext cx="16287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/>
              <a:t>……</a:t>
            </a:r>
            <a:endParaRPr lang="zh-TW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6707256" y="6313566"/>
                <a:ext cx="47434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256" y="6313566"/>
                <a:ext cx="47434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81" t="-72" r="-16652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11567178" y="6353213"/>
                <a:ext cx="4794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178" y="6353213"/>
                <a:ext cx="4794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" t="-7" r="-1602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單箭頭接點 55"/>
          <p:cNvCxnSpPr>
            <a:endCxn id="2" idx="4"/>
          </p:cNvCxnSpPr>
          <p:nvPr/>
        </p:nvCxnSpPr>
        <p:spPr>
          <a:xfrm flipH="1" flipV="1">
            <a:off x="7215188" y="6400799"/>
            <a:ext cx="900113" cy="26999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cxnSpLocks/>
            <a:stCxn id="11" idx="0"/>
            <a:endCxn id="36" idx="4"/>
          </p:cNvCxnSpPr>
          <p:nvPr/>
        </p:nvCxnSpPr>
        <p:spPr>
          <a:xfrm flipV="1">
            <a:off x="8159998" y="6400799"/>
            <a:ext cx="3386124" cy="26999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2" idx="4"/>
          </p:cNvCxnSpPr>
          <p:nvPr/>
        </p:nvCxnSpPr>
        <p:spPr>
          <a:xfrm flipH="1" flipV="1">
            <a:off x="7215188" y="6400799"/>
            <a:ext cx="3020079" cy="26999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endCxn id="36" idx="4"/>
          </p:cNvCxnSpPr>
          <p:nvPr/>
        </p:nvCxnSpPr>
        <p:spPr>
          <a:xfrm flipV="1">
            <a:off x="10262015" y="6400799"/>
            <a:ext cx="1284107" cy="26999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4" grpId="0"/>
      <p:bldP spid="2" grpId="0" bldLvl="0" animBg="1"/>
      <p:bldP spid="36" grpId="0" bldLvl="0" animBg="1"/>
      <p:bldP spid="3" grpId="0"/>
      <p:bldP spid="5" grpId="0"/>
      <p:bldP spid="7" grpId="0" bldLvl="0" animBg="1"/>
      <p:bldP spid="41" grpId="0" bldLvl="0" animBg="1"/>
      <p:bldP spid="48" grpId="0"/>
      <p:bldP spid="50" grpId="0"/>
      <p:bldP spid="25" grpId="0"/>
      <p:bldP spid="52" grpId="0"/>
      <p:bldP spid="53" grpId="0"/>
      <p:bldP spid="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144" y="696117"/>
            <a:ext cx="4144688" cy="544215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944" y="642452"/>
            <a:ext cx="4144688" cy="5442155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7797689" y="9100701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840044" y="9100704"/>
            <a:ext cx="85527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282341" y="6084606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3719100" y="4084356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8559832" y="3098659"/>
            <a:ext cx="483079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690525" y="1134233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2866441" y="6060097"/>
            <a:ext cx="483079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41240" y="3988844"/>
            <a:ext cx="483079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051632" y="2924718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339480" y="973880"/>
            <a:ext cx="724618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163125" y="9100701"/>
            <a:ext cx="2566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22" name="手繪多邊形 21"/>
          <p:cNvSpPr/>
          <p:nvPr/>
        </p:nvSpPr>
        <p:spPr>
          <a:xfrm>
            <a:off x="6573011" y="6777104"/>
            <a:ext cx="1613046" cy="2345126"/>
          </a:xfrm>
          <a:custGeom>
            <a:avLst/>
            <a:gdLst>
              <a:gd name="connsiteX0" fmla="*/ 1204685 w 1204685"/>
              <a:gd name="connsiteY0" fmla="*/ 899886 h 899886"/>
              <a:gd name="connsiteX1" fmla="*/ 0 w 1204685"/>
              <a:gd name="connsiteY1" fmla="*/ 0 h 89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4685" h="899886">
                <a:moveTo>
                  <a:pt x="1204685" y="89988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手繪多邊形 22"/>
          <p:cNvSpPr/>
          <p:nvPr/>
        </p:nvSpPr>
        <p:spPr>
          <a:xfrm>
            <a:off x="6573011" y="6727694"/>
            <a:ext cx="3694673" cy="2342529"/>
          </a:xfrm>
          <a:custGeom>
            <a:avLst/>
            <a:gdLst>
              <a:gd name="connsiteX0" fmla="*/ 2627085 w 2668189"/>
              <a:gd name="connsiteY0" fmla="*/ 870857 h 890814"/>
              <a:gd name="connsiteX1" fmla="*/ 2481943 w 2668189"/>
              <a:gd name="connsiteY1" fmla="*/ 841829 h 890814"/>
              <a:gd name="connsiteX2" fmla="*/ 0 w 2668189"/>
              <a:gd name="connsiteY2" fmla="*/ 0 h 890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8189" h="890814">
                <a:moveTo>
                  <a:pt x="2627085" y="870857"/>
                </a:moveTo>
                <a:cubicBezTo>
                  <a:pt x="2773437" y="928914"/>
                  <a:pt x="2481943" y="841829"/>
                  <a:pt x="2481943" y="841829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手繪多邊形 23"/>
          <p:cNvSpPr/>
          <p:nvPr/>
        </p:nvSpPr>
        <p:spPr>
          <a:xfrm>
            <a:off x="8098971" y="3756882"/>
            <a:ext cx="716498" cy="5343576"/>
          </a:xfrm>
          <a:custGeom>
            <a:avLst/>
            <a:gdLst>
              <a:gd name="connsiteX0" fmla="*/ 0 w 333829"/>
              <a:gd name="connsiteY0" fmla="*/ 2902857 h 2902857"/>
              <a:gd name="connsiteX1" fmla="*/ 333829 w 333829"/>
              <a:gd name="connsiteY1" fmla="*/ 0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3829" h="2902857">
                <a:moveTo>
                  <a:pt x="0" y="2902857"/>
                </a:moveTo>
                <a:lnTo>
                  <a:pt x="333829" y="0"/>
                </a:lnTo>
              </a:path>
            </a:pathLst>
          </a:custGeom>
          <a:noFill/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6" name="直線單箭頭接點 25"/>
          <p:cNvCxnSpPr>
            <a:stCxn id="12" idx="0"/>
            <a:endCxn id="16" idx="2"/>
          </p:cNvCxnSpPr>
          <p:nvPr/>
        </p:nvCxnSpPr>
        <p:spPr>
          <a:xfrm flipH="1" flipV="1">
            <a:off x="8801372" y="3743819"/>
            <a:ext cx="1466311" cy="5356885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手繪多邊形 37"/>
          <p:cNvSpPr/>
          <p:nvPr/>
        </p:nvSpPr>
        <p:spPr>
          <a:xfrm>
            <a:off x="2407920" y="1645920"/>
            <a:ext cx="5669280" cy="7498080"/>
          </a:xfrm>
          <a:custGeom>
            <a:avLst/>
            <a:gdLst>
              <a:gd name="connsiteX0" fmla="*/ 3779520 w 3779520"/>
              <a:gd name="connsiteY0" fmla="*/ 4998720 h 4998720"/>
              <a:gd name="connsiteX1" fmla="*/ 3657600 w 3779520"/>
              <a:gd name="connsiteY1" fmla="*/ 4978400 h 4998720"/>
              <a:gd name="connsiteX2" fmla="*/ 3596640 w 3779520"/>
              <a:gd name="connsiteY2" fmla="*/ 4958080 h 4998720"/>
              <a:gd name="connsiteX3" fmla="*/ 2722880 w 3779520"/>
              <a:gd name="connsiteY3" fmla="*/ 4917440 h 4998720"/>
              <a:gd name="connsiteX4" fmla="*/ 2600960 w 3779520"/>
              <a:gd name="connsiteY4" fmla="*/ 4897120 h 4998720"/>
              <a:gd name="connsiteX5" fmla="*/ 2458720 w 3779520"/>
              <a:gd name="connsiteY5" fmla="*/ 4876800 h 4998720"/>
              <a:gd name="connsiteX6" fmla="*/ 2397760 w 3779520"/>
              <a:gd name="connsiteY6" fmla="*/ 4836160 h 4998720"/>
              <a:gd name="connsiteX7" fmla="*/ 2275840 w 3779520"/>
              <a:gd name="connsiteY7" fmla="*/ 4815840 h 4998720"/>
              <a:gd name="connsiteX8" fmla="*/ 1991360 w 3779520"/>
              <a:gd name="connsiteY8" fmla="*/ 4754880 h 4998720"/>
              <a:gd name="connsiteX9" fmla="*/ 1828800 w 3779520"/>
              <a:gd name="connsiteY9" fmla="*/ 4734560 h 4998720"/>
              <a:gd name="connsiteX10" fmla="*/ 1605280 w 3779520"/>
              <a:gd name="connsiteY10" fmla="*/ 4693920 h 4998720"/>
              <a:gd name="connsiteX11" fmla="*/ 1503680 w 3779520"/>
              <a:gd name="connsiteY11" fmla="*/ 4673600 h 4998720"/>
              <a:gd name="connsiteX12" fmla="*/ 1442720 w 3779520"/>
              <a:gd name="connsiteY12" fmla="*/ 4653280 h 4998720"/>
              <a:gd name="connsiteX13" fmla="*/ 1300480 w 3779520"/>
              <a:gd name="connsiteY13" fmla="*/ 4632960 h 4998720"/>
              <a:gd name="connsiteX14" fmla="*/ 1158240 w 3779520"/>
              <a:gd name="connsiteY14" fmla="*/ 4592320 h 4998720"/>
              <a:gd name="connsiteX15" fmla="*/ 1097280 w 3779520"/>
              <a:gd name="connsiteY15" fmla="*/ 4572000 h 4998720"/>
              <a:gd name="connsiteX16" fmla="*/ 995680 w 3779520"/>
              <a:gd name="connsiteY16" fmla="*/ 4551680 h 4998720"/>
              <a:gd name="connsiteX17" fmla="*/ 934720 w 3779520"/>
              <a:gd name="connsiteY17" fmla="*/ 4531360 h 4998720"/>
              <a:gd name="connsiteX18" fmla="*/ 751840 w 3779520"/>
              <a:gd name="connsiteY18" fmla="*/ 4490720 h 4998720"/>
              <a:gd name="connsiteX19" fmla="*/ 650240 w 3779520"/>
              <a:gd name="connsiteY19" fmla="*/ 4368800 h 4998720"/>
              <a:gd name="connsiteX20" fmla="*/ 589280 w 3779520"/>
              <a:gd name="connsiteY20" fmla="*/ 4348480 h 4998720"/>
              <a:gd name="connsiteX21" fmla="*/ 528320 w 3779520"/>
              <a:gd name="connsiteY21" fmla="*/ 4226560 h 4998720"/>
              <a:gd name="connsiteX22" fmla="*/ 467360 w 3779520"/>
              <a:gd name="connsiteY22" fmla="*/ 4165600 h 4998720"/>
              <a:gd name="connsiteX23" fmla="*/ 386080 w 3779520"/>
              <a:gd name="connsiteY23" fmla="*/ 4043680 h 4998720"/>
              <a:gd name="connsiteX24" fmla="*/ 345440 w 3779520"/>
              <a:gd name="connsiteY24" fmla="*/ 3982720 h 4998720"/>
              <a:gd name="connsiteX25" fmla="*/ 325120 w 3779520"/>
              <a:gd name="connsiteY25" fmla="*/ 3881120 h 4998720"/>
              <a:gd name="connsiteX26" fmla="*/ 284480 w 3779520"/>
              <a:gd name="connsiteY26" fmla="*/ 3637280 h 4998720"/>
              <a:gd name="connsiteX27" fmla="*/ 264160 w 3779520"/>
              <a:gd name="connsiteY27" fmla="*/ 3474720 h 4998720"/>
              <a:gd name="connsiteX28" fmla="*/ 243840 w 3779520"/>
              <a:gd name="connsiteY28" fmla="*/ 3149600 h 4998720"/>
              <a:gd name="connsiteX29" fmla="*/ 203200 w 3779520"/>
              <a:gd name="connsiteY29" fmla="*/ 3027680 h 4998720"/>
              <a:gd name="connsiteX30" fmla="*/ 162560 w 3779520"/>
              <a:gd name="connsiteY30" fmla="*/ 2844800 h 4998720"/>
              <a:gd name="connsiteX31" fmla="*/ 121920 w 3779520"/>
              <a:gd name="connsiteY31" fmla="*/ 2783840 h 4998720"/>
              <a:gd name="connsiteX32" fmla="*/ 60960 w 3779520"/>
              <a:gd name="connsiteY32" fmla="*/ 2560320 h 4998720"/>
              <a:gd name="connsiteX33" fmla="*/ 40640 w 3779520"/>
              <a:gd name="connsiteY33" fmla="*/ 2275840 h 4998720"/>
              <a:gd name="connsiteX34" fmla="*/ 20320 w 3779520"/>
              <a:gd name="connsiteY34" fmla="*/ 2174240 h 4998720"/>
              <a:gd name="connsiteX35" fmla="*/ 0 w 3779520"/>
              <a:gd name="connsiteY35" fmla="*/ 1645920 h 4998720"/>
              <a:gd name="connsiteX36" fmla="*/ 40640 w 3779520"/>
              <a:gd name="connsiteY36" fmla="*/ 568960 h 4998720"/>
              <a:gd name="connsiteX37" fmla="*/ 60960 w 3779520"/>
              <a:gd name="connsiteY37" fmla="*/ 447040 h 4998720"/>
              <a:gd name="connsiteX38" fmla="*/ 182880 w 3779520"/>
              <a:gd name="connsiteY38" fmla="*/ 325120 h 4998720"/>
              <a:gd name="connsiteX39" fmla="*/ 304800 w 3779520"/>
              <a:gd name="connsiteY39" fmla="*/ 243840 h 4998720"/>
              <a:gd name="connsiteX40" fmla="*/ 447040 w 3779520"/>
              <a:gd name="connsiteY40" fmla="*/ 162560 h 4998720"/>
              <a:gd name="connsiteX41" fmla="*/ 711200 w 3779520"/>
              <a:gd name="connsiteY41" fmla="*/ 101600 h 4998720"/>
              <a:gd name="connsiteX42" fmla="*/ 873760 w 3779520"/>
              <a:gd name="connsiteY42" fmla="*/ 0 h 499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79520" h="4998720">
                <a:moveTo>
                  <a:pt x="3779520" y="4998720"/>
                </a:moveTo>
                <a:cubicBezTo>
                  <a:pt x="3738880" y="4991947"/>
                  <a:pt x="3697819" y="4987338"/>
                  <a:pt x="3657600" y="4978400"/>
                </a:cubicBezTo>
                <a:cubicBezTo>
                  <a:pt x="3636691" y="4973754"/>
                  <a:pt x="3617871" y="4960911"/>
                  <a:pt x="3596640" y="4958080"/>
                </a:cubicBezTo>
                <a:cubicBezTo>
                  <a:pt x="3367631" y="4927545"/>
                  <a:pt x="2856868" y="4921762"/>
                  <a:pt x="2722880" y="4917440"/>
                </a:cubicBezTo>
                <a:lnTo>
                  <a:pt x="2600960" y="4897120"/>
                </a:lnTo>
                <a:cubicBezTo>
                  <a:pt x="2553622" y="4889837"/>
                  <a:pt x="2504595" y="4890562"/>
                  <a:pt x="2458720" y="4876800"/>
                </a:cubicBezTo>
                <a:cubicBezTo>
                  <a:pt x="2435328" y="4869783"/>
                  <a:pt x="2420928" y="4843883"/>
                  <a:pt x="2397760" y="4836160"/>
                </a:cubicBezTo>
                <a:cubicBezTo>
                  <a:pt x="2358674" y="4823131"/>
                  <a:pt x="2316240" y="4823920"/>
                  <a:pt x="2275840" y="4815840"/>
                </a:cubicBezTo>
                <a:cubicBezTo>
                  <a:pt x="2121912" y="4785054"/>
                  <a:pt x="2235883" y="4785445"/>
                  <a:pt x="1991360" y="4754880"/>
                </a:cubicBezTo>
                <a:lnTo>
                  <a:pt x="1828800" y="4734560"/>
                </a:lnTo>
                <a:cubicBezTo>
                  <a:pt x="1704447" y="4693109"/>
                  <a:pt x="1818635" y="4726744"/>
                  <a:pt x="1605280" y="4693920"/>
                </a:cubicBezTo>
                <a:cubicBezTo>
                  <a:pt x="1571144" y="4688668"/>
                  <a:pt x="1537186" y="4681977"/>
                  <a:pt x="1503680" y="4673600"/>
                </a:cubicBezTo>
                <a:cubicBezTo>
                  <a:pt x="1482900" y="4668405"/>
                  <a:pt x="1463723" y="4657481"/>
                  <a:pt x="1442720" y="4653280"/>
                </a:cubicBezTo>
                <a:cubicBezTo>
                  <a:pt x="1395755" y="4643887"/>
                  <a:pt x="1347893" y="4639733"/>
                  <a:pt x="1300480" y="4632960"/>
                </a:cubicBezTo>
                <a:cubicBezTo>
                  <a:pt x="1154319" y="4584240"/>
                  <a:pt x="1336844" y="4643350"/>
                  <a:pt x="1158240" y="4592320"/>
                </a:cubicBezTo>
                <a:cubicBezTo>
                  <a:pt x="1137645" y="4586436"/>
                  <a:pt x="1118060" y="4577195"/>
                  <a:pt x="1097280" y="4572000"/>
                </a:cubicBezTo>
                <a:cubicBezTo>
                  <a:pt x="1063774" y="4563623"/>
                  <a:pt x="1029186" y="4560057"/>
                  <a:pt x="995680" y="4551680"/>
                </a:cubicBezTo>
                <a:cubicBezTo>
                  <a:pt x="974900" y="4546485"/>
                  <a:pt x="955629" y="4536006"/>
                  <a:pt x="934720" y="4531360"/>
                </a:cubicBezTo>
                <a:cubicBezTo>
                  <a:pt x="720148" y="4483677"/>
                  <a:pt x="889070" y="4536463"/>
                  <a:pt x="751840" y="4490720"/>
                </a:cubicBezTo>
                <a:cubicBezTo>
                  <a:pt x="721852" y="4445738"/>
                  <a:pt x="697177" y="4400091"/>
                  <a:pt x="650240" y="4368800"/>
                </a:cubicBezTo>
                <a:cubicBezTo>
                  <a:pt x="632418" y="4356919"/>
                  <a:pt x="609600" y="4355253"/>
                  <a:pt x="589280" y="4348480"/>
                </a:cubicBezTo>
                <a:cubicBezTo>
                  <a:pt x="568915" y="4287384"/>
                  <a:pt x="572088" y="4279081"/>
                  <a:pt x="528320" y="4226560"/>
                </a:cubicBezTo>
                <a:cubicBezTo>
                  <a:pt x="509923" y="4204484"/>
                  <a:pt x="485003" y="4188283"/>
                  <a:pt x="467360" y="4165600"/>
                </a:cubicBezTo>
                <a:cubicBezTo>
                  <a:pt x="437373" y="4127046"/>
                  <a:pt x="413173" y="4084320"/>
                  <a:pt x="386080" y="4043680"/>
                </a:cubicBezTo>
                <a:lnTo>
                  <a:pt x="345440" y="3982720"/>
                </a:lnTo>
                <a:cubicBezTo>
                  <a:pt x="338667" y="3948853"/>
                  <a:pt x="330004" y="3915310"/>
                  <a:pt x="325120" y="3881120"/>
                </a:cubicBezTo>
                <a:cubicBezTo>
                  <a:pt x="291092" y="3642924"/>
                  <a:pt x="328157" y="3768311"/>
                  <a:pt x="284480" y="3637280"/>
                </a:cubicBezTo>
                <a:cubicBezTo>
                  <a:pt x="277707" y="3583093"/>
                  <a:pt x="268695" y="3529140"/>
                  <a:pt x="264160" y="3474720"/>
                </a:cubicBezTo>
                <a:cubicBezTo>
                  <a:pt x="255143" y="3366510"/>
                  <a:pt x="258511" y="3257189"/>
                  <a:pt x="243840" y="3149600"/>
                </a:cubicBezTo>
                <a:cubicBezTo>
                  <a:pt x="238052" y="3107154"/>
                  <a:pt x="210243" y="3069935"/>
                  <a:pt x="203200" y="3027680"/>
                </a:cubicBezTo>
                <a:cubicBezTo>
                  <a:pt x="195396" y="2980854"/>
                  <a:pt x="187572" y="2894823"/>
                  <a:pt x="162560" y="2844800"/>
                </a:cubicBezTo>
                <a:cubicBezTo>
                  <a:pt x="151638" y="2822957"/>
                  <a:pt x="131839" y="2806157"/>
                  <a:pt x="121920" y="2783840"/>
                </a:cubicBezTo>
                <a:cubicBezTo>
                  <a:pt x="84421" y="2699466"/>
                  <a:pt x="78344" y="2647240"/>
                  <a:pt x="60960" y="2560320"/>
                </a:cubicBezTo>
                <a:cubicBezTo>
                  <a:pt x="54187" y="2465493"/>
                  <a:pt x="50592" y="2370386"/>
                  <a:pt x="40640" y="2275840"/>
                </a:cubicBezTo>
                <a:cubicBezTo>
                  <a:pt x="37024" y="2241492"/>
                  <a:pt x="22544" y="2208706"/>
                  <a:pt x="20320" y="2174240"/>
                </a:cubicBezTo>
                <a:cubicBezTo>
                  <a:pt x="8973" y="1998369"/>
                  <a:pt x="6773" y="1822027"/>
                  <a:pt x="0" y="1645920"/>
                </a:cubicBezTo>
                <a:cubicBezTo>
                  <a:pt x="7504" y="1360760"/>
                  <a:pt x="9321" y="897813"/>
                  <a:pt x="40640" y="568960"/>
                </a:cubicBezTo>
                <a:cubicBezTo>
                  <a:pt x="44546" y="527945"/>
                  <a:pt x="40200" y="482628"/>
                  <a:pt x="60960" y="447040"/>
                </a:cubicBezTo>
                <a:cubicBezTo>
                  <a:pt x="89919" y="397395"/>
                  <a:pt x="135059" y="357001"/>
                  <a:pt x="182880" y="325120"/>
                </a:cubicBezTo>
                <a:lnTo>
                  <a:pt x="304800" y="243840"/>
                </a:lnTo>
                <a:cubicBezTo>
                  <a:pt x="359786" y="207183"/>
                  <a:pt x="382588" y="188341"/>
                  <a:pt x="447040" y="162560"/>
                </a:cubicBezTo>
                <a:cubicBezTo>
                  <a:pt x="571008" y="112973"/>
                  <a:pt x="575062" y="121048"/>
                  <a:pt x="711200" y="101600"/>
                </a:cubicBezTo>
                <a:cubicBezTo>
                  <a:pt x="845722" y="11919"/>
                  <a:pt x="789433" y="42163"/>
                  <a:pt x="873760" y="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手繪多邊形 39"/>
          <p:cNvSpPr/>
          <p:nvPr/>
        </p:nvSpPr>
        <p:spPr>
          <a:xfrm>
            <a:off x="2895600" y="1737335"/>
            <a:ext cx="7132320" cy="7376186"/>
          </a:xfrm>
          <a:custGeom>
            <a:avLst/>
            <a:gdLst>
              <a:gd name="connsiteX0" fmla="*/ 4754880 w 4754880"/>
              <a:gd name="connsiteY0" fmla="*/ 4917457 h 4917457"/>
              <a:gd name="connsiteX1" fmla="*/ 4592320 w 4754880"/>
              <a:gd name="connsiteY1" fmla="*/ 4897137 h 4917457"/>
              <a:gd name="connsiteX2" fmla="*/ 4287520 w 4754880"/>
              <a:gd name="connsiteY2" fmla="*/ 4876817 h 4917457"/>
              <a:gd name="connsiteX3" fmla="*/ 3881120 w 4754880"/>
              <a:gd name="connsiteY3" fmla="*/ 4754897 h 4917457"/>
              <a:gd name="connsiteX4" fmla="*/ 3515360 w 4754880"/>
              <a:gd name="connsiteY4" fmla="*/ 4673617 h 4917457"/>
              <a:gd name="connsiteX5" fmla="*/ 3312160 w 4754880"/>
              <a:gd name="connsiteY5" fmla="*/ 4632977 h 4917457"/>
              <a:gd name="connsiteX6" fmla="*/ 3108960 w 4754880"/>
              <a:gd name="connsiteY6" fmla="*/ 4531377 h 4917457"/>
              <a:gd name="connsiteX7" fmla="*/ 2966720 w 4754880"/>
              <a:gd name="connsiteY7" fmla="*/ 4490737 h 4917457"/>
              <a:gd name="connsiteX8" fmla="*/ 2661920 w 4754880"/>
              <a:gd name="connsiteY8" fmla="*/ 4389137 h 4917457"/>
              <a:gd name="connsiteX9" fmla="*/ 2458720 w 4754880"/>
              <a:gd name="connsiteY9" fmla="*/ 4348497 h 4917457"/>
              <a:gd name="connsiteX10" fmla="*/ 2377440 w 4754880"/>
              <a:gd name="connsiteY10" fmla="*/ 4328177 h 4917457"/>
              <a:gd name="connsiteX11" fmla="*/ 2275840 w 4754880"/>
              <a:gd name="connsiteY11" fmla="*/ 4307857 h 4917457"/>
              <a:gd name="connsiteX12" fmla="*/ 2194560 w 4754880"/>
              <a:gd name="connsiteY12" fmla="*/ 4287537 h 4917457"/>
              <a:gd name="connsiteX13" fmla="*/ 1849120 w 4754880"/>
              <a:gd name="connsiteY13" fmla="*/ 4246897 h 4917457"/>
              <a:gd name="connsiteX14" fmla="*/ 1727200 w 4754880"/>
              <a:gd name="connsiteY14" fmla="*/ 4226577 h 4917457"/>
              <a:gd name="connsiteX15" fmla="*/ 1544320 w 4754880"/>
              <a:gd name="connsiteY15" fmla="*/ 4206257 h 4917457"/>
              <a:gd name="connsiteX16" fmla="*/ 1483360 w 4754880"/>
              <a:gd name="connsiteY16" fmla="*/ 4165617 h 4917457"/>
              <a:gd name="connsiteX17" fmla="*/ 1422400 w 4754880"/>
              <a:gd name="connsiteY17" fmla="*/ 4145297 h 4917457"/>
              <a:gd name="connsiteX18" fmla="*/ 1300480 w 4754880"/>
              <a:gd name="connsiteY18" fmla="*/ 4064017 h 4917457"/>
              <a:gd name="connsiteX19" fmla="*/ 1239520 w 4754880"/>
              <a:gd name="connsiteY19" fmla="*/ 4023377 h 4917457"/>
              <a:gd name="connsiteX20" fmla="*/ 1178560 w 4754880"/>
              <a:gd name="connsiteY20" fmla="*/ 3982737 h 4917457"/>
              <a:gd name="connsiteX21" fmla="*/ 1056640 w 4754880"/>
              <a:gd name="connsiteY21" fmla="*/ 3942097 h 4917457"/>
              <a:gd name="connsiteX22" fmla="*/ 995680 w 4754880"/>
              <a:gd name="connsiteY22" fmla="*/ 3921777 h 4917457"/>
              <a:gd name="connsiteX23" fmla="*/ 812800 w 4754880"/>
              <a:gd name="connsiteY23" fmla="*/ 3820177 h 4917457"/>
              <a:gd name="connsiteX24" fmla="*/ 711200 w 4754880"/>
              <a:gd name="connsiteY24" fmla="*/ 3698257 h 4917457"/>
              <a:gd name="connsiteX25" fmla="*/ 650240 w 4754880"/>
              <a:gd name="connsiteY25" fmla="*/ 3637297 h 4917457"/>
              <a:gd name="connsiteX26" fmla="*/ 508000 w 4754880"/>
              <a:gd name="connsiteY26" fmla="*/ 3454417 h 4917457"/>
              <a:gd name="connsiteX27" fmla="*/ 447040 w 4754880"/>
              <a:gd name="connsiteY27" fmla="*/ 3413777 h 4917457"/>
              <a:gd name="connsiteX28" fmla="*/ 426720 w 4754880"/>
              <a:gd name="connsiteY28" fmla="*/ 3352817 h 4917457"/>
              <a:gd name="connsiteX29" fmla="*/ 345440 w 4754880"/>
              <a:gd name="connsiteY29" fmla="*/ 3230897 h 4917457"/>
              <a:gd name="connsiteX30" fmla="*/ 304800 w 4754880"/>
              <a:gd name="connsiteY30" fmla="*/ 3108977 h 4917457"/>
              <a:gd name="connsiteX31" fmla="*/ 223520 w 4754880"/>
              <a:gd name="connsiteY31" fmla="*/ 2987057 h 4917457"/>
              <a:gd name="connsiteX32" fmla="*/ 182880 w 4754880"/>
              <a:gd name="connsiteY32" fmla="*/ 2926097 h 4917457"/>
              <a:gd name="connsiteX33" fmla="*/ 142240 w 4754880"/>
              <a:gd name="connsiteY33" fmla="*/ 2702577 h 4917457"/>
              <a:gd name="connsiteX34" fmla="*/ 81280 w 4754880"/>
              <a:gd name="connsiteY34" fmla="*/ 2519697 h 4917457"/>
              <a:gd name="connsiteX35" fmla="*/ 60960 w 4754880"/>
              <a:gd name="connsiteY35" fmla="*/ 2458737 h 4917457"/>
              <a:gd name="connsiteX36" fmla="*/ 40640 w 4754880"/>
              <a:gd name="connsiteY36" fmla="*/ 2336817 h 4917457"/>
              <a:gd name="connsiteX37" fmla="*/ 20320 w 4754880"/>
              <a:gd name="connsiteY37" fmla="*/ 1645937 h 4917457"/>
              <a:gd name="connsiteX38" fmla="*/ 0 w 4754880"/>
              <a:gd name="connsiteY38" fmla="*/ 1402097 h 4917457"/>
              <a:gd name="connsiteX39" fmla="*/ 20320 w 4754880"/>
              <a:gd name="connsiteY39" fmla="*/ 609617 h 4917457"/>
              <a:gd name="connsiteX40" fmla="*/ 60960 w 4754880"/>
              <a:gd name="connsiteY40" fmla="*/ 487697 h 4917457"/>
              <a:gd name="connsiteX41" fmla="*/ 101600 w 4754880"/>
              <a:gd name="connsiteY41" fmla="*/ 426737 h 4917457"/>
              <a:gd name="connsiteX42" fmla="*/ 121920 w 4754880"/>
              <a:gd name="connsiteY42" fmla="*/ 365777 h 4917457"/>
              <a:gd name="connsiteX43" fmla="*/ 162560 w 4754880"/>
              <a:gd name="connsiteY43" fmla="*/ 304817 h 4917457"/>
              <a:gd name="connsiteX44" fmla="*/ 182880 w 4754880"/>
              <a:gd name="connsiteY44" fmla="*/ 243857 h 4917457"/>
              <a:gd name="connsiteX45" fmla="*/ 264160 w 4754880"/>
              <a:gd name="connsiteY45" fmla="*/ 121937 h 4917457"/>
              <a:gd name="connsiteX46" fmla="*/ 386080 w 4754880"/>
              <a:gd name="connsiteY46" fmla="*/ 81297 h 4917457"/>
              <a:gd name="connsiteX47" fmla="*/ 447040 w 4754880"/>
              <a:gd name="connsiteY47" fmla="*/ 40657 h 4917457"/>
              <a:gd name="connsiteX48" fmla="*/ 589280 w 4754880"/>
              <a:gd name="connsiteY48" fmla="*/ 17 h 491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754880" h="4917457">
                <a:moveTo>
                  <a:pt x="4754880" y="4917457"/>
                </a:moveTo>
                <a:cubicBezTo>
                  <a:pt x="4700693" y="4910684"/>
                  <a:pt x="4646723" y="4901868"/>
                  <a:pt x="4592320" y="4897137"/>
                </a:cubicBezTo>
                <a:cubicBezTo>
                  <a:pt x="4490877" y="4888316"/>
                  <a:pt x="4387368" y="4896787"/>
                  <a:pt x="4287520" y="4876817"/>
                </a:cubicBezTo>
                <a:cubicBezTo>
                  <a:pt x="4148835" y="4849080"/>
                  <a:pt x="4019183" y="4785578"/>
                  <a:pt x="3881120" y="4754897"/>
                </a:cubicBezTo>
                <a:lnTo>
                  <a:pt x="3515360" y="4673617"/>
                </a:lnTo>
                <a:cubicBezTo>
                  <a:pt x="3447819" y="4659144"/>
                  <a:pt x="3312160" y="4632977"/>
                  <a:pt x="3312160" y="4632977"/>
                </a:cubicBezTo>
                <a:cubicBezTo>
                  <a:pt x="3244427" y="4599110"/>
                  <a:pt x="3178984" y="4560210"/>
                  <a:pt x="3108960" y="4531377"/>
                </a:cubicBezTo>
                <a:cubicBezTo>
                  <a:pt x="3063364" y="4512602"/>
                  <a:pt x="3013500" y="4506330"/>
                  <a:pt x="2966720" y="4490737"/>
                </a:cubicBezTo>
                <a:cubicBezTo>
                  <a:pt x="2664252" y="4389914"/>
                  <a:pt x="2939675" y="4464888"/>
                  <a:pt x="2661920" y="4389137"/>
                </a:cubicBezTo>
                <a:cubicBezTo>
                  <a:pt x="2532125" y="4353738"/>
                  <a:pt x="2620793" y="4380912"/>
                  <a:pt x="2458720" y="4348497"/>
                </a:cubicBezTo>
                <a:cubicBezTo>
                  <a:pt x="2431335" y="4343020"/>
                  <a:pt x="2404702" y="4334235"/>
                  <a:pt x="2377440" y="4328177"/>
                </a:cubicBezTo>
                <a:cubicBezTo>
                  <a:pt x="2343725" y="4320685"/>
                  <a:pt x="2309555" y="4315349"/>
                  <a:pt x="2275840" y="4307857"/>
                </a:cubicBezTo>
                <a:cubicBezTo>
                  <a:pt x="2248578" y="4301799"/>
                  <a:pt x="2221945" y="4293014"/>
                  <a:pt x="2194560" y="4287537"/>
                </a:cubicBezTo>
                <a:cubicBezTo>
                  <a:pt x="2030760" y="4254777"/>
                  <a:pt x="2055716" y="4271202"/>
                  <a:pt x="1849120" y="4246897"/>
                </a:cubicBezTo>
                <a:cubicBezTo>
                  <a:pt x="1808202" y="4242083"/>
                  <a:pt x="1768039" y="4232022"/>
                  <a:pt x="1727200" y="4226577"/>
                </a:cubicBezTo>
                <a:cubicBezTo>
                  <a:pt x="1666403" y="4218471"/>
                  <a:pt x="1605280" y="4213030"/>
                  <a:pt x="1544320" y="4206257"/>
                </a:cubicBezTo>
                <a:cubicBezTo>
                  <a:pt x="1524000" y="4192710"/>
                  <a:pt x="1505203" y="4176539"/>
                  <a:pt x="1483360" y="4165617"/>
                </a:cubicBezTo>
                <a:cubicBezTo>
                  <a:pt x="1464202" y="4156038"/>
                  <a:pt x="1441124" y="4155699"/>
                  <a:pt x="1422400" y="4145297"/>
                </a:cubicBezTo>
                <a:cubicBezTo>
                  <a:pt x="1379703" y="4121577"/>
                  <a:pt x="1341120" y="4091110"/>
                  <a:pt x="1300480" y="4064017"/>
                </a:cubicBezTo>
                <a:lnTo>
                  <a:pt x="1239520" y="4023377"/>
                </a:lnTo>
                <a:cubicBezTo>
                  <a:pt x="1219200" y="4009830"/>
                  <a:pt x="1201728" y="3990460"/>
                  <a:pt x="1178560" y="3982737"/>
                </a:cubicBezTo>
                <a:lnTo>
                  <a:pt x="1056640" y="3942097"/>
                </a:lnTo>
                <a:lnTo>
                  <a:pt x="995680" y="3921777"/>
                </a:lnTo>
                <a:cubicBezTo>
                  <a:pt x="919024" y="3896225"/>
                  <a:pt x="882671" y="3890048"/>
                  <a:pt x="812800" y="3820177"/>
                </a:cubicBezTo>
                <a:cubicBezTo>
                  <a:pt x="634704" y="3642081"/>
                  <a:pt x="852651" y="3867998"/>
                  <a:pt x="711200" y="3698257"/>
                </a:cubicBezTo>
                <a:cubicBezTo>
                  <a:pt x="692803" y="3676181"/>
                  <a:pt x="667883" y="3659980"/>
                  <a:pt x="650240" y="3637297"/>
                </a:cubicBezTo>
                <a:cubicBezTo>
                  <a:pt x="566768" y="3529976"/>
                  <a:pt x="595409" y="3527257"/>
                  <a:pt x="508000" y="3454417"/>
                </a:cubicBezTo>
                <a:cubicBezTo>
                  <a:pt x="489239" y="3438783"/>
                  <a:pt x="467360" y="3427324"/>
                  <a:pt x="447040" y="3413777"/>
                </a:cubicBezTo>
                <a:cubicBezTo>
                  <a:pt x="440267" y="3393457"/>
                  <a:pt x="437122" y="3371541"/>
                  <a:pt x="426720" y="3352817"/>
                </a:cubicBezTo>
                <a:cubicBezTo>
                  <a:pt x="403000" y="3310120"/>
                  <a:pt x="360886" y="3277234"/>
                  <a:pt x="345440" y="3230897"/>
                </a:cubicBezTo>
                <a:cubicBezTo>
                  <a:pt x="331893" y="3190257"/>
                  <a:pt x="328562" y="3144621"/>
                  <a:pt x="304800" y="3108977"/>
                </a:cubicBezTo>
                <a:lnTo>
                  <a:pt x="223520" y="2987057"/>
                </a:lnTo>
                <a:lnTo>
                  <a:pt x="182880" y="2926097"/>
                </a:lnTo>
                <a:cubicBezTo>
                  <a:pt x="168569" y="2825918"/>
                  <a:pt x="168370" y="2789676"/>
                  <a:pt x="142240" y="2702577"/>
                </a:cubicBezTo>
                <a:lnTo>
                  <a:pt x="81280" y="2519697"/>
                </a:lnTo>
                <a:cubicBezTo>
                  <a:pt x="74507" y="2499377"/>
                  <a:pt x="64481" y="2479865"/>
                  <a:pt x="60960" y="2458737"/>
                </a:cubicBezTo>
                <a:lnTo>
                  <a:pt x="40640" y="2336817"/>
                </a:lnTo>
                <a:cubicBezTo>
                  <a:pt x="33867" y="2106524"/>
                  <a:pt x="30328" y="1876112"/>
                  <a:pt x="20320" y="1645937"/>
                </a:cubicBezTo>
                <a:cubicBezTo>
                  <a:pt x="16777" y="1564452"/>
                  <a:pt x="0" y="1483659"/>
                  <a:pt x="0" y="1402097"/>
                </a:cubicBezTo>
                <a:cubicBezTo>
                  <a:pt x="0" y="1137850"/>
                  <a:pt x="2743" y="873279"/>
                  <a:pt x="20320" y="609617"/>
                </a:cubicBezTo>
                <a:cubicBezTo>
                  <a:pt x="23170" y="566874"/>
                  <a:pt x="37198" y="523341"/>
                  <a:pt x="60960" y="487697"/>
                </a:cubicBezTo>
                <a:cubicBezTo>
                  <a:pt x="74507" y="467377"/>
                  <a:pt x="90678" y="448580"/>
                  <a:pt x="101600" y="426737"/>
                </a:cubicBezTo>
                <a:cubicBezTo>
                  <a:pt x="111179" y="407579"/>
                  <a:pt x="112341" y="384935"/>
                  <a:pt x="121920" y="365777"/>
                </a:cubicBezTo>
                <a:cubicBezTo>
                  <a:pt x="132842" y="343934"/>
                  <a:pt x="151638" y="326660"/>
                  <a:pt x="162560" y="304817"/>
                </a:cubicBezTo>
                <a:cubicBezTo>
                  <a:pt x="172139" y="285659"/>
                  <a:pt x="172478" y="262581"/>
                  <a:pt x="182880" y="243857"/>
                </a:cubicBezTo>
                <a:cubicBezTo>
                  <a:pt x="206600" y="201160"/>
                  <a:pt x="217823" y="137383"/>
                  <a:pt x="264160" y="121937"/>
                </a:cubicBezTo>
                <a:cubicBezTo>
                  <a:pt x="304800" y="108390"/>
                  <a:pt x="350436" y="105059"/>
                  <a:pt x="386080" y="81297"/>
                </a:cubicBezTo>
                <a:cubicBezTo>
                  <a:pt x="406400" y="67750"/>
                  <a:pt x="424723" y="50576"/>
                  <a:pt x="447040" y="40657"/>
                </a:cubicBezTo>
                <a:cubicBezTo>
                  <a:pt x="543299" y="-2125"/>
                  <a:pt x="531195" y="17"/>
                  <a:pt x="589280" y="17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4114800" y="4677888"/>
            <a:ext cx="3992880" cy="4374672"/>
          </a:xfrm>
          <a:custGeom>
            <a:avLst/>
            <a:gdLst>
              <a:gd name="connsiteX0" fmla="*/ 2661920 w 2661920"/>
              <a:gd name="connsiteY0" fmla="*/ 2987040 h 2987040"/>
              <a:gd name="connsiteX1" fmla="*/ 2235200 w 2661920"/>
              <a:gd name="connsiteY1" fmla="*/ 2946400 h 2987040"/>
              <a:gd name="connsiteX2" fmla="*/ 2092960 w 2661920"/>
              <a:gd name="connsiteY2" fmla="*/ 2905760 h 2987040"/>
              <a:gd name="connsiteX3" fmla="*/ 1950720 w 2661920"/>
              <a:gd name="connsiteY3" fmla="*/ 2844800 h 2987040"/>
              <a:gd name="connsiteX4" fmla="*/ 1747520 w 2661920"/>
              <a:gd name="connsiteY4" fmla="*/ 2804160 h 2987040"/>
              <a:gd name="connsiteX5" fmla="*/ 1625600 w 2661920"/>
              <a:gd name="connsiteY5" fmla="*/ 2783840 h 2987040"/>
              <a:gd name="connsiteX6" fmla="*/ 1483360 w 2661920"/>
              <a:gd name="connsiteY6" fmla="*/ 2743200 h 2987040"/>
              <a:gd name="connsiteX7" fmla="*/ 1158240 w 2661920"/>
              <a:gd name="connsiteY7" fmla="*/ 2702560 h 2987040"/>
              <a:gd name="connsiteX8" fmla="*/ 1036320 w 2661920"/>
              <a:gd name="connsiteY8" fmla="*/ 2661920 h 2987040"/>
              <a:gd name="connsiteX9" fmla="*/ 975360 w 2661920"/>
              <a:gd name="connsiteY9" fmla="*/ 2641600 h 2987040"/>
              <a:gd name="connsiteX10" fmla="*/ 853440 w 2661920"/>
              <a:gd name="connsiteY10" fmla="*/ 2560320 h 2987040"/>
              <a:gd name="connsiteX11" fmla="*/ 792480 w 2661920"/>
              <a:gd name="connsiteY11" fmla="*/ 2499360 h 2987040"/>
              <a:gd name="connsiteX12" fmla="*/ 731520 w 2661920"/>
              <a:gd name="connsiteY12" fmla="*/ 2458720 h 2987040"/>
              <a:gd name="connsiteX13" fmla="*/ 690880 w 2661920"/>
              <a:gd name="connsiteY13" fmla="*/ 2397760 h 2987040"/>
              <a:gd name="connsiteX14" fmla="*/ 629920 w 2661920"/>
              <a:gd name="connsiteY14" fmla="*/ 2377440 h 2987040"/>
              <a:gd name="connsiteX15" fmla="*/ 568960 w 2661920"/>
              <a:gd name="connsiteY15" fmla="*/ 2336800 h 2987040"/>
              <a:gd name="connsiteX16" fmla="*/ 447040 w 2661920"/>
              <a:gd name="connsiteY16" fmla="*/ 2275840 h 2987040"/>
              <a:gd name="connsiteX17" fmla="*/ 406400 w 2661920"/>
              <a:gd name="connsiteY17" fmla="*/ 2214880 h 2987040"/>
              <a:gd name="connsiteX18" fmla="*/ 365760 w 2661920"/>
              <a:gd name="connsiteY18" fmla="*/ 2072640 h 2987040"/>
              <a:gd name="connsiteX19" fmla="*/ 345440 w 2661920"/>
              <a:gd name="connsiteY19" fmla="*/ 2011680 h 2987040"/>
              <a:gd name="connsiteX20" fmla="*/ 304800 w 2661920"/>
              <a:gd name="connsiteY20" fmla="*/ 1950720 h 2987040"/>
              <a:gd name="connsiteX21" fmla="*/ 203200 w 2661920"/>
              <a:gd name="connsiteY21" fmla="*/ 1767840 h 2987040"/>
              <a:gd name="connsiteX22" fmla="*/ 182880 w 2661920"/>
              <a:gd name="connsiteY22" fmla="*/ 1706880 h 2987040"/>
              <a:gd name="connsiteX23" fmla="*/ 142240 w 2661920"/>
              <a:gd name="connsiteY23" fmla="*/ 1645920 h 2987040"/>
              <a:gd name="connsiteX24" fmla="*/ 101600 w 2661920"/>
              <a:gd name="connsiteY24" fmla="*/ 1524000 h 2987040"/>
              <a:gd name="connsiteX25" fmla="*/ 81280 w 2661920"/>
              <a:gd name="connsiteY25" fmla="*/ 1463040 h 2987040"/>
              <a:gd name="connsiteX26" fmla="*/ 60960 w 2661920"/>
              <a:gd name="connsiteY26" fmla="*/ 1300480 h 2987040"/>
              <a:gd name="connsiteX27" fmla="*/ 40640 w 2661920"/>
              <a:gd name="connsiteY27" fmla="*/ 1239520 h 2987040"/>
              <a:gd name="connsiteX28" fmla="*/ 20320 w 2661920"/>
              <a:gd name="connsiteY28" fmla="*/ 934720 h 2987040"/>
              <a:gd name="connsiteX29" fmla="*/ 0 w 2661920"/>
              <a:gd name="connsiteY29" fmla="*/ 0 h 2987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661920" h="2987040">
                <a:moveTo>
                  <a:pt x="2661920" y="2987040"/>
                </a:moveTo>
                <a:cubicBezTo>
                  <a:pt x="2519680" y="2973493"/>
                  <a:pt x="2373817" y="2981054"/>
                  <a:pt x="2235200" y="2946400"/>
                </a:cubicBezTo>
                <a:cubicBezTo>
                  <a:pt x="2193954" y="2936089"/>
                  <a:pt x="2133772" y="2923251"/>
                  <a:pt x="2092960" y="2905760"/>
                </a:cubicBezTo>
                <a:cubicBezTo>
                  <a:pt x="2022027" y="2875360"/>
                  <a:pt x="2019554" y="2860685"/>
                  <a:pt x="1950720" y="2844800"/>
                </a:cubicBezTo>
                <a:cubicBezTo>
                  <a:pt x="1883414" y="2829268"/>
                  <a:pt x="1815655" y="2815516"/>
                  <a:pt x="1747520" y="2804160"/>
                </a:cubicBezTo>
                <a:cubicBezTo>
                  <a:pt x="1706880" y="2797387"/>
                  <a:pt x="1665819" y="2792778"/>
                  <a:pt x="1625600" y="2783840"/>
                </a:cubicBezTo>
                <a:cubicBezTo>
                  <a:pt x="1429738" y="2740315"/>
                  <a:pt x="1726766" y="2787456"/>
                  <a:pt x="1483360" y="2743200"/>
                </a:cubicBezTo>
                <a:cubicBezTo>
                  <a:pt x="1392236" y="2726632"/>
                  <a:pt x="1245504" y="2712256"/>
                  <a:pt x="1158240" y="2702560"/>
                </a:cubicBezTo>
                <a:lnTo>
                  <a:pt x="1036320" y="2661920"/>
                </a:lnTo>
                <a:lnTo>
                  <a:pt x="975360" y="2641600"/>
                </a:lnTo>
                <a:cubicBezTo>
                  <a:pt x="780892" y="2447132"/>
                  <a:pt x="1029884" y="2677950"/>
                  <a:pt x="853440" y="2560320"/>
                </a:cubicBezTo>
                <a:cubicBezTo>
                  <a:pt x="829530" y="2544380"/>
                  <a:pt x="814556" y="2517757"/>
                  <a:pt x="792480" y="2499360"/>
                </a:cubicBezTo>
                <a:cubicBezTo>
                  <a:pt x="773719" y="2483726"/>
                  <a:pt x="751840" y="2472267"/>
                  <a:pt x="731520" y="2458720"/>
                </a:cubicBezTo>
                <a:cubicBezTo>
                  <a:pt x="717973" y="2438400"/>
                  <a:pt x="709950" y="2413016"/>
                  <a:pt x="690880" y="2397760"/>
                </a:cubicBezTo>
                <a:cubicBezTo>
                  <a:pt x="674154" y="2384380"/>
                  <a:pt x="649078" y="2387019"/>
                  <a:pt x="629920" y="2377440"/>
                </a:cubicBezTo>
                <a:cubicBezTo>
                  <a:pt x="608077" y="2366518"/>
                  <a:pt x="590803" y="2347722"/>
                  <a:pt x="568960" y="2336800"/>
                </a:cubicBezTo>
                <a:cubicBezTo>
                  <a:pt x="400703" y="2252672"/>
                  <a:pt x="621743" y="2392309"/>
                  <a:pt x="447040" y="2275840"/>
                </a:cubicBezTo>
                <a:cubicBezTo>
                  <a:pt x="433493" y="2255520"/>
                  <a:pt x="417322" y="2236723"/>
                  <a:pt x="406400" y="2214880"/>
                </a:cubicBezTo>
                <a:cubicBezTo>
                  <a:pt x="390160" y="2182400"/>
                  <a:pt x="374441" y="2103023"/>
                  <a:pt x="365760" y="2072640"/>
                </a:cubicBezTo>
                <a:cubicBezTo>
                  <a:pt x="359876" y="2052045"/>
                  <a:pt x="355019" y="2030838"/>
                  <a:pt x="345440" y="2011680"/>
                </a:cubicBezTo>
                <a:cubicBezTo>
                  <a:pt x="334518" y="1989837"/>
                  <a:pt x="314719" y="1973037"/>
                  <a:pt x="304800" y="1950720"/>
                </a:cubicBezTo>
                <a:cubicBezTo>
                  <a:pt x="225236" y="1771701"/>
                  <a:pt x="314466" y="1879106"/>
                  <a:pt x="203200" y="1767840"/>
                </a:cubicBezTo>
                <a:cubicBezTo>
                  <a:pt x="196427" y="1747520"/>
                  <a:pt x="192459" y="1726038"/>
                  <a:pt x="182880" y="1706880"/>
                </a:cubicBezTo>
                <a:cubicBezTo>
                  <a:pt x="171958" y="1685037"/>
                  <a:pt x="152159" y="1668237"/>
                  <a:pt x="142240" y="1645920"/>
                </a:cubicBezTo>
                <a:cubicBezTo>
                  <a:pt x="124842" y="1606774"/>
                  <a:pt x="115147" y="1564640"/>
                  <a:pt x="101600" y="1524000"/>
                </a:cubicBezTo>
                <a:lnTo>
                  <a:pt x="81280" y="1463040"/>
                </a:lnTo>
                <a:cubicBezTo>
                  <a:pt x="74507" y="1408853"/>
                  <a:pt x="70729" y="1354208"/>
                  <a:pt x="60960" y="1300480"/>
                </a:cubicBezTo>
                <a:cubicBezTo>
                  <a:pt x="57128" y="1279406"/>
                  <a:pt x="43005" y="1260808"/>
                  <a:pt x="40640" y="1239520"/>
                </a:cubicBezTo>
                <a:cubicBezTo>
                  <a:pt x="29395" y="1138317"/>
                  <a:pt x="27093" y="1036320"/>
                  <a:pt x="20320" y="934720"/>
                </a:cubicBezTo>
                <a:cubicBezTo>
                  <a:pt x="13396" y="623150"/>
                  <a:pt x="0" y="311647"/>
                  <a:pt x="0" y="0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4145280" y="4754880"/>
            <a:ext cx="6004560" cy="4297680"/>
          </a:xfrm>
          <a:custGeom>
            <a:avLst/>
            <a:gdLst>
              <a:gd name="connsiteX0" fmla="*/ 4003040 w 4003040"/>
              <a:gd name="connsiteY0" fmla="*/ 2865120 h 2865120"/>
              <a:gd name="connsiteX1" fmla="*/ 3901440 w 4003040"/>
              <a:gd name="connsiteY1" fmla="*/ 2844800 h 2865120"/>
              <a:gd name="connsiteX2" fmla="*/ 3840480 w 4003040"/>
              <a:gd name="connsiteY2" fmla="*/ 2804160 h 2865120"/>
              <a:gd name="connsiteX3" fmla="*/ 3738880 w 4003040"/>
              <a:gd name="connsiteY3" fmla="*/ 2783840 h 2865120"/>
              <a:gd name="connsiteX4" fmla="*/ 3535680 w 4003040"/>
              <a:gd name="connsiteY4" fmla="*/ 2743200 h 2865120"/>
              <a:gd name="connsiteX5" fmla="*/ 3413760 w 4003040"/>
              <a:gd name="connsiteY5" fmla="*/ 2702560 h 2865120"/>
              <a:gd name="connsiteX6" fmla="*/ 3352800 w 4003040"/>
              <a:gd name="connsiteY6" fmla="*/ 2661920 h 2865120"/>
              <a:gd name="connsiteX7" fmla="*/ 3210560 w 4003040"/>
              <a:gd name="connsiteY7" fmla="*/ 2621280 h 2865120"/>
              <a:gd name="connsiteX8" fmla="*/ 3088640 w 4003040"/>
              <a:gd name="connsiteY8" fmla="*/ 2540000 h 2865120"/>
              <a:gd name="connsiteX9" fmla="*/ 2987040 w 4003040"/>
              <a:gd name="connsiteY9" fmla="*/ 2519680 h 2865120"/>
              <a:gd name="connsiteX10" fmla="*/ 2865120 w 4003040"/>
              <a:gd name="connsiteY10" fmla="*/ 2479040 h 2865120"/>
              <a:gd name="connsiteX11" fmla="*/ 2702560 w 4003040"/>
              <a:gd name="connsiteY11" fmla="*/ 2438400 h 2865120"/>
              <a:gd name="connsiteX12" fmla="*/ 2641600 w 4003040"/>
              <a:gd name="connsiteY12" fmla="*/ 2397760 h 2865120"/>
              <a:gd name="connsiteX13" fmla="*/ 2479040 w 4003040"/>
              <a:gd name="connsiteY13" fmla="*/ 2377440 h 2865120"/>
              <a:gd name="connsiteX14" fmla="*/ 2336800 w 4003040"/>
              <a:gd name="connsiteY14" fmla="*/ 2336800 h 2865120"/>
              <a:gd name="connsiteX15" fmla="*/ 2214880 w 4003040"/>
              <a:gd name="connsiteY15" fmla="*/ 2316480 h 2865120"/>
              <a:gd name="connsiteX16" fmla="*/ 2153920 w 4003040"/>
              <a:gd name="connsiteY16" fmla="*/ 2296160 h 2865120"/>
              <a:gd name="connsiteX17" fmla="*/ 2072640 w 4003040"/>
              <a:gd name="connsiteY17" fmla="*/ 2275840 h 2865120"/>
              <a:gd name="connsiteX18" fmla="*/ 2011680 w 4003040"/>
              <a:gd name="connsiteY18" fmla="*/ 2235200 h 2865120"/>
              <a:gd name="connsiteX19" fmla="*/ 1950720 w 4003040"/>
              <a:gd name="connsiteY19" fmla="*/ 2214880 h 2865120"/>
              <a:gd name="connsiteX20" fmla="*/ 1828800 w 4003040"/>
              <a:gd name="connsiteY20" fmla="*/ 2133600 h 2865120"/>
              <a:gd name="connsiteX21" fmla="*/ 1625600 w 4003040"/>
              <a:gd name="connsiteY21" fmla="*/ 2072640 h 2865120"/>
              <a:gd name="connsiteX22" fmla="*/ 1442720 w 4003040"/>
              <a:gd name="connsiteY22" fmla="*/ 2011680 h 2865120"/>
              <a:gd name="connsiteX23" fmla="*/ 1361440 w 4003040"/>
              <a:gd name="connsiteY23" fmla="*/ 1971040 h 2865120"/>
              <a:gd name="connsiteX24" fmla="*/ 1300480 w 4003040"/>
              <a:gd name="connsiteY24" fmla="*/ 1950720 h 2865120"/>
              <a:gd name="connsiteX25" fmla="*/ 1239520 w 4003040"/>
              <a:gd name="connsiteY25" fmla="*/ 1910080 h 2865120"/>
              <a:gd name="connsiteX26" fmla="*/ 1016000 w 4003040"/>
              <a:gd name="connsiteY26" fmla="*/ 1849120 h 2865120"/>
              <a:gd name="connsiteX27" fmla="*/ 894080 w 4003040"/>
              <a:gd name="connsiteY27" fmla="*/ 1788160 h 2865120"/>
              <a:gd name="connsiteX28" fmla="*/ 812800 w 4003040"/>
              <a:gd name="connsiteY28" fmla="*/ 1666240 h 2865120"/>
              <a:gd name="connsiteX29" fmla="*/ 792480 w 4003040"/>
              <a:gd name="connsiteY29" fmla="*/ 1605280 h 2865120"/>
              <a:gd name="connsiteX30" fmla="*/ 731520 w 4003040"/>
              <a:gd name="connsiteY30" fmla="*/ 1544320 h 2865120"/>
              <a:gd name="connsiteX31" fmla="*/ 650240 w 4003040"/>
              <a:gd name="connsiteY31" fmla="*/ 1300480 h 2865120"/>
              <a:gd name="connsiteX32" fmla="*/ 629920 w 4003040"/>
              <a:gd name="connsiteY32" fmla="*/ 1239520 h 2865120"/>
              <a:gd name="connsiteX33" fmla="*/ 609600 w 4003040"/>
              <a:gd name="connsiteY33" fmla="*/ 1178560 h 2865120"/>
              <a:gd name="connsiteX34" fmla="*/ 568960 w 4003040"/>
              <a:gd name="connsiteY34" fmla="*/ 1117600 h 2865120"/>
              <a:gd name="connsiteX35" fmla="*/ 548640 w 4003040"/>
              <a:gd name="connsiteY35" fmla="*/ 1056640 h 2865120"/>
              <a:gd name="connsiteX36" fmla="*/ 447040 w 4003040"/>
              <a:gd name="connsiteY36" fmla="*/ 934720 h 2865120"/>
              <a:gd name="connsiteX37" fmla="*/ 386080 w 4003040"/>
              <a:gd name="connsiteY37" fmla="*/ 812800 h 2865120"/>
              <a:gd name="connsiteX38" fmla="*/ 345440 w 4003040"/>
              <a:gd name="connsiteY38" fmla="*/ 690880 h 2865120"/>
              <a:gd name="connsiteX39" fmla="*/ 304800 w 4003040"/>
              <a:gd name="connsiteY39" fmla="*/ 629920 h 2865120"/>
              <a:gd name="connsiteX40" fmla="*/ 264160 w 4003040"/>
              <a:gd name="connsiteY40" fmla="*/ 508000 h 2865120"/>
              <a:gd name="connsiteX41" fmla="*/ 243840 w 4003040"/>
              <a:gd name="connsiteY41" fmla="*/ 447040 h 2865120"/>
              <a:gd name="connsiteX42" fmla="*/ 162560 w 4003040"/>
              <a:gd name="connsiteY42" fmla="*/ 325120 h 2865120"/>
              <a:gd name="connsiteX43" fmla="*/ 121920 w 4003040"/>
              <a:gd name="connsiteY43" fmla="*/ 203200 h 2865120"/>
              <a:gd name="connsiteX44" fmla="*/ 101600 w 4003040"/>
              <a:gd name="connsiteY44" fmla="*/ 142240 h 2865120"/>
              <a:gd name="connsiteX45" fmla="*/ 0 w 4003040"/>
              <a:gd name="connsiteY45" fmla="*/ 0 h 286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003040" h="2865120">
                <a:moveTo>
                  <a:pt x="4003040" y="2865120"/>
                </a:moveTo>
                <a:cubicBezTo>
                  <a:pt x="3969173" y="2858347"/>
                  <a:pt x="3933778" y="2856927"/>
                  <a:pt x="3901440" y="2844800"/>
                </a:cubicBezTo>
                <a:cubicBezTo>
                  <a:pt x="3878573" y="2836225"/>
                  <a:pt x="3863347" y="2812735"/>
                  <a:pt x="3840480" y="2804160"/>
                </a:cubicBezTo>
                <a:cubicBezTo>
                  <a:pt x="3808142" y="2792033"/>
                  <a:pt x="3772860" y="2790018"/>
                  <a:pt x="3738880" y="2783840"/>
                </a:cubicBezTo>
                <a:cubicBezTo>
                  <a:pt x="3645930" y="2766940"/>
                  <a:pt x="3618621" y="2768082"/>
                  <a:pt x="3535680" y="2743200"/>
                </a:cubicBezTo>
                <a:cubicBezTo>
                  <a:pt x="3494648" y="2730890"/>
                  <a:pt x="3449404" y="2726322"/>
                  <a:pt x="3413760" y="2702560"/>
                </a:cubicBezTo>
                <a:cubicBezTo>
                  <a:pt x="3393440" y="2689013"/>
                  <a:pt x="3375247" y="2671540"/>
                  <a:pt x="3352800" y="2661920"/>
                </a:cubicBezTo>
                <a:cubicBezTo>
                  <a:pt x="3306765" y="2642191"/>
                  <a:pt x="3255045" y="2645994"/>
                  <a:pt x="3210560" y="2621280"/>
                </a:cubicBezTo>
                <a:cubicBezTo>
                  <a:pt x="3167863" y="2597560"/>
                  <a:pt x="3136535" y="2549579"/>
                  <a:pt x="3088640" y="2540000"/>
                </a:cubicBezTo>
                <a:cubicBezTo>
                  <a:pt x="3054773" y="2533227"/>
                  <a:pt x="3020360" y="2528767"/>
                  <a:pt x="2987040" y="2519680"/>
                </a:cubicBezTo>
                <a:cubicBezTo>
                  <a:pt x="2945711" y="2508408"/>
                  <a:pt x="2907126" y="2487441"/>
                  <a:pt x="2865120" y="2479040"/>
                </a:cubicBezTo>
                <a:cubicBezTo>
                  <a:pt x="2826476" y="2471311"/>
                  <a:pt x="2744216" y="2459228"/>
                  <a:pt x="2702560" y="2438400"/>
                </a:cubicBezTo>
                <a:cubicBezTo>
                  <a:pt x="2680717" y="2427478"/>
                  <a:pt x="2665161" y="2404186"/>
                  <a:pt x="2641600" y="2397760"/>
                </a:cubicBezTo>
                <a:cubicBezTo>
                  <a:pt x="2588916" y="2383392"/>
                  <a:pt x="2532905" y="2386418"/>
                  <a:pt x="2479040" y="2377440"/>
                </a:cubicBezTo>
                <a:cubicBezTo>
                  <a:pt x="2302018" y="2347936"/>
                  <a:pt x="2481748" y="2369011"/>
                  <a:pt x="2336800" y="2336800"/>
                </a:cubicBezTo>
                <a:cubicBezTo>
                  <a:pt x="2296581" y="2327862"/>
                  <a:pt x="2255099" y="2325418"/>
                  <a:pt x="2214880" y="2316480"/>
                </a:cubicBezTo>
                <a:cubicBezTo>
                  <a:pt x="2193971" y="2311834"/>
                  <a:pt x="2174515" y="2302044"/>
                  <a:pt x="2153920" y="2296160"/>
                </a:cubicBezTo>
                <a:cubicBezTo>
                  <a:pt x="2127067" y="2288488"/>
                  <a:pt x="2099733" y="2282613"/>
                  <a:pt x="2072640" y="2275840"/>
                </a:cubicBezTo>
                <a:cubicBezTo>
                  <a:pt x="2052320" y="2262293"/>
                  <a:pt x="2033523" y="2246122"/>
                  <a:pt x="2011680" y="2235200"/>
                </a:cubicBezTo>
                <a:cubicBezTo>
                  <a:pt x="1992522" y="2225621"/>
                  <a:pt x="1969444" y="2225282"/>
                  <a:pt x="1950720" y="2214880"/>
                </a:cubicBezTo>
                <a:cubicBezTo>
                  <a:pt x="1908023" y="2191160"/>
                  <a:pt x="1876185" y="2145446"/>
                  <a:pt x="1828800" y="2133600"/>
                </a:cubicBezTo>
                <a:cubicBezTo>
                  <a:pt x="1770463" y="2119016"/>
                  <a:pt x="1675071" y="2097376"/>
                  <a:pt x="1625600" y="2072640"/>
                </a:cubicBezTo>
                <a:cubicBezTo>
                  <a:pt x="1513429" y="2016554"/>
                  <a:pt x="1574023" y="2037941"/>
                  <a:pt x="1442720" y="2011680"/>
                </a:cubicBezTo>
                <a:cubicBezTo>
                  <a:pt x="1415627" y="1998133"/>
                  <a:pt x="1389282" y="1982972"/>
                  <a:pt x="1361440" y="1971040"/>
                </a:cubicBezTo>
                <a:cubicBezTo>
                  <a:pt x="1341753" y="1962603"/>
                  <a:pt x="1319638" y="1960299"/>
                  <a:pt x="1300480" y="1950720"/>
                </a:cubicBezTo>
                <a:cubicBezTo>
                  <a:pt x="1278637" y="1939798"/>
                  <a:pt x="1262387" y="1918655"/>
                  <a:pt x="1239520" y="1910080"/>
                </a:cubicBezTo>
                <a:cubicBezTo>
                  <a:pt x="1152277" y="1877364"/>
                  <a:pt x="1100775" y="1905637"/>
                  <a:pt x="1016000" y="1849120"/>
                </a:cubicBezTo>
                <a:cubicBezTo>
                  <a:pt x="937218" y="1796599"/>
                  <a:pt x="978208" y="1816203"/>
                  <a:pt x="894080" y="1788160"/>
                </a:cubicBezTo>
                <a:cubicBezTo>
                  <a:pt x="866987" y="1747520"/>
                  <a:pt x="828246" y="1712577"/>
                  <a:pt x="812800" y="1666240"/>
                </a:cubicBezTo>
                <a:cubicBezTo>
                  <a:pt x="806027" y="1645920"/>
                  <a:pt x="804361" y="1623102"/>
                  <a:pt x="792480" y="1605280"/>
                </a:cubicBezTo>
                <a:cubicBezTo>
                  <a:pt x="776540" y="1581370"/>
                  <a:pt x="751840" y="1564640"/>
                  <a:pt x="731520" y="1544320"/>
                </a:cubicBezTo>
                <a:lnTo>
                  <a:pt x="650240" y="1300480"/>
                </a:lnTo>
                <a:lnTo>
                  <a:pt x="629920" y="1239520"/>
                </a:lnTo>
                <a:cubicBezTo>
                  <a:pt x="623147" y="1219200"/>
                  <a:pt x="621481" y="1196382"/>
                  <a:pt x="609600" y="1178560"/>
                </a:cubicBezTo>
                <a:cubicBezTo>
                  <a:pt x="596053" y="1158240"/>
                  <a:pt x="579882" y="1139443"/>
                  <a:pt x="568960" y="1117600"/>
                </a:cubicBezTo>
                <a:cubicBezTo>
                  <a:pt x="559381" y="1098442"/>
                  <a:pt x="558219" y="1075798"/>
                  <a:pt x="548640" y="1056640"/>
                </a:cubicBezTo>
                <a:cubicBezTo>
                  <a:pt x="520350" y="1000060"/>
                  <a:pt x="491980" y="979660"/>
                  <a:pt x="447040" y="934720"/>
                </a:cubicBezTo>
                <a:cubicBezTo>
                  <a:pt x="372933" y="712399"/>
                  <a:pt x="491122" y="1049145"/>
                  <a:pt x="386080" y="812800"/>
                </a:cubicBezTo>
                <a:cubicBezTo>
                  <a:pt x="368682" y="773654"/>
                  <a:pt x="369202" y="726524"/>
                  <a:pt x="345440" y="690880"/>
                </a:cubicBezTo>
                <a:cubicBezTo>
                  <a:pt x="331893" y="670560"/>
                  <a:pt x="314719" y="652237"/>
                  <a:pt x="304800" y="629920"/>
                </a:cubicBezTo>
                <a:cubicBezTo>
                  <a:pt x="287402" y="590774"/>
                  <a:pt x="277707" y="548640"/>
                  <a:pt x="264160" y="508000"/>
                </a:cubicBezTo>
                <a:cubicBezTo>
                  <a:pt x="257387" y="487680"/>
                  <a:pt x="255721" y="464862"/>
                  <a:pt x="243840" y="447040"/>
                </a:cubicBezTo>
                <a:cubicBezTo>
                  <a:pt x="216747" y="406400"/>
                  <a:pt x="178006" y="371457"/>
                  <a:pt x="162560" y="325120"/>
                </a:cubicBezTo>
                <a:lnTo>
                  <a:pt x="121920" y="203200"/>
                </a:lnTo>
                <a:cubicBezTo>
                  <a:pt x="115147" y="182880"/>
                  <a:pt x="113481" y="160062"/>
                  <a:pt x="101600" y="142240"/>
                </a:cubicBezTo>
                <a:cubicBezTo>
                  <a:pt x="15007" y="12350"/>
                  <a:pt x="54857" y="54857"/>
                  <a:pt x="0" y="0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6725005" y="280908"/>
                <a:ext cx="5137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005" y="280908"/>
                <a:ext cx="51371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69" t="-43" r="-14764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13245381" y="257214"/>
                <a:ext cx="5187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5381" y="257214"/>
                <a:ext cx="51879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106" t="-7" r="-1409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單箭頭接點 45"/>
          <p:cNvCxnSpPr>
            <a:stCxn id="12" idx="0"/>
            <a:endCxn id="18" idx="2"/>
          </p:cNvCxnSpPr>
          <p:nvPr/>
        </p:nvCxnSpPr>
        <p:spPr>
          <a:xfrm flipV="1">
            <a:off x="10267683" y="6705257"/>
            <a:ext cx="2840298" cy="2395447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cxnSpLocks/>
            <a:stCxn id="63" idx="0"/>
            <a:endCxn id="18" idx="2"/>
          </p:cNvCxnSpPr>
          <p:nvPr/>
        </p:nvCxnSpPr>
        <p:spPr>
          <a:xfrm flipV="1">
            <a:off x="8152584" y="6705257"/>
            <a:ext cx="4955397" cy="2375035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11" idx="0"/>
            <a:endCxn id="19" idx="2"/>
          </p:cNvCxnSpPr>
          <p:nvPr/>
        </p:nvCxnSpPr>
        <p:spPr>
          <a:xfrm flipV="1">
            <a:off x="8159998" y="4634004"/>
            <a:ext cx="2622782" cy="4466697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12" idx="0"/>
            <a:endCxn id="19" idx="2"/>
          </p:cNvCxnSpPr>
          <p:nvPr/>
        </p:nvCxnSpPr>
        <p:spPr>
          <a:xfrm flipV="1">
            <a:off x="10267683" y="4634004"/>
            <a:ext cx="515097" cy="446670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手繪多邊形 60"/>
          <p:cNvSpPr/>
          <p:nvPr/>
        </p:nvSpPr>
        <p:spPr>
          <a:xfrm>
            <a:off x="10344150" y="3629025"/>
            <a:ext cx="5145612" cy="5457825"/>
          </a:xfrm>
          <a:custGeom>
            <a:avLst/>
            <a:gdLst>
              <a:gd name="connsiteX0" fmla="*/ 0 w 3430408"/>
              <a:gd name="connsiteY0" fmla="*/ 3638550 h 3638550"/>
              <a:gd name="connsiteX1" fmla="*/ 571500 w 3430408"/>
              <a:gd name="connsiteY1" fmla="*/ 3619500 h 3638550"/>
              <a:gd name="connsiteX2" fmla="*/ 723900 w 3430408"/>
              <a:gd name="connsiteY2" fmla="*/ 3581400 h 3638550"/>
              <a:gd name="connsiteX3" fmla="*/ 990600 w 3430408"/>
              <a:gd name="connsiteY3" fmla="*/ 3562350 h 3638550"/>
              <a:gd name="connsiteX4" fmla="*/ 1200150 w 3430408"/>
              <a:gd name="connsiteY4" fmla="*/ 3524250 h 3638550"/>
              <a:gd name="connsiteX5" fmla="*/ 1257300 w 3430408"/>
              <a:gd name="connsiteY5" fmla="*/ 3505200 h 3638550"/>
              <a:gd name="connsiteX6" fmla="*/ 1352550 w 3430408"/>
              <a:gd name="connsiteY6" fmla="*/ 3486150 h 3638550"/>
              <a:gd name="connsiteX7" fmla="*/ 1409700 w 3430408"/>
              <a:gd name="connsiteY7" fmla="*/ 3448050 h 3638550"/>
              <a:gd name="connsiteX8" fmla="*/ 1600200 w 3430408"/>
              <a:gd name="connsiteY8" fmla="*/ 3409950 h 3638550"/>
              <a:gd name="connsiteX9" fmla="*/ 2019300 w 3430408"/>
              <a:gd name="connsiteY9" fmla="*/ 3371850 h 3638550"/>
              <a:gd name="connsiteX10" fmla="*/ 2076450 w 3430408"/>
              <a:gd name="connsiteY10" fmla="*/ 3352800 h 3638550"/>
              <a:gd name="connsiteX11" fmla="*/ 2247900 w 3430408"/>
              <a:gd name="connsiteY11" fmla="*/ 3314700 h 3638550"/>
              <a:gd name="connsiteX12" fmla="*/ 2362200 w 3430408"/>
              <a:gd name="connsiteY12" fmla="*/ 3257550 h 3638550"/>
              <a:gd name="connsiteX13" fmla="*/ 2438400 w 3430408"/>
              <a:gd name="connsiteY13" fmla="*/ 3219450 h 3638550"/>
              <a:gd name="connsiteX14" fmla="*/ 2647950 w 3430408"/>
              <a:gd name="connsiteY14" fmla="*/ 3048000 h 3638550"/>
              <a:gd name="connsiteX15" fmla="*/ 2724150 w 3430408"/>
              <a:gd name="connsiteY15" fmla="*/ 2990850 h 3638550"/>
              <a:gd name="connsiteX16" fmla="*/ 2762250 w 3430408"/>
              <a:gd name="connsiteY16" fmla="*/ 2933700 h 3638550"/>
              <a:gd name="connsiteX17" fmla="*/ 2838450 w 3430408"/>
              <a:gd name="connsiteY17" fmla="*/ 2857500 h 3638550"/>
              <a:gd name="connsiteX18" fmla="*/ 2876550 w 3430408"/>
              <a:gd name="connsiteY18" fmla="*/ 2800350 h 3638550"/>
              <a:gd name="connsiteX19" fmla="*/ 2933700 w 3430408"/>
              <a:gd name="connsiteY19" fmla="*/ 2724150 h 3638550"/>
              <a:gd name="connsiteX20" fmla="*/ 2990850 w 3430408"/>
              <a:gd name="connsiteY20" fmla="*/ 2571750 h 3638550"/>
              <a:gd name="connsiteX21" fmla="*/ 3048000 w 3430408"/>
              <a:gd name="connsiteY21" fmla="*/ 2495550 h 3638550"/>
              <a:gd name="connsiteX22" fmla="*/ 3124200 w 3430408"/>
              <a:gd name="connsiteY22" fmla="*/ 2305050 h 3638550"/>
              <a:gd name="connsiteX23" fmla="*/ 3162300 w 3430408"/>
              <a:gd name="connsiteY23" fmla="*/ 2247900 h 3638550"/>
              <a:gd name="connsiteX24" fmla="*/ 3181350 w 3430408"/>
              <a:gd name="connsiteY24" fmla="*/ 2190750 h 3638550"/>
              <a:gd name="connsiteX25" fmla="*/ 3219450 w 3430408"/>
              <a:gd name="connsiteY25" fmla="*/ 2133600 h 3638550"/>
              <a:gd name="connsiteX26" fmla="*/ 3276600 w 3430408"/>
              <a:gd name="connsiteY26" fmla="*/ 1924050 h 3638550"/>
              <a:gd name="connsiteX27" fmla="*/ 3295650 w 3430408"/>
              <a:gd name="connsiteY27" fmla="*/ 1866900 h 3638550"/>
              <a:gd name="connsiteX28" fmla="*/ 3314700 w 3430408"/>
              <a:gd name="connsiteY28" fmla="*/ 1714500 h 3638550"/>
              <a:gd name="connsiteX29" fmla="*/ 3333750 w 3430408"/>
              <a:gd name="connsiteY29" fmla="*/ 1581150 h 3638550"/>
              <a:gd name="connsiteX30" fmla="*/ 3371850 w 3430408"/>
              <a:gd name="connsiteY30" fmla="*/ 1181100 h 3638550"/>
              <a:gd name="connsiteX31" fmla="*/ 3390900 w 3430408"/>
              <a:gd name="connsiteY31" fmla="*/ 495300 h 3638550"/>
              <a:gd name="connsiteX32" fmla="*/ 3429000 w 3430408"/>
              <a:gd name="connsiteY32" fmla="*/ 152400 h 3638550"/>
              <a:gd name="connsiteX33" fmla="*/ 3429000 w 3430408"/>
              <a:gd name="connsiteY33" fmla="*/ 0 h 3638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430408" h="3638550">
                <a:moveTo>
                  <a:pt x="0" y="3638550"/>
                </a:moveTo>
                <a:cubicBezTo>
                  <a:pt x="190500" y="3632200"/>
                  <a:pt x="381205" y="3630374"/>
                  <a:pt x="571500" y="3619500"/>
                </a:cubicBezTo>
                <a:cubicBezTo>
                  <a:pt x="920122" y="3599579"/>
                  <a:pt x="491110" y="3608787"/>
                  <a:pt x="723900" y="3581400"/>
                </a:cubicBezTo>
                <a:cubicBezTo>
                  <a:pt x="812416" y="3570986"/>
                  <a:pt x="901700" y="3568700"/>
                  <a:pt x="990600" y="3562350"/>
                </a:cubicBezTo>
                <a:cubicBezTo>
                  <a:pt x="1041553" y="3553858"/>
                  <a:pt x="1146900" y="3537563"/>
                  <a:pt x="1200150" y="3524250"/>
                </a:cubicBezTo>
                <a:cubicBezTo>
                  <a:pt x="1219631" y="3519380"/>
                  <a:pt x="1237819" y="3510070"/>
                  <a:pt x="1257300" y="3505200"/>
                </a:cubicBezTo>
                <a:cubicBezTo>
                  <a:pt x="1288712" y="3497347"/>
                  <a:pt x="1320800" y="3492500"/>
                  <a:pt x="1352550" y="3486150"/>
                </a:cubicBezTo>
                <a:cubicBezTo>
                  <a:pt x="1371600" y="3473450"/>
                  <a:pt x="1389222" y="3458289"/>
                  <a:pt x="1409700" y="3448050"/>
                </a:cubicBezTo>
                <a:cubicBezTo>
                  <a:pt x="1462898" y="3421451"/>
                  <a:pt x="1551057" y="3416970"/>
                  <a:pt x="1600200" y="3409950"/>
                </a:cubicBezTo>
                <a:cubicBezTo>
                  <a:pt x="1781992" y="3349353"/>
                  <a:pt x="1576981" y="3412061"/>
                  <a:pt x="2019300" y="3371850"/>
                </a:cubicBezTo>
                <a:cubicBezTo>
                  <a:pt x="2039298" y="3370032"/>
                  <a:pt x="2056969" y="3357670"/>
                  <a:pt x="2076450" y="3352800"/>
                </a:cubicBezTo>
                <a:cubicBezTo>
                  <a:pt x="2233583" y="3313517"/>
                  <a:pt x="2111009" y="3353812"/>
                  <a:pt x="2247900" y="3314700"/>
                </a:cubicBezTo>
                <a:cubicBezTo>
                  <a:pt x="2335218" y="3289752"/>
                  <a:pt x="2278710" y="3305258"/>
                  <a:pt x="2362200" y="3257550"/>
                </a:cubicBezTo>
                <a:cubicBezTo>
                  <a:pt x="2386856" y="3243461"/>
                  <a:pt x="2414771" y="3235202"/>
                  <a:pt x="2438400" y="3219450"/>
                </a:cubicBezTo>
                <a:cubicBezTo>
                  <a:pt x="2716651" y="3033949"/>
                  <a:pt x="2501649" y="3173401"/>
                  <a:pt x="2647950" y="3048000"/>
                </a:cubicBezTo>
                <a:cubicBezTo>
                  <a:pt x="2672056" y="3027337"/>
                  <a:pt x="2701699" y="3013301"/>
                  <a:pt x="2724150" y="2990850"/>
                </a:cubicBezTo>
                <a:cubicBezTo>
                  <a:pt x="2740339" y="2974661"/>
                  <a:pt x="2747350" y="2951083"/>
                  <a:pt x="2762250" y="2933700"/>
                </a:cubicBezTo>
                <a:cubicBezTo>
                  <a:pt x="2785627" y="2906427"/>
                  <a:pt x="2815073" y="2884773"/>
                  <a:pt x="2838450" y="2857500"/>
                </a:cubicBezTo>
                <a:cubicBezTo>
                  <a:pt x="2853350" y="2840117"/>
                  <a:pt x="2863242" y="2818981"/>
                  <a:pt x="2876550" y="2800350"/>
                </a:cubicBezTo>
                <a:cubicBezTo>
                  <a:pt x="2895004" y="2774514"/>
                  <a:pt x="2916873" y="2751074"/>
                  <a:pt x="2933700" y="2724150"/>
                </a:cubicBezTo>
                <a:cubicBezTo>
                  <a:pt x="3074366" y="2499084"/>
                  <a:pt x="2881146" y="2791158"/>
                  <a:pt x="2990850" y="2571750"/>
                </a:cubicBezTo>
                <a:cubicBezTo>
                  <a:pt x="3005049" y="2543352"/>
                  <a:pt x="3028950" y="2520950"/>
                  <a:pt x="3048000" y="2495550"/>
                </a:cubicBezTo>
                <a:cubicBezTo>
                  <a:pt x="3079224" y="2401878"/>
                  <a:pt x="3079352" y="2383535"/>
                  <a:pt x="3124200" y="2305050"/>
                </a:cubicBezTo>
                <a:cubicBezTo>
                  <a:pt x="3135559" y="2285171"/>
                  <a:pt x="3152061" y="2268378"/>
                  <a:pt x="3162300" y="2247900"/>
                </a:cubicBezTo>
                <a:cubicBezTo>
                  <a:pt x="3171280" y="2229939"/>
                  <a:pt x="3172370" y="2208711"/>
                  <a:pt x="3181350" y="2190750"/>
                </a:cubicBezTo>
                <a:cubicBezTo>
                  <a:pt x="3191589" y="2170272"/>
                  <a:pt x="3210151" y="2154522"/>
                  <a:pt x="3219450" y="2133600"/>
                </a:cubicBezTo>
                <a:cubicBezTo>
                  <a:pt x="3266157" y="2028510"/>
                  <a:pt x="3250990" y="2026491"/>
                  <a:pt x="3276600" y="1924050"/>
                </a:cubicBezTo>
                <a:cubicBezTo>
                  <a:pt x="3281470" y="1904569"/>
                  <a:pt x="3289300" y="1885950"/>
                  <a:pt x="3295650" y="1866900"/>
                </a:cubicBezTo>
                <a:cubicBezTo>
                  <a:pt x="3302000" y="1816100"/>
                  <a:pt x="3307934" y="1765246"/>
                  <a:pt x="3314700" y="1714500"/>
                </a:cubicBezTo>
                <a:cubicBezTo>
                  <a:pt x="3320634" y="1669993"/>
                  <a:pt x="3328967" y="1625796"/>
                  <a:pt x="3333750" y="1581150"/>
                </a:cubicBezTo>
                <a:cubicBezTo>
                  <a:pt x="3348020" y="1447959"/>
                  <a:pt x="3371850" y="1181100"/>
                  <a:pt x="3371850" y="1181100"/>
                </a:cubicBezTo>
                <a:cubicBezTo>
                  <a:pt x="3378200" y="952500"/>
                  <a:pt x="3380966" y="723772"/>
                  <a:pt x="3390900" y="495300"/>
                </a:cubicBezTo>
                <a:cubicBezTo>
                  <a:pt x="3408620" y="87732"/>
                  <a:pt x="3407188" y="501395"/>
                  <a:pt x="3429000" y="152400"/>
                </a:cubicBezTo>
                <a:cubicBezTo>
                  <a:pt x="3432169" y="101699"/>
                  <a:pt x="3429000" y="50800"/>
                  <a:pt x="3429000" y="0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手繪多邊形 62"/>
          <p:cNvSpPr/>
          <p:nvPr/>
        </p:nvSpPr>
        <p:spPr>
          <a:xfrm>
            <a:off x="8152584" y="3629025"/>
            <a:ext cx="7335066" cy="5451267"/>
          </a:xfrm>
          <a:custGeom>
            <a:avLst/>
            <a:gdLst>
              <a:gd name="connsiteX0" fmla="*/ 0 w 3467100"/>
              <a:gd name="connsiteY0" fmla="*/ 3581400 h 3581400"/>
              <a:gd name="connsiteX1" fmla="*/ 285750 w 3467100"/>
              <a:gd name="connsiteY1" fmla="*/ 3562350 h 3581400"/>
              <a:gd name="connsiteX2" fmla="*/ 381000 w 3467100"/>
              <a:gd name="connsiteY2" fmla="*/ 3467100 h 3581400"/>
              <a:gd name="connsiteX3" fmla="*/ 514350 w 3467100"/>
              <a:gd name="connsiteY3" fmla="*/ 3429000 h 3581400"/>
              <a:gd name="connsiteX4" fmla="*/ 762000 w 3467100"/>
              <a:gd name="connsiteY4" fmla="*/ 3371850 h 3581400"/>
              <a:gd name="connsiteX5" fmla="*/ 990600 w 3467100"/>
              <a:gd name="connsiteY5" fmla="*/ 3333750 h 3581400"/>
              <a:gd name="connsiteX6" fmla="*/ 1066800 w 3467100"/>
              <a:gd name="connsiteY6" fmla="*/ 3314700 h 3581400"/>
              <a:gd name="connsiteX7" fmla="*/ 1257300 w 3467100"/>
              <a:gd name="connsiteY7" fmla="*/ 3200400 h 3581400"/>
              <a:gd name="connsiteX8" fmla="*/ 1333500 w 3467100"/>
              <a:gd name="connsiteY8" fmla="*/ 3181350 h 3581400"/>
              <a:gd name="connsiteX9" fmla="*/ 1485900 w 3467100"/>
              <a:gd name="connsiteY9" fmla="*/ 3124200 h 3581400"/>
              <a:gd name="connsiteX10" fmla="*/ 1619250 w 3467100"/>
              <a:gd name="connsiteY10" fmla="*/ 3105150 h 3581400"/>
              <a:gd name="connsiteX11" fmla="*/ 1695450 w 3467100"/>
              <a:gd name="connsiteY11" fmla="*/ 3086100 h 3581400"/>
              <a:gd name="connsiteX12" fmla="*/ 1847850 w 3467100"/>
              <a:gd name="connsiteY12" fmla="*/ 3067050 h 3581400"/>
              <a:gd name="connsiteX13" fmla="*/ 1905000 w 3467100"/>
              <a:gd name="connsiteY13" fmla="*/ 3009900 h 3581400"/>
              <a:gd name="connsiteX14" fmla="*/ 1943100 w 3467100"/>
              <a:gd name="connsiteY14" fmla="*/ 2952750 h 3581400"/>
              <a:gd name="connsiteX15" fmla="*/ 2000250 w 3467100"/>
              <a:gd name="connsiteY15" fmla="*/ 2914650 h 3581400"/>
              <a:gd name="connsiteX16" fmla="*/ 2152650 w 3467100"/>
              <a:gd name="connsiteY16" fmla="*/ 2800350 h 3581400"/>
              <a:gd name="connsiteX17" fmla="*/ 2266950 w 3467100"/>
              <a:gd name="connsiteY17" fmla="*/ 2686050 h 3581400"/>
              <a:gd name="connsiteX18" fmla="*/ 2324100 w 3467100"/>
              <a:gd name="connsiteY18" fmla="*/ 2628900 h 3581400"/>
              <a:gd name="connsiteX19" fmla="*/ 2343150 w 3467100"/>
              <a:gd name="connsiteY19" fmla="*/ 2571750 h 3581400"/>
              <a:gd name="connsiteX20" fmla="*/ 2362200 w 3467100"/>
              <a:gd name="connsiteY20" fmla="*/ 2495550 h 3581400"/>
              <a:gd name="connsiteX21" fmla="*/ 2438400 w 3467100"/>
              <a:gd name="connsiteY21" fmla="*/ 2381250 h 3581400"/>
              <a:gd name="connsiteX22" fmla="*/ 2495550 w 3467100"/>
              <a:gd name="connsiteY22" fmla="*/ 2209800 h 3581400"/>
              <a:gd name="connsiteX23" fmla="*/ 2514600 w 3467100"/>
              <a:gd name="connsiteY23" fmla="*/ 2152650 h 3581400"/>
              <a:gd name="connsiteX24" fmla="*/ 2552700 w 3467100"/>
              <a:gd name="connsiteY24" fmla="*/ 2019300 h 3581400"/>
              <a:gd name="connsiteX25" fmla="*/ 2628900 w 3467100"/>
              <a:gd name="connsiteY25" fmla="*/ 1905000 h 3581400"/>
              <a:gd name="connsiteX26" fmla="*/ 2705100 w 3467100"/>
              <a:gd name="connsiteY26" fmla="*/ 1790700 h 3581400"/>
              <a:gd name="connsiteX27" fmla="*/ 2743200 w 3467100"/>
              <a:gd name="connsiteY27" fmla="*/ 1676400 h 3581400"/>
              <a:gd name="connsiteX28" fmla="*/ 2762250 w 3467100"/>
              <a:gd name="connsiteY28" fmla="*/ 1619250 h 3581400"/>
              <a:gd name="connsiteX29" fmla="*/ 2800350 w 3467100"/>
              <a:gd name="connsiteY29" fmla="*/ 1562100 h 3581400"/>
              <a:gd name="connsiteX30" fmla="*/ 2838450 w 3467100"/>
              <a:gd name="connsiteY30" fmla="*/ 1390650 h 3581400"/>
              <a:gd name="connsiteX31" fmla="*/ 2895600 w 3467100"/>
              <a:gd name="connsiteY31" fmla="*/ 1352550 h 3581400"/>
              <a:gd name="connsiteX32" fmla="*/ 2933700 w 3467100"/>
              <a:gd name="connsiteY32" fmla="*/ 1295400 h 3581400"/>
              <a:gd name="connsiteX33" fmla="*/ 2971800 w 3467100"/>
              <a:gd name="connsiteY33" fmla="*/ 1219200 h 3581400"/>
              <a:gd name="connsiteX34" fmla="*/ 3028950 w 3467100"/>
              <a:gd name="connsiteY34" fmla="*/ 1181100 h 3581400"/>
              <a:gd name="connsiteX35" fmla="*/ 3067050 w 3467100"/>
              <a:gd name="connsiteY35" fmla="*/ 1123950 h 3581400"/>
              <a:gd name="connsiteX36" fmla="*/ 3086100 w 3467100"/>
              <a:gd name="connsiteY36" fmla="*/ 1066800 h 3581400"/>
              <a:gd name="connsiteX37" fmla="*/ 3124200 w 3467100"/>
              <a:gd name="connsiteY37" fmla="*/ 838200 h 3581400"/>
              <a:gd name="connsiteX38" fmla="*/ 3143250 w 3467100"/>
              <a:gd name="connsiteY38" fmla="*/ 781050 h 3581400"/>
              <a:gd name="connsiteX39" fmla="*/ 3162300 w 3467100"/>
              <a:gd name="connsiteY39" fmla="*/ 609600 h 3581400"/>
              <a:gd name="connsiteX40" fmla="*/ 3257550 w 3467100"/>
              <a:gd name="connsiteY40" fmla="*/ 514350 h 3581400"/>
              <a:gd name="connsiteX41" fmla="*/ 3352800 w 3467100"/>
              <a:gd name="connsiteY41" fmla="*/ 400050 h 3581400"/>
              <a:gd name="connsiteX42" fmla="*/ 3371850 w 3467100"/>
              <a:gd name="connsiteY42" fmla="*/ 323850 h 3581400"/>
              <a:gd name="connsiteX43" fmla="*/ 3409950 w 3467100"/>
              <a:gd name="connsiteY43" fmla="*/ 133350 h 3581400"/>
              <a:gd name="connsiteX44" fmla="*/ 3467100 w 3467100"/>
              <a:gd name="connsiteY44" fmla="*/ 0 h 358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67100" h="3581400">
                <a:moveTo>
                  <a:pt x="0" y="3581400"/>
                </a:moveTo>
                <a:cubicBezTo>
                  <a:pt x="95250" y="3575050"/>
                  <a:pt x="191587" y="3578044"/>
                  <a:pt x="285750" y="3562350"/>
                </a:cubicBezTo>
                <a:cubicBezTo>
                  <a:pt x="357939" y="3550318"/>
                  <a:pt x="334211" y="3504532"/>
                  <a:pt x="381000" y="3467100"/>
                </a:cubicBezTo>
                <a:cubicBezTo>
                  <a:pt x="393804" y="3456857"/>
                  <a:pt x="508874" y="3430643"/>
                  <a:pt x="514350" y="3429000"/>
                </a:cubicBezTo>
                <a:cubicBezTo>
                  <a:pt x="704528" y="3371947"/>
                  <a:pt x="551683" y="3401895"/>
                  <a:pt x="762000" y="3371850"/>
                </a:cubicBezTo>
                <a:cubicBezTo>
                  <a:pt x="889616" y="3329311"/>
                  <a:pt x="753619" y="3370209"/>
                  <a:pt x="990600" y="3333750"/>
                </a:cubicBezTo>
                <a:cubicBezTo>
                  <a:pt x="1016477" y="3329769"/>
                  <a:pt x="1041400" y="3321050"/>
                  <a:pt x="1066800" y="3314700"/>
                </a:cubicBezTo>
                <a:cubicBezTo>
                  <a:pt x="1123768" y="3276722"/>
                  <a:pt x="1190354" y="3225505"/>
                  <a:pt x="1257300" y="3200400"/>
                </a:cubicBezTo>
                <a:cubicBezTo>
                  <a:pt x="1281815" y="3191207"/>
                  <a:pt x="1308662" y="3189629"/>
                  <a:pt x="1333500" y="3181350"/>
                </a:cubicBezTo>
                <a:cubicBezTo>
                  <a:pt x="1351773" y="3175259"/>
                  <a:pt x="1452459" y="3130888"/>
                  <a:pt x="1485900" y="3124200"/>
                </a:cubicBezTo>
                <a:cubicBezTo>
                  <a:pt x="1529929" y="3115394"/>
                  <a:pt x="1575073" y="3113182"/>
                  <a:pt x="1619250" y="3105150"/>
                </a:cubicBezTo>
                <a:cubicBezTo>
                  <a:pt x="1645009" y="3100466"/>
                  <a:pt x="1669625" y="3090404"/>
                  <a:pt x="1695450" y="3086100"/>
                </a:cubicBezTo>
                <a:cubicBezTo>
                  <a:pt x="1745949" y="3077684"/>
                  <a:pt x="1797050" y="3073400"/>
                  <a:pt x="1847850" y="3067050"/>
                </a:cubicBezTo>
                <a:cubicBezTo>
                  <a:pt x="1866900" y="3048000"/>
                  <a:pt x="1887753" y="3030596"/>
                  <a:pt x="1905000" y="3009900"/>
                </a:cubicBezTo>
                <a:cubicBezTo>
                  <a:pt x="1919657" y="2992311"/>
                  <a:pt x="1926911" y="2968939"/>
                  <a:pt x="1943100" y="2952750"/>
                </a:cubicBezTo>
                <a:cubicBezTo>
                  <a:pt x="1959289" y="2936561"/>
                  <a:pt x="1981734" y="2928116"/>
                  <a:pt x="2000250" y="2914650"/>
                </a:cubicBezTo>
                <a:cubicBezTo>
                  <a:pt x="2051605" y="2877301"/>
                  <a:pt x="2107749" y="2845251"/>
                  <a:pt x="2152650" y="2800350"/>
                </a:cubicBezTo>
                <a:lnTo>
                  <a:pt x="2266950" y="2686050"/>
                </a:lnTo>
                <a:lnTo>
                  <a:pt x="2324100" y="2628900"/>
                </a:lnTo>
                <a:cubicBezTo>
                  <a:pt x="2330450" y="2609850"/>
                  <a:pt x="2337633" y="2591058"/>
                  <a:pt x="2343150" y="2571750"/>
                </a:cubicBezTo>
                <a:cubicBezTo>
                  <a:pt x="2350343" y="2546576"/>
                  <a:pt x="2350491" y="2518968"/>
                  <a:pt x="2362200" y="2495550"/>
                </a:cubicBezTo>
                <a:cubicBezTo>
                  <a:pt x="2382678" y="2454594"/>
                  <a:pt x="2423920" y="2424691"/>
                  <a:pt x="2438400" y="2381250"/>
                </a:cubicBezTo>
                <a:lnTo>
                  <a:pt x="2495550" y="2209800"/>
                </a:lnTo>
                <a:cubicBezTo>
                  <a:pt x="2501900" y="2190750"/>
                  <a:pt x="2509730" y="2172131"/>
                  <a:pt x="2514600" y="2152650"/>
                </a:cubicBezTo>
                <a:cubicBezTo>
                  <a:pt x="2519084" y="2134714"/>
                  <a:pt x="2540278" y="2041660"/>
                  <a:pt x="2552700" y="2019300"/>
                </a:cubicBezTo>
                <a:cubicBezTo>
                  <a:pt x="2574938" y="1979272"/>
                  <a:pt x="2614420" y="1948441"/>
                  <a:pt x="2628900" y="1905000"/>
                </a:cubicBezTo>
                <a:cubicBezTo>
                  <a:pt x="2656469" y="1822292"/>
                  <a:pt x="2633751" y="1862049"/>
                  <a:pt x="2705100" y="1790700"/>
                </a:cubicBezTo>
                <a:lnTo>
                  <a:pt x="2743200" y="1676400"/>
                </a:lnTo>
                <a:cubicBezTo>
                  <a:pt x="2749550" y="1657350"/>
                  <a:pt x="2751111" y="1635958"/>
                  <a:pt x="2762250" y="1619250"/>
                </a:cubicBezTo>
                <a:lnTo>
                  <a:pt x="2800350" y="1562100"/>
                </a:lnTo>
                <a:cubicBezTo>
                  <a:pt x="2800770" y="1560001"/>
                  <a:pt x="2830763" y="1402180"/>
                  <a:pt x="2838450" y="1390650"/>
                </a:cubicBezTo>
                <a:cubicBezTo>
                  <a:pt x="2851150" y="1371600"/>
                  <a:pt x="2876550" y="1365250"/>
                  <a:pt x="2895600" y="1352550"/>
                </a:cubicBezTo>
                <a:cubicBezTo>
                  <a:pt x="2908300" y="1333500"/>
                  <a:pt x="2922341" y="1315279"/>
                  <a:pt x="2933700" y="1295400"/>
                </a:cubicBezTo>
                <a:cubicBezTo>
                  <a:pt x="2947789" y="1270744"/>
                  <a:pt x="2953620" y="1241016"/>
                  <a:pt x="2971800" y="1219200"/>
                </a:cubicBezTo>
                <a:cubicBezTo>
                  <a:pt x="2986457" y="1201611"/>
                  <a:pt x="3009900" y="1193800"/>
                  <a:pt x="3028950" y="1181100"/>
                </a:cubicBezTo>
                <a:cubicBezTo>
                  <a:pt x="3041650" y="1162050"/>
                  <a:pt x="3056811" y="1144428"/>
                  <a:pt x="3067050" y="1123950"/>
                </a:cubicBezTo>
                <a:cubicBezTo>
                  <a:pt x="3076030" y="1105989"/>
                  <a:pt x="3080583" y="1086108"/>
                  <a:pt x="3086100" y="1066800"/>
                </a:cubicBezTo>
                <a:cubicBezTo>
                  <a:pt x="3123954" y="934311"/>
                  <a:pt x="3089413" y="1029528"/>
                  <a:pt x="3124200" y="838200"/>
                </a:cubicBezTo>
                <a:cubicBezTo>
                  <a:pt x="3127792" y="818443"/>
                  <a:pt x="3136900" y="800100"/>
                  <a:pt x="3143250" y="781050"/>
                </a:cubicBezTo>
                <a:cubicBezTo>
                  <a:pt x="3149600" y="723900"/>
                  <a:pt x="3148354" y="665385"/>
                  <a:pt x="3162300" y="609600"/>
                </a:cubicBezTo>
                <a:cubicBezTo>
                  <a:pt x="3177005" y="550779"/>
                  <a:pt x="3217445" y="547771"/>
                  <a:pt x="3257550" y="514350"/>
                </a:cubicBezTo>
                <a:cubicBezTo>
                  <a:pt x="3312555" y="468513"/>
                  <a:pt x="3315338" y="456244"/>
                  <a:pt x="3352800" y="400050"/>
                </a:cubicBezTo>
                <a:cubicBezTo>
                  <a:pt x="3359150" y="374650"/>
                  <a:pt x="3366364" y="349451"/>
                  <a:pt x="3371850" y="323850"/>
                </a:cubicBezTo>
                <a:cubicBezTo>
                  <a:pt x="3385419" y="260530"/>
                  <a:pt x="3389472" y="194784"/>
                  <a:pt x="3409950" y="133350"/>
                </a:cubicBezTo>
                <a:cubicBezTo>
                  <a:pt x="3450890" y="10531"/>
                  <a:pt x="3419652" y="47448"/>
                  <a:pt x="3467100" y="0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手繪多邊形 63"/>
          <p:cNvSpPr/>
          <p:nvPr/>
        </p:nvSpPr>
        <p:spPr>
          <a:xfrm>
            <a:off x="9772650" y="1685925"/>
            <a:ext cx="916316" cy="7372350"/>
          </a:xfrm>
          <a:custGeom>
            <a:avLst/>
            <a:gdLst>
              <a:gd name="connsiteX0" fmla="*/ 342900 w 610877"/>
              <a:gd name="connsiteY0" fmla="*/ 4914900 h 4914900"/>
              <a:gd name="connsiteX1" fmla="*/ 323850 w 610877"/>
              <a:gd name="connsiteY1" fmla="*/ 4686300 h 4914900"/>
              <a:gd name="connsiteX2" fmla="*/ 304800 w 610877"/>
              <a:gd name="connsiteY2" fmla="*/ 4552950 h 4914900"/>
              <a:gd name="connsiteX3" fmla="*/ 285750 w 610877"/>
              <a:gd name="connsiteY3" fmla="*/ 4133850 h 4914900"/>
              <a:gd name="connsiteX4" fmla="*/ 266700 w 610877"/>
              <a:gd name="connsiteY4" fmla="*/ 4038600 h 4914900"/>
              <a:gd name="connsiteX5" fmla="*/ 247650 w 610877"/>
              <a:gd name="connsiteY5" fmla="*/ 3905250 h 4914900"/>
              <a:gd name="connsiteX6" fmla="*/ 190500 w 610877"/>
              <a:gd name="connsiteY6" fmla="*/ 3505200 h 4914900"/>
              <a:gd name="connsiteX7" fmla="*/ 171450 w 610877"/>
              <a:gd name="connsiteY7" fmla="*/ 3448050 h 4914900"/>
              <a:gd name="connsiteX8" fmla="*/ 114300 w 610877"/>
              <a:gd name="connsiteY8" fmla="*/ 3048000 h 4914900"/>
              <a:gd name="connsiteX9" fmla="*/ 76200 w 610877"/>
              <a:gd name="connsiteY9" fmla="*/ 2933700 h 4914900"/>
              <a:gd name="connsiteX10" fmla="*/ 57150 w 610877"/>
              <a:gd name="connsiteY10" fmla="*/ 2781300 h 4914900"/>
              <a:gd name="connsiteX11" fmla="*/ 38100 w 610877"/>
              <a:gd name="connsiteY11" fmla="*/ 2705100 h 4914900"/>
              <a:gd name="connsiteX12" fmla="*/ 0 w 610877"/>
              <a:gd name="connsiteY12" fmla="*/ 2419350 h 4914900"/>
              <a:gd name="connsiteX13" fmla="*/ 19050 w 610877"/>
              <a:gd name="connsiteY13" fmla="*/ 1695450 h 4914900"/>
              <a:gd name="connsiteX14" fmla="*/ 38100 w 610877"/>
              <a:gd name="connsiteY14" fmla="*/ 1638300 h 4914900"/>
              <a:gd name="connsiteX15" fmla="*/ 76200 w 610877"/>
              <a:gd name="connsiteY15" fmla="*/ 1485900 h 4914900"/>
              <a:gd name="connsiteX16" fmla="*/ 133350 w 610877"/>
              <a:gd name="connsiteY16" fmla="*/ 1447800 h 4914900"/>
              <a:gd name="connsiteX17" fmla="*/ 190500 w 610877"/>
              <a:gd name="connsiteY17" fmla="*/ 1238250 h 4914900"/>
              <a:gd name="connsiteX18" fmla="*/ 209550 w 610877"/>
              <a:gd name="connsiteY18" fmla="*/ 1162050 h 4914900"/>
              <a:gd name="connsiteX19" fmla="*/ 247650 w 610877"/>
              <a:gd name="connsiteY19" fmla="*/ 1047750 h 4914900"/>
              <a:gd name="connsiteX20" fmla="*/ 304800 w 610877"/>
              <a:gd name="connsiteY20" fmla="*/ 800100 h 4914900"/>
              <a:gd name="connsiteX21" fmla="*/ 419100 w 610877"/>
              <a:gd name="connsiteY21" fmla="*/ 723900 h 4914900"/>
              <a:gd name="connsiteX22" fmla="*/ 495300 w 610877"/>
              <a:gd name="connsiteY22" fmla="*/ 609600 h 4914900"/>
              <a:gd name="connsiteX23" fmla="*/ 533400 w 610877"/>
              <a:gd name="connsiteY23" fmla="*/ 552450 h 4914900"/>
              <a:gd name="connsiteX24" fmla="*/ 552450 w 610877"/>
              <a:gd name="connsiteY24" fmla="*/ 381000 h 4914900"/>
              <a:gd name="connsiteX25" fmla="*/ 590550 w 610877"/>
              <a:gd name="connsiteY25" fmla="*/ 209550 h 4914900"/>
              <a:gd name="connsiteX26" fmla="*/ 609600 w 610877"/>
              <a:gd name="connsiteY26" fmla="*/ 95250 h 4914900"/>
              <a:gd name="connsiteX27" fmla="*/ 609600 w 610877"/>
              <a:gd name="connsiteY27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0877" h="4914900">
                <a:moveTo>
                  <a:pt x="342900" y="4914900"/>
                </a:moveTo>
                <a:cubicBezTo>
                  <a:pt x="336550" y="4838700"/>
                  <a:pt x="331855" y="4762344"/>
                  <a:pt x="323850" y="4686300"/>
                </a:cubicBezTo>
                <a:cubicBezTo>
                  <a:pt x="319150" y="4641645"/>
                  <a:pt x="307889" y="4597745"/>
                  <a:pt x="304800" y="4552950"/>
                </a:cubicBezTo>
                <a:cubicBezTo>
                  <a:pt x="295178" y="4413437"/>
                  <a:pt x="296081" y="4273312"/>
                  <a:pt x="285750" y="4133850"/>
                </a:cubicBezTo>
                <a:cubicBezTo>
                  <a:pt x="283358" y="4101560"/>
                  <a:pt x="272023" y="4070538"/>
                  <a:pt x="266700" y="4038600"/>
                </a:cubicBezTo>
                <a:cubicBezTo>
                  <a:pt x="259318" y="3994310"/>
                  <a:pt x="253219" y="3949805"/>
                  <a:pt x="247650" y="3905250"/>
                </a:cubicBezTo>
                <a:cubicBezTo>
                  <a:pt x="235791" y="3810374"/>
                  <a:pt x="216932" y="3584496"/>
                  <a:pt x="190500" y="3505200"/>
                </a:cubicBezTo>
                <a:lnTo>
                  <a:pt x="171450" y="3448050"/>
                </a:lnTo>
                <a:cubicBezTo>
                  <a:pt x="161567" y="3359104"/>
                  <a:pt x="138077" y="3119330"/>
                  <a:pt x="114300" y="3048000"/>
                </a:cubicBezTo>
                <a:lnTo>
                  <a:pt x="76200" y="2933700"/>
                </a:lnTo>
                <a:cubicBezTo>
                  <a:pt x="69850" y="2882900"/>
                  <a:pt x="65566" y="2831799"/>
                  <a:pt x="57150" y="2781300"/>
                </a:cubicBezTo>
                <a:cubicBezTo>
                  <a:pt x="52846" y="2755475"/>
                  <a:pt x="41560" y="2731052"/>
                  <a:pt x="38100" y="2705100"/>
                </a:cubicBezTo>
                <a:cubicBezTo>
                  <a:pt x="-4741" y="2383794"/>
                  <a:pt x="44057" y="2595578"/>
                  <a:pt x="0" y="2419350"/>
                </a:cubicBezTo>
                <a:cubicBezTo>
                  <a:pt x="6350" y="2178050"/>
                  <a:pt x="7289" y="1936547"/>
                  <a:pt x="19050" y="1695450"/>
                </a:cubicBezTo>
                <a:cubicBezTo>
                  <a:pt x="20028" y="1675393"/>
                  <a:pt x="33230" y="1657781"/>
                  <a:pt x="38100" y="1638300"/>
                </a:cubicBezTo>
                <a:cubicBezTo>
                  <a:pt x="39394" y="1633125"/>
                  <a:pt x="60365" y="1505693"/>
                  <a:pt x="76200" y="1485900"/>
                </a:cubicBezTo>
                <a:cubicBezTo>
                  <a:pt x="90503" y="1468022"/>
                  <a:pt x="114300" y="1460500"/>
                  <a:pt x="133350" y="1447800"/>
                </a:cubicBezTo>
                <a:cubicBezTo>
                  <a:pt x="168959" y="1340974"/>
                  <a:pt x="147530" y="1410131"/>
                  <a:pt x="190500" y="1238250"/>
                </a:cubicBezTo>
                <a:cubicBezTo>
                  <a:pt x="196850" y="1212850"/>
                  <a:pt x="201271" y="1186888"/>
                  <a:pt x="209550" y="1162050"/>
                </a:cubicBezTo>
                <a:lnTo>
                  <a:pt x="247650" y="1047750"/>
                </a:lnTo>
                <a:cubicBezTo>
                  <a:pt x="250837" y="1025439"/>
                  <a:pt x="271769" y="822121"/>
                  <a:pt x="304800" y="800100"/>
                </a:cubicBezTo>
                <a:lnTo>
                  <a:pt x="419100" y="723900"/>
                </a:lnTo>
                <a:lnTo>
                  <a:pt x="495300" y="609600"/>
                </a:lnTo>
                <a:lnTo>
                  <a:pt x="533400" y="552450"/>
                </a:lnTo>
                <a:cubicBezTo>
                  <a:pt x="539750" y="495300"/>
                  <a:pt x="544318" y="437924"/>
                  <a:pt x="552450" y="381000"/>
                </a:cubicBezTo>
                <a:cubicBezTo>
                  <a:pt x="569085" y="264552"/>
                  <a:pt x="569751" y="313543"/>
                  <a:pt x="590550" y="209550"/>
                </a:cubicBezTo>
                <a:cubicBezTo>
                  <a:pt x="598125" y="171675"/>
                  <a:pt x="606103" y="133717"/>
                  <a:pt x="609600" y="95250"/>
                </a:cubicBezTo>
                <a:cubicBezTo>
                  <a:pt x="612475" y="63630"/>
                  <a:pt x="609600" y="31750"/>
                  <a:pt x="609600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5" name="手繪多邊形 64"/>
          <p:cNvSpPr/>
          <p:nvPr/>
        </p:nvSpPr>
        <p:spPr>
          <a:xfrm>
            <a:off x="8143875" y="1571625"/>
            <a:ext cx="2638905" cy="7458075"/>
          </a:xfrm>
          <a:custGeom>
            <a:avLst/>
            <a:gdLst>
              <a:gd name="connsiteX0" fmla="*/ 0 w 1759270"/>
              <a:gd name="connsiteY0" fmla="*/ 4972050 h 4972050"/>
              <a:gd name="connsiteX1" fmla="*/ 38100 w 1759270"/>
              <a:gd name="connsiteY1" fmla="*/ 4552950 h 4972050"/>
              <a:gd name="connsiteX2" fmla="*/ 95250 w 1759270"/>
              <a:gd name="connsiteY2" fmla="*/ 4324350 h 4972050"/>
              <a:gd name="connsiteX3" fmla="*/ 190500 w 1759270"/>
              <a:gd name="connsiteY3" fmla="*/ 4210050 h 4972050"/>
              <a:gd name="connsiteX4" fmla="*/ 266700 w 1759270"/>
              <a:gd name="connsiteY4" fmla="*/ 4038600 h 4972050"/>
              <a:gd name="connsiteX5" fmla="*/ 285750 w 1759270"/>
              <a:gd name="connsiteY5" fmla="*/ 3943350 h 4972050"/>
              <a:gd name="connsiteX6" fmla="*/ 323850 w 1759270"/>
              <a:gd name="connsiteY6" fmla="*/ 3867150 h 4972050"/>
              <a:gd name="connsiteX7" fmla="*/ 381000 w 1759270"/>
              <a:gd name="connsiteY7" fmla="*/ 3676650 h 4972050"/>
              <a:gd name="connsiteX8" fmla="*/ 457200 w 1759270"/>
              <a:gd name="connsiteY8" fmla="*/ 3486150 h 4972050"/>
              <a:gd name="connsiteX9" fmla="*/ 495300 w 1759270"/>
              <a:gd name="connsiteY9" fmla="*/ 3333750 h 4972050"/>
              <a:gd name="connsiteX10" fmla="*/ 514350 w 1759270"/>
              <a:gd name="connsiteY10" fmla="*/ 3276600 h 4972050"/>
              <a:gd name="connsiteX11" fmla="*/ 628650 w 1759270"/>
              <a:gd name="connsiteY11" fmla="*/ 3219450 h 4972050"/>
              <a:gd name="connsiteX12" fmla="*/ 647700 w 1759270"/>
              <a:gd name="connsiteY12" fmla="*/ 3162300 h 4972050"/>
              <a:gd name="connsiteX13" fmla="*/ 685800 w 1759270"/>
              <a:gd name="connsiteY13" fmla="*/ 2724150 h 4972050"/>
              <a:gd name="connsiteX14" fmla="*/ 704850 w 1759270"/>
              <a:gd name="connsiteY14" fmla="*/ 2667000 h 4972050"/>
              <a:gd name="connsiteX15" fmla="*/ 723900 w 1759270"/>
              <a:gd name="connsiteY15" fmla="*/ 2571750 h 4972050"/>
              <a:gd name="connsiteX16" fmla="*/ 762000 w 1759270"/>
              <a:gd name="connsiteY16" fmla="*/ 2514600 h 4972050"/>
              <a:gd name="connsiteX17" fmla="*/ 781050 w 1759270"/>
              <a:gd name="connsiteY17" fmla="*/ 2457450 h 4972050"/>
              <a:gd name="connsiteX18" fmla="*/ 800100 w 1759270"/>
              <a:gd name="connsiteY18" fmla="*/ 2286000 h 4972050"/>
              <a:gd name="connsiteX19" fmla="*/ 819150 w 1759270"/>
              <a:gd name="connsiteY19" fmla="*/ 2228850 h 4972050"/>
              <a:gd name="connsiteX20" fmla="*/ 838200 w 1759270"/>
              <a:gd name="connsiteY20" fmla="*/ 2152650 h 4972050"/>
              <a:gd name="connsiteX21" fmla="*/ 857250 w 1759270"/>
              <a:gd name="connsiteY21" fmla="*/ 2038350 h 4972050"/>
              <a:gd name="connsiteX22" fmla="*/ 876300 w 1759270"/>
              <a:gd name="connsiteY22" fmla="*/ 1962150 h 4972050"/>
              <a:gd name="connsiteX23" fmla="*/ 914400 w 1759270"/>
              <a:gd name="connsiteY23" fmla="*/ 1809750 h 4972050"/>
              <a:gd name="connsiteX24" fmla="*/ 952500 w 1759270"/>
              <a:gd name="connsiteY24" fmla="*/ 1752600 h 4972050"/>
              <a:gd name="connsiteX25" fmla="*/ 971550 w 1759270"/>
              <a:gd name="connsiteY25" fmla="*/ 1600200 h 4972050"/>
              <a:gd name="connsiteX26" fmla="*/ 990600 w 1759270"/>
              <a:gd name="connsiteY26" fmla="*/ 1543050 h 4972050"/>
              <a:gd name="connsiteX27" fmla="*/ 1009650 w 1759270"/>
              <a:gd name="connsiteY27" fmla="*/ 1447800 h 4972050"/>
              <a:gd name="connsiteX28" fmla="*/ 1047750 w 1759270"/>
              <a:gd name="connsiteY28" fmla="*/ 1333500 h 4972050"/>
              <a:gd name="connsiteX29" fmla="*/ 1104900 w 1759270"/>
              <a:gd name="connsiteY29" fmla="*/ 1314450 h 4972050"/>
              <a:gd name="connsiteX30" fmla="*/ 1162050 w 1759270"/>
              <a:gd name="connsiteY30" fmla="*/ 1200150 h 4972050"/>
              <a:gd name="connsiteX31" fmla="*/ 1219200 w 1759270"/>
              <a:gd name="connsiteY31" fmla="*/ 1028700 h 4972050"/>
              <a:gd name="connsiteX32" fmla="*/ 1238250 w 1759270"/>
              <a:gd name="connsiteY32" fmla="*/ 971550 h 4972050"/>
              <a:gd name="connsiteX33" fmla="*/ 1276350 w 1759270"/>
              <a:gd name="connsiteY33" fmla="*/ 914400 h 4972050"/>
              <a:gd name="connsiteX34" fmla="*/ 1295400 w 1759270"/>
              <a:gd name="connsiteY34" fmla="*/ 857250 h 4972050"/>
              <a:gd name="connsiteX35" fmla="*/ 1352550 w 1759270"/>
              <a:gd name="connsiteY35" fmla="*/ 800100 h 4972050"/>
              <a:gd name="connsiteX36" fmla="*/ 1447800 w 1759270"/>
              <a:gd name="connsiteY36" fmla="*/ 685800 h 4972050"/>
              <a:gd name="connsiteX37" fmla="*/ 1562100 w 1759270"/>
              <a:gd name="connsiteY37" fmla="*/ 609600 h 4972050"/>
              <a:gd name="connsiteX38" fmla="*/ 1619250 w 1759270"/>
              <a:gd name="connsiteY38" fmla="*/ 152400 h 4972050"/>
              <a:gd name="connsiteX39" fmla="*/ 1752600 w 1759270"/>
              <a:gd name="connsiteY39" fmla="*/ 114300 h 4972050"/>
              <a:gd name="connsiteX40" fmla="*/ 1752600 w 1759270"/>
              <a:gd name="connsiteY40" fmla="*/ 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759270" h="4972050">
                <a:moveTo>
                  <a:pt x="0" y="4972050"/>
                </a:moveTo>
                <a:cubicBezTo>
                  <a:pt x="15210" y="4759104"/>
                  <a:pt x="12296" y="4733579"/>
                  <a:pt x="38100" y="4552950"/>
                </a:cubicBezTo>
                <a:cubicBezTo>
                  <a:pt x="45891" y="4498414"/>
                  <a:pt x="63507" y="4371964"/>
                  <a:pt x="95250" y="4324350"/>
                </a:cubicBezTo>
                <a:cubicBezTo>
                  <a:pt x="148294" y="4244784"/>
                  <a:pt x="117161" y="4283389"/>
                  <a:pt x="190500" y="4210050"/>
                </a:cubicBezTo>
                <a:cubicBezTo>
                  <a:pt x="235840" y="4074030"/>
                  <a:pt x="206323" y="4129166"/>
                  <a:pt x="266700" y="4038600"/>
                </a:cubicBezTo>
                <a:cubicBezTo>
                  <a:pt x="273050" y="4006850"/>
                  <a:pt x="275511" y="3974067"/>
                  <a:pt x="285750" y="3943350"/>
                </a:cubicBezTo>
                <a:cubicBezTo>
                  <a:pt x="294730" y="3916409"/>
                  <a:pt x="315690" y="3894350"/>
                  <a:pt x="323850" y="3867150"/>
                </a:cubicBezTo>
                <a:cubicBezTo>
                  <a:pt x="395006" y="3629964"/>
                  <a:pt x="290750" y="3857151"/>
                  <a:pt x="381000" y="3676650"/>
                </a:cubicBezTo>
                <a:cubicBezTo>
                  <a:pt x="417330" y="3422342"/>
                  <a:pt x="360218" y="3631623"/>
                  <a:pt x="457200" y="3486150"/>
                </a:cubicBezTo>
                <a:cubicBezTo>
                  <a:pt x="474618" y="3460023"/>
                  <a:pt x="491453" y="3349138"/>
                  <a:pt x="495300" y="3333750"/>
                </a:cubicBezTo>
                <a:cubicBezTo>
                  <a:pt x="500170" y="3314269"/>
                  <a:pt x="501806" y="3292280"/>
                  <a:pt x="514350" y="3276600"/>
                </a:cubicBezTo>
                <a:cubicBezTo>
                  <a:pt x="541207" y="3243028"/>
                  <a:pt x="591002" y="3231999"/>
                  <a:pt x="628650" y="3219450"/>
                </a:cubicBezTo>
                <a:cubicBezTo>
                  <a:pt x="635000" y="3200400"/>
                  <a:pt x="645398" y="3182248"/>
                  <a:pt x="647700" y="3162300"/>
                </a:cubicBezTo>
                <a:cubicBezTo>
                  <a:pt x="664504" y="3016665"/>
                  <a:pt x="639441" y="2863228"/>
                  <a:pt x="685800" y="2724150"/>
                </a:cubicBezTo>
                <a:cubicBezTo>
                  <a:pt x="692150" y="2705100"/>
                  <a:pt x="699980" y="2686481"/>
                  <a:pt x="704850" y="2667000"/>
                </a:cubicBezTo>
                <a:cubicBezTo>
                  <a:pt x="712703" y="2635588"/>
                  <a:pt x="712531" y="2602067"/>
                  <a:pt x="723900" y="2571750"/>
                </a:cubicBezTo>
                <a:cubicBezTo>
                  <a:pt x="731939" y="2550313"/>
                  <a:pt x="751761" y="2535078"/>
                  <a:pt x="762000" y="2514600"/>
                </a:cubicBezTo>
                <a:cubicBezTo>
                  <a:pt x="770980" y="2496639"/>
                  <a:pt x="774700" y="2476500"/>
                  <a:pt x="781050" y="2457450"/>
                </a:cubicBezTo>
                <a:cubicBezTo>
                  <a:pt x="787400" y="2400300"/>
                  <a:pt x="790647" y="2342719"/>
                  <a:pt x="800100" y="2286000"/>
                </a:cubicBezTo>
                <a:cubicBezTo>
                  <a:pt x="803401" y="2266193"/>
                  <a:pt x="813633" y="2248158"/>
                  <a:pt x="819150" y="2228850"/>
                </a:cubicBezTo>
                <a:cubicBezTo>
                  <a:pt x="826343" y="2203676"/>
                  <a:pt x="833065" y="2178323"/>
                  <a:pt x="838200" y="2152650"/>
                </a:cubicBezTo>
                <a:cubicBezTo>
                  <a:pt x="845775" y="2114775"/>
                  <a:pt x="849675" y="2076225"/>
                  <a:pt x="857250" y="2038350"/>
                </a:cubicBezTo>
                <a:cubicBezTo>
                  <a:pt x="862385" y="2012677"/>
                  <a:pt x="870620" y="1987708"/>
                  <a:pt x="876300" y="1962150"/>
                </a:cubicBezTo>
                <a:cubicBezTo>
                  <a:pt x="884995" y="1923023"/>
                  <a:pt x="893975" y="1850600"/>
                  <a:pt x="914400" y="1809750"/>
                </a:cubicBezTo>
                <a:cubicBezTo>
                  <a:pt x="924639" y="1789272"/>
                  <a:pt x="939800" y="1771650"/>
                  <a:pt x="952500" y="1752600"/>
                </a:cubicBezTo>
                <a:cubicBezTo>
                  <a:pt x="958850" y="1701800"/>
                  <a:pt x="962392" y="1650570"/>
                  <a:pt x="971550" y="1600200"/>
                </a:cubicBezTo>
                <a:cubicBezTo>
                  <a:pt x="975142" y="1580443"/>
                  <a:pt x="985730" y="1562531"/>
                  <a:pt x="990600" y="1543050"/>
                </a:cubicBezTo>
                <a:cubicBezTo>
                  <a:pt x="998453" y="1511638"/>
                  <a:pt x="1001131" y="1479038"/>
                  <a:pt x="1009650" y="1447800"/>
                </a:cubicBezTo>
                <a:cubicBezTo>
                  <a:pt x="1020217" y="1409054"/>
                  <a:pt x="1009650" y="1346200"/>
                  <a:pt x="1047750" y="1333500"/>
                </a:cubicBezTo>
                <a:lnTo>
                  <a:pt x="1104900" y="1314450"/>
                </a:lnTo>
                <a:cubicBezTo>
                  <a:pt x="1174375" y="1106024"/>
                  <a:pt x="1063573" y="1421724"/>
                  <a:pt x="1162050" y="1200150"/>
                </a:cubicBezTo>
                <a:lnTo>
                  <a:pt x="1219200" y="1028700"/>
                </a:lnTo>
                <a:cubicBezTo>
                  <a:pt x="1225550" y="1009650"/>
                  <a:pt x="1227111" y="988258"/>
                  <a:pt x="1238250" y="971550"/>
                </a:cubicBezTo>
                <a:cubicBezTo>
                  <a:pt x="1250950" y="952500"/>
                  <a:pt x="1266111" y="934878"/>
                  <a:pt x="1276350" y="914400"/>
                </a:cubicBezTo>
                <a:cubicBezTo>
                  <a:pt x="1285330" y="896439"/>
                  <a:pt x="1284261" y="873958"/>
                  <a:pt x="1295400" y="857250"/>
                </a:cubicBezTo>
                <a:cubicBezTo>
                  <a:pt x="1310344" y="834834"/>
                  <a:pt x="1335303" y="820796"/>
                  <a:pt x="1352550" y="800100"/>
                </a:cubicBezTo>
                <a:cubicBezTo>
                  <a:pt x="1410480" y="730584"/>
                  <a:pt x="1368712" y="747313"/>
                  <a:pt x="1447800" y="685800"/>
                </a:cubicBezTo>
                <a:cubicBezTo>
                  <a:pt x="1483945" y="657687"/>
                  <a:pt x="1562100" y="609600"/>
                  <a:pt x="1562100" y="609600"/>
                </a:cubicBezTo>
                <a:cubicBezTo>
                  <a:pt x="1694023" y="411715"/>
                  <a:pt x="1483832" y="748237"/>
                  <a:pt x="1619250" y="152400"/>
                </a:cubicBezTo>
                <a:cubicBezTo>
                  <a:pt x="1626249" y="121606"/>
                  <a:pt x="1738628" y="146901"/>
                  <a:pt x="1752600" y="114300"/>
                </a:cubicBezTo>
                <a:cubicBezTo>
                  <a:pt x="1767608" y="79281"/>
                  <a:pt x="1752600" y="38100"/>
                  <a:pt x="1752600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6" name="矩形 65"/>
          <p:cNvSpPr/>
          <p:nvPr/>
        </p:nvSpPr>
        <p:spPr>
          <a:xfrm>
            <a:off x="6184143" y="2985216"/>
            <a:ext cx="822816" cy="7667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7" name="矩形 66"/>
          <p:cNvSpPr/>
          <p:nvPr/>
        </p:nvSpPr>
        <p:spPr>
          <a:xfrm>
            <a:off x="12669555" y="2968082"/>
            <a:ext cx="822816" cy="7667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文字方塊 1"/>
          <p:cNvSpPr txBox="1"/>
          <p:nvPr/>
        </p:nvSpPr>
        <p:spPr>
          <a:xfrm>
            <a:off x="2741104" y="9196908"/>
            <a:ext cx="473556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4 times of parameters</a:t>
            </a:r>
            <a:endParaRPr lang="zh-TW" alt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38" grpId="0" bldLvl="0" animBg="1"/>
      <p:bldP spid="40" grpId="0" bldLvl="0" animBg="1"/>
      <p:bldP spid="42" grpId="0" bldLvl="0" animBg="1"/>
      <p:bldP spid="43" grpId="0" bldLvl="0" animBg="1"/>
      <p:bldP spid="44" grpId="0"/>
      <p:bldP spid="45" grpId="0"/>
      <p:bldP spid="61" grpId="0" bldLvl="0" animBg="1"/>
      <p:bldP spid="63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14" name="群組 113"/>
          <p:cNvGrpSpPr/>
          <p:nvPr/>
        </p:nvGrpSpPr>
        <p:grpSpPr>
          <a:xfrm>
            <a:off x="2234501" y="3176264"/>
            <a:ext cx="1361358" cy="645161"/>
            <a:chOff x="4775004" y="6396335"/>
            <a:chExt cx="907572" cy="430107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7" name="圖片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185" y="2095866"/>
            <a:ext cx="2700435" cy="3545789"/>
          </a:xfrm>
          <a:prstGeom prst="rect">
            <a:avLst/>
          </a:prstGeom>
        </p:spPr>
      </p:pic>
      <p:pic>
        <p:nvPicPr>
          <p:cNvPr id="128" name="圖片 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620" y="2095865"/>
            <a:ext cx="2700435" cy="3545789"/>
          </a:xfrm>
          <a:prstGeom prst="rect">
            <a:avLst/>
          </a:prstGeom>
        </p:spPr>
      </p:pic>
      <p:pic>
        <p:nvPicPr>
          <p:cNvPr id="129" name="圖片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8590" y="2095865"/>
            <a:ext cx="2700435" cy="3545789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0847884" y="3406676"/>
            <a:ext cx="14488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7" name="矩形 6"/>
          <p:cNvSpPr/>
          <p:nvPr/>
        </p:nvSpPr>
        <p:spPr>
          <a:xfrm>
            <a:off x="6547374" y="3607248"/>
            <a:ext cx="494273" cy="465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0" name="矩形 129"/>
          <p:cNvSpPr/>
          <p:nvPr/>
        </p:nvSpPr>
        <p:spPr>
          <a:xfrm>
            <a:off x="9247809" y="3607248"/>
            <a:ext cx="494273" cy="465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1" name="矩形 130"/>
          <p:cNvSpPr/>
          <p:nvPr/>
        </p:nvSpPr>
        <p:spPr>
          <a:xfrm>
            <a:off x="13531635" y="3635991"/>
            <a:ext cx="494273" cy="465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文字方塊 7"/>
          <p:cNvSpPr txBox="1"/>
          <p:nvPr/>
        </p:nvSpPr>
        <p:spPr>
          <a:xfrm>
            <a:off x="2503052" y="3938433"/>
            <a:ext cx="17199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vector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grpSp>
        <p:nvGrpSpPr>
          <p:cNvPr id="132" name="群組 131"/>
          <p:cNvGrpSpPr/>
          <p:nvPr/>
        </p:nvGrpSpPr>
        <p:grpSpPr>
          <a:xfrm>
            <a:off x="5581833" y="8809854"/>
            <a:ext cx="1361358" cy="645161"/>
            <a:chOff x="4765592" y="6396335"/>
            <a:chExt cx="907572" cy="430107"/>
          </a:xfrm>
        </p:grpSpPr>
        <p:sp>
          <p:nvSpPr>
            <p:cNvPr id="137" name="矩形 136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38" name="文字方塊 137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/>
                <a:t>x</a:t>
              </a:r>
              <a:r>
                <a:rPr lang="en-US" altLang="zh-TW" sz="3600" baseline="30000" dirty="0" err="1"/>
                <a:t>t</a:t>
              </a:r>
              <a:endParaRPr lang="zh-TW" altLang="en-US" sz="3600" baseline="30000" dirty="0"/>
            </a:p>
          </p:txBody>
        </p:sp>
      </p:grpSp>
      <p:sp>
        <p:nvSpPr>
          <p:cNvPr id="140" name="矩形 139"/>
          <p:cNvSpPr/>
          <p:nvPr/>
        </p:nvSpPr>
        <p:spPr>
          <a:xfrm>
            <a:off x="6241763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141" name="矩形 140"/>
          <p:cNvSpPr/>
          <p:nvPr/>
        </p:nvSpPr>
        <p:spPr>
          <a:xfrm>
            <a:off x="490249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sp>
        <p:nvSpPr>
          <p:cNvPr id="143" name="矩形 142"/>
          <p:cNvSpPr/>
          <p:nvPr/>
        </p:nvSpPr>
        <p:spPr>
          <a:xfrm>
            <a:off x="357580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145" name="矩形 144"/>
          <p:cNvSpPr/>
          <p:nvPr/>
        </p:nvSpPr>
        <p:spPr>
          <a:xfrm>
            <a:off x="7568453" y="7108997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146" name="向下箭號 145"/>
          <p:cNvSpPr/>
          <p:nvPr/>
        </p:nvSpPr>
        <p:spPr>
          <a:xfrm rot="2610135" flipV="1">
            <a:off x="7404941" y="7764770"/>
            <a:ext cx="657225" cy="1122594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7" name="向下箭號 146"/>
          <p:cNvSpPr/>
          <p:nvPr/>
        </p:nvSpPr>
        <p:spPr>
          <a:xfrm rot="19634133" flipV="1">
            <a:off x="5319629" y="7795959"/>
            <a:ext cx="657225" cy="937814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8" name="向下箭號 147"/>
          <p:cNvSpPr/>
          <p:nvPr/>
        </p:nvSpPr>
        <p:spPr>
          <a:xfrm rot="1779305" flipV="1">
            <a:off x="6357446" y="7804043"/>
            <a:ext cx="657225" cy="91001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0" name="向下箭號 149"/>
          <p:cNvSpPr/>
          <p:nvPr/>
        </p:nvSpPr>
        <p:spPr>
          <a:xfrm rot="18851723" flipV="1">
            <a:off x="4159371" y="7747724"/>
            <a:ext cx="657225" cy="1122594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1" name="文字方塊 150"/>
          <p:cNvSpPr txBox="1"/>
          <p:nvPr/>
        </p:nvSpPr>
        <p:spPr>
          <a:xfrm>
            <a:off x="8604990" y="7078953"/>
            <a:ext cx="27630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B050"/>
                </a:solidFill>
              </a:rPr>
              <a:t>4 vectors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cxnSp>
        <p:nvCxnSpPr>
          <p:cNvPr id="10" name="直線單箭頭接點 9"/>
          <p:cNvCxnSpPr>
            <a:endCxn id="127" idx="2"/>
          </p:cNvCxnSpPr>
          <p:nvPr/>
        </p:nvCxnSpPr>
        <p:spPr>
          <a:xfrm flipH="1" flipV="1">
            <a:off x="6735402" y="5641655"/>
            <a:ext cx="12714" cy="151421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>
            <a:endCxn id="128" idx="2"/>
          </p:cNvCxnSpPr>
          <p:nvPr/>
        </p:nvCxnSpPr>
        <p:spPr>
          <a:xfrm flipV="1">
            <a:off x="6722109" y="5641653"/>
            <a:ext cx="2713728" cy="15020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>
            <a:stCxn id="140" idx="0"/>
            <a:endCxn id="129" idx="2"/>
          </p:cNvCxnSpPr>
          <p:nvPr/>
        </p:nvCxnSpPr>
        <p:spPr>
          <a:xfrm flipV="1">
            <a:off x="6781763" y="5641653"/>
            <a:ext cx="6927045" cy="145955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/>
          <p:nvPr/>
        </p:nvCxnSpPr>
        <p:spPr>
          <a:xfrm flipV="1">
            <a:off x="5425188" y="4405233"/>
            <a:ext cx="17306" cy="26846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單箭頭接點 167"/>
          <p:cNvCxnSpPr/>
          <p:nvPr/>
        </p:nvCxnSpPr>
        <p:spPr>
          <a:xfrm flipV="1">
            <a:off x="5391252" y="4504131"/>
            <a:ext cx="2798880" cy="25970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/>
          <p:cNvCxnSpPr/>
          <p:nvPr/>
        </p:nvCxnSpPr>
        <p:spPr>
          <a:xfrm flipV="1">
            <a:off x="5385185" y="4573802"/>
            <a:ext cx="7116378" cy="255863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  <p:bldP spid="130" grpId="0" bldLvl="0" animBg="1"/>
      <p:bldP spid="131" grpId="0" bldLvl="0" animBg="1"/>
      <p:bldP spid="8" grpId="0"/>
      <p:bldP spid="140" grpId="0" bldLvl="0" animBg="1"/>
      <p:bldP spid="141" grpId="0" bldLvl="0" animBg="1"/>
      <p:bldP spid="143" grpId="0" bldLvl="0" animBg="1"/>
      <p:bldP spid="145" grpId="0" bldLvl="0" animBg="1"/>
      <p:bldP spid="146" grpId="0" bldLvl="0" animBg="1"/>
      <p:bldP spid="147" grpId="0" bldLvl="0" animBg="1"/>
      <p:bldP spid="148" grpId="0" bldLvl="0" animBg="1"/>
      <p:bldP spid="150" grpId="0" bldLvl="0" animBg="1"/>
      <p:bldP spid="1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65" name="群組 164"/>
          <p:cNvGrpSpPr/>
          <p:nvPr/>
        </p:nvGrpSpPr>
        <p:grpSpPr>
          <a:xfrm>
            <a:off x="5581833" y="8809854"/>
            <a:ext cx="1361358" cy="645161"/>
            <a:chOff x="4765592" y="6396335"/>
            <a:chExt cx="907572" cy="430107"/>
          </a:xfrm>
        </p:grpSpPr>
        <p:sp>
          <p:nvSpPr>
            <p:cNvPr id="42" name="矩形 4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/>
                <a:t>x</a:t>
              </a:r>
              <a:r>
                <a:rPr lang="en-US" altLang="zh-TW" sz="3600" baseline="30000" dirty="0" err="1"/>
                <a:t>t</a:t>
              </a:r>
              <a:endParaRPr lang="zh-TW" altLang="en-US" sz="3600" baseline="30000" dirty="0"/>
            </a:p>
          </p:txBody>
        </p:sp>
      </p:grpSp>
      <p:sp>
        <p:nvSpPr>
          <p:cNvPr id="45" name="矩形 44"/>
          <p:cNvSpPr/>
          <p:nvPr/>
        </p:nvSpPr>
        <p:spPr>
          <a:xfrm>
            <a:off x="6241763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46" name="矩形 45"/>
          <p:cNvSpPr/>
          <p:nvPr/>
        </p:nvSpPr>
        <p:spPr>
          <a:xfrm>
            <a:off x="490249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grpSp>
        <p:nvGrpSpPr>
          <p:cNvPr id="49" name="群組 48"/>
          <p:cNvGrpSpPr/>
          <p:nvPr/>
        </p:nvGrpSpPr>
        <p:grpSpPr>
          <a:xfrm>
            <a:off x="5944671" y="5585885"/>
            <a:ext cx="657225" cy="657225"/>
            <a:chOff x="6656524" y="2699227"/>
            <a:chExt cx="438150" cy="438150"/>
          </a:xfrm>
        </p:grpSpPr>
        <p:sp>
          <p:nvSpPr>
            <p:cNvPr id="47" name="橢圓 4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tx1"/>
                  </a:solidFill>
                </a:rPr>
                <a:t>×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/>
                <p:cNvSpPr txBox="1"/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blipFill>
                  <a:blip r:embed="rId3"/>
                  <a:stretch>
                    <a:fillRect l="-50000" t="-33333" r="-50000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矩形 49"/>
          <p:cNvSpPr/>
          <p:nvPr/>
        </p:nvSpPr>
        <p:spPr>
          <a:xfrm>
            <a:off x="357580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51" name="矩形 50"/>
          <p:cNvSpPr/>
          <p:nvPr/>
        </p:nvSpPr>
        <p:spPr>
          <a:xfrm>
            <a:off x="7568453" y="7108997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grpSp>
        <p:nvGrpSpPr>
          <p:cNvPr id="52" name="群組 51"/>
          <p:cNvGrpSpPr/>
          <p:nvPr/>
        </p:nvGrpSpPr>
        <p:grpSpPr>
          <a:xfrm>
            <a:off x="3787192" y="4127700"/>
            <a:ext cx="657225" cy="657225"/>
            <a:chOff x="6656524" y="2699227"/>
            <a:chExt cx="438150" cy="438150"/>
          </a:xfrm>
        </p:grpSpPr>
        <p:sp>
          <p:nvSpPr>
            <p:cNvPr id="53" name="橢圓 52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tx1"/>
                  </a:solidFill>
                </a:rPr>
                <a:t>×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/>
                <p:cNvSpPr txBox="1"/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blipFill>
                  <a:blip r:embed="rId3"/>
                  <a:stretch>
                    <a:fillRect l="-50000" t="-33333" r="-50000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群組 54"/>
          <p:cNvGrpSpPr/>
          <p:nvPr/>
        </p:nvGrpSpPr>
        <p:grpSpPr>
          <a:xfrm>
            <a:off x="5913150" y="4107873"/>
            <a:ext cx="657225" cy="657225"/>
            <a:chOff x="6656524" y="2699227"/>
            <a:chExt cx="438150" cy="438150"/>
          </a:xfrm>
        </p:grpSpPr>
        <p:sp>
          <p:nvSpPr>
            <p:cNvPr id="56" name="橢圓 55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000" dirty="0">
                  <a:solidFill>
                    <a:schemeClr val="tx1"/>
                  </a:solidFill>
                </a:rPr>
                <a:t>＋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/>
                <p:cNvSpPr txBox="1"/>
                <p:nvPr/>
              </p:nvSpPr>
              <p:spPr>
                <a:xfrm>
                  <a:off x="6766595" y="2808578"/>
                  <a:ext cx="10687" cy="10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＋</m:t>
                        </m:r>
                      </m:oMath>
                    </m:oMathPara>
                  </a14:m>
                  <a:endParaRPr lang="zh-TW" altLang="en-US" sz="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字方塊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10687" cy="10259"/>
                </a:xfrm>
                <a:prstGeom prst="rect">
                  <a:avLst/>
                </a:prstGeom>
                <a:blipFill>
                  <a:blip r:embed="rId4"/>
                  <a:stretch>
                    <a:fillRect l="-33333" t="-50000" r="-33333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群組 57"/>
          <p:cNvGrpSpPr/>
          <p:nvPr/>
        </p:nvGrpSpPr>
        <p:grpSpPr>
          <a:xfrm>
            <a:off x="7801293" y="4120550"/>
            <a:ext cx="657225" cy="657225"/>
            <a:chOff x="6656524" y="2699227"/>
            <a:chExt cx="438150" cy="438150"/>
          </a:xfrm>
        </p:grpSpPr>
        <p:sp>
          <p:nvSpPr>
            <p:cNvPr id="59" name="橢圓 58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tx1"/>
                  </a:solidFill>
                </a:rPr>
                <a:t>×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/>
                <p:cNvSpPr txBox="1"/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sz="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字方塊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8549" cy="10259"/>
                </a:xfrm>
                <a:prstGeom prst="rect">
                  <a:avLst/>
                </a:prstGeom>
                <a:blipFill>
                  <a:blip r:embed="rId5"/>
                  <a:stretch>
                    <a:fillRect l="-100000" t="-50000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矩形 61"/>
          <p:cNvSpPr/>
          <p:nvPr/>
        </p:nvSpPr>
        <p:spPr>
          <a:xfrm>
            <a:off x="7593756" y="2114229"/>
            <a:ext cx="108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文字方塊 62"/>
          <p:cNvSpPr txBox="1"/>
          <p:nvPr/>
        </p:nvSpPr>
        <p:spPr>
          <a:xfrm>
            <a:off x="7471398" y="209264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pic>
        <p:nvPicPr>
          <p:cNvPr id="133" name="圖片 1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7327" y="5641193"/>
            <a:ext cx="557213" cy="557213"/>
          </a:xfrm>
          <a:prstGeom prst="rect">
            <a:avLst/>
          </a:prstGeom>
        </p:spPr>
      </p:pic>
      <p:pic>
        <p:nvPicPr>
          <p:cNvPr id="134" name="圖片 1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057" y="5635892"/>
            <a:ext cx="557213" cy="557213"/>
          </a:xfrm>
          <a:prstGeom prst="rect">
            <a:avLst/>
          </a:prstGeom>
        </p:spPr>
      </p:pic>
      <p:pic>
        <p:nvPicPr>
          <p:cNvPr id="135" name="圖片 1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3465" y="5635890"/>
            <a:ext cx="557213" cy="557213"/>
          </a:xfrm>
          <a:prstGeom prst="rect">
            <a:avLst/>
          </a:prstGeom>
        </p:spPr>
      </p:pic>
      <p:pic>
        <p:nvPicPr>
          <p:cNvPr id="136" name="圖片 1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9615" y="4146380"/>
            <a:ext cx="557213" cy="557213"/>
          </a:xfrm>
          <a:prstGeom prst="rect">
            <a:avLst/>
          </a:prstGeom>
        </p:spPr>
      </p:pic>
      <p:cxnSp>
        <p:nvCxnSpPr>
          <p:cNvPr id="139" name="直線單箭頭接點 138"/>
          <p:cNvCxnSpPr/>
          <p:nvPr/>
        </p:nvCxnSpPr>
        <p:spPr>
          <a:xfrm flipH="1" flipV="1">
            <a:off x="4105541" y="620788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/>
          <p:nvPr/>
        </p:nvCxnSpPr>
        <p:spPr>
          <a:xfrm flipH="1" flipV="1">
            <a:off x="4114784" y="4749221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endCxn id="56" idx="2"/>
          </p:cNvCxnSpPr>
          <p:nvPr/>
        </p:nvCxnSpPr>
        <p:spPr>
          <a:xfrm flipV="1">
            <a:off x="4482383" y="4436486"/>
            <a:ext cx="14307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47" idx="4"/>
          </p:cNvCxnSpPr>
          <p:nvPr/>
        </p:nvCxnSpPr>
        <p:spPr>
          <a:xfrm flipH="1" flipV="1">
            <a:off x="6273284" y="6243110"/>
            <a:ext cx="443976" cy="8232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 flipV="1">
            <a:off x="5405931" y="618830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 flipH="1" flipV="1">
            <a:off x="6268839" y="466664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47" idx="2"/>
          </p:cNvCxnSpPr>
          <p:nvPr/>
        </p:nvCxnSpPr>
        <p:spPr>
          <a:xfrm>
            <a:off x="5649528" y="5894136"/>
            <a:ext cx="295143" cy="20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8108451" y="6147233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8125439" y="4780239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6631403" y="4424985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7469085" y="4443432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向下箭號 161"/>
          <p:cNvSpPr/>
          <p:nvPr/>
        </p:nvSpPr>
        <p:spPr>
          <a:xfrm flipV="1">
            <a:off x="7823465" y="2903366"/>
            <a:ext cx="657225" cy="112259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3" name="向下箭號 162"/>
          <p:cNvSpPr/>
          <p:nvPr/>
        </p:nvSpPr>
        <p:spPr>
          <a:xfrm rot="2610135" flipV="1">
            <a:off x="7404941" y="7764770"/>
            <a:ext cx="657225" cy="1122594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4" name="向下箭號 163"/>
          <p:cNvSpPr/>
          <p:nvPr/>
        </p:nvSpPr>
        <p:spPr>
          <a:xfrm rot="19634133" flipV="1">
            <a:off x="5319629" y="7795959"/>
            <a:ext cx="657225" cy="937814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6" name="向下箭號 165"/>
          <p:cNvSpPr/>
          <p:nvPr/>
        </p:nvSpPr>
        <p:spPr>
          <a:xfrm rot="1779305" flipV="1">
            <a:off x="6357446" y="7804043"/>
            <a:ext cx="657225" cy="91001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7" name="向下箭號 166"/>
          <p:cNvSpPr/>
          <p:nvPr/>
        </p:nvSpPr>
        <p:spPr>
          <a:xfrm rot="18851723" flipV="1">
            <a:off x="4159371" y="7747724"/>
            <a:ext cx="657225" cy="1122594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14" name="群組 113"/>
          <p:cNvGrpSpPr/>
          <p:nvPr/>
        </p:nvGrpSpPr>
        <p:grpSpPr>
          <a:xfrm>
            <a:off x="2234501" y="3176264"/>
            <a:ext cx="1361358" cy="645161"/>
            <a:chOff x="4775004" y="6396335"/>
            <a:chExt cx="907572" cy="430107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手繪多邊形 4"/>
          <p:cNvSpPr/>
          <p:nvPr/>
        </p:nvSpPr>
        <p:spPr>
          <a:xfrm>
            <a:off x="3418115" y="3547347"/>
            <a:ext cx="653142" cy="567453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127" name="圖片 1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4328" y="2274837"/>
            <a:ext cx="5405280" cy="7097369"/>
          </a:xfrm>
          <a:prstGeom prst="rect">
            <a:avLst/>
          </a:prstGeom>
        </p:spPr>
      </p:pic>
      <p:sp>
        <p:nvSpPr>
          <p:cNvPr id="128" name="矩形 127"/>
          <p:cNvSpPr/>
          <p:nvPr/>
        </p:nvSpPr>
        <p:spPr>
          <a:xfrm>
            <a:off x="12143928" y="9372206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129" name="矩形 128"/>
          <p:cNvSpPr/>
          <p:nvPr/>
        </p:nvSpPr>
        <p:spPr>
          <a:xfrm>
            <a:off x="9212747" y="6777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sp>
        <p:nvSpPr>
          <p:cNvPr id="130" name="矩形 129"/>
          <p:cNvSpPr/>
          <p:nvPr/>
        </p:nvSpPr>
        <p:spPr>
          <a:xfrm>
            <a:off x="14873147" y="5425911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131" name="矩形 130"/>
          <p:cNvSpPr/>
          <p:nvPr/>
        </p:nvSpPr>
        <p:spPr>
          <a:xfrm>
            <a:off x="9140789" y="281666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bldLvl="0" animBg="1"/>
      <p:bldP spid="63" grpId="0"/>
      <p:bldP spid="162" grpId="0" bldLvl="0" animBg="1"/>
      <p:bldP spid="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65" name="群組 164"/>
          <p:cNvGrpSpPr/>
          <p:nvPr/>
        </p:nvGrpSpPr>
        <p:grpSpPr>
          <a:xfrm>
            <a:off x="5581833" y="8809854"/>
            <a:ext cx="1361358" cy="645161"/>
            <a:chOff x="4765592" y="6396335"/>
            <a:chExt cx="907572" cy="430107"/>
          </a:xfrm>
        </p:grpSpPr>
        <p:sp>
          <p:nvSpPr>
            <p:cNvPr id="42" name="矩形 4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/>
                <a:t>x</a:t>
              </a:r>
              <a:r>
                <a:rPr lang="en-US" altLang="zh-TW" sz="3600" baseline="30000" dirty="0" err="1"/>
                <a:t>t</a:t>
              </a:r>
              <a:endParaRPr lang="zh-TW" altLang="en-US" sz="3600" baseline="30000" dirty="0"/>
            </a:p>
          </p:txBody>
        </p:sp>
      </p:grpSp>
      <p:sp>
        <p:nvSpPr>
          <p:cNvPr id="45" name="矩形 44"/>
          <p:cNvSpPr/>
          <p:nvPr/>
        </p:nvSpPr>
        <p:spPr>
          <a:xfrm>
            <a:off x="6241763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46" name="矩形 45"/>
          <p:cNvSpPr/>
          <p:nvPr/>
        </p:nvSpPr>
        <p:spPr>
          <a:xfrm>
            <a:off x="490249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sp>
        <p:nvSpPr>
          <p:cNvPr id="47" name="橢圓 46"/>
          <p:cNvSpPr/>
          <p:nvPr/>
        </p:nvSpPr>
        <p:spPr>
          <a:xfrm>
            <a:off x="5944671" y="5585885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50" name="矩形 49"/>
          <p:cNvSpPr/>
          <p:nvPr/>
        </p:nvSpPr>
        <p:spPr>
          <a:xfrm>
            <a:off x="3575804" y="7101203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51" name="矩形 50"/>
          <p:cNvSpPr/>
          <p:nvPr/>
        </p:nvSpPr>
        <p:spPr>
          <a:xfrm>
            <a:off x="7568453" y="7108997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53" name="橢圓 52"/>
          <p:cNvSpPr/>
          <p:nvPr/>
        </p:nvSpPr>
        <p:spPr>
          <a:xfrm>
            <a:off x="3787191" y="4127699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56" name="橢圓 55"/>
          <p:cNvSpPr/>
          <p:nvPr/>
        </p:nvSpPr>
        <p:spPr>
          <a:xfrm>
            <a:off x="5913150" y="4107873"/>
            <a:ext cx="657225" cy="65722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000" dirty="0">
                <a:solidFill>
                  <a:schemeClr val="tx1"/>
                </a:solidFill>
              </a:rPr>
              <a:t>＋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7801293" y="4120550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62" name="矩形 61"/>
          <p:cNvSpPr/>
          <p:nvPr/>
        </p:nvSpPr>
        <p:spPr>
          <a:xfrm>
            <a:off x="7593756" y="2114229"/>
            <a:ext cx="108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文字方塊 62"/>
          <p:cNvSpPr txBox="1"/>
          <p:nvPr/>
        </p:nvSpPr>
        <p:spPr>
          <a:xfrm>
            <a:off x="7471398" y="209264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pic>
        <p:nvPicPr>
          <p:cNvPr id="133" name="圖片 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327" y="5641193"/>
            <a:ext cx="557213" cy="557213"/>
          </a:xfrm>
          <a:prstGeom prst="rect">
            <a:avLst/>
          </a:prstGeom>
        </p:spPr>
      </p:pic>
      <p:pic>
        <p:nvPicPr>
          <p:cNvPr id="134" name="圖片 1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057" y="5635892"/>
            <a:ext cx="557213" cy="557213"/>
          </a:xfrm>
          <a:prstGeom prst="rect">
            <a:avLst/>
          </a:prstGeom>
        </p:spPr>
      </p:pic>
      <p:pic>
        <p:nvPicPr>
          <p:cNvPr id="135" name="圖片 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465" y="5635890"/>
            <a:ext cx="557213" cy="557213"/>
          </a:xfrm>
          <a:prstGeom prst="rect">
            <a:avLst/>
          </a:prstGeom>
        </p:spPr>
      </p:pic>
      <p:pic>
        <p:nvPicPr>
          <p:cNvPr id="136" name="圖片 1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15" y="4146380"/>
            <a:ext cx="557213" cy="557213"/>
          </a:xfrm>
          <a:prstGeom prst="rect">
            <a:avLst/>
          </a:prstGeom>
        </p:spPr>
      </p:pic>
      <p:cxnSp>
        <p:nvCxnSpPr>
          <p:cNvPr id="139" name="直線單箭頭接點 138"/>
          <p:cNvCxnSpPr/>
          <p:nvPr/>
        </p:nvCxnSpPr>
        <p:spPr>
          <a:xfrm flipH="1" flipV="1">
            <a:off x="4105541" y="620788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/>
          <p:nvPr/>
        </p:nvCxnSpPr>
        <p:spPr>
          <a:xfrm flipH="1" flipV="1">
            <a:off x="4114784" y="4749221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endCxn id="56" idx="2"/>
          </p:cNvCxnSpPr>
          <p:nvPr/>
        </p:nvCxnSpPr>
        <p:spPr>
          <a:xfrm flipV="1">
            <a:off x="4482383" y="4436486"/>
            <a:ext cx="14307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47" idx="4"/>
          </p:cNvCxnSpPr>
          <p:nvPr/>
        </p:nvCxnSpPr>
        <p:spPr>
          <a:xfrm flipH="1" flipV="1">
            <a:off x="6273284" y="6243110"/>
            <a:ext cx="443976" cy="8232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 flipV="1">
            <a:off x="5405931" y="618830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 flipH="1" flipV="1">
            <a:off x="6268839" y="4666647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47" idx="2"/>
          </p:cNvCxnSpPr>
          <p:nvPr/>
        </p:nvCxnSpPr>
        <p:spPr>
          <a:xfrm>
            <a:off x="5649528" y="5894136"/>
            <a:ext cx="295143" cy="20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8108451" y="6147233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8125439" y="4780239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6631403" y="4424985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7469085" y="4443432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向下箭號 161"/>
          <p:cNvSpPr/>
          <p:nvPr/>
        </p:nvSpPr>
        <p:spPr>
          <a:xfrm flipV="1">
            <a:off x="7823465" y="2903366"/>
            <a:ext cx="657225" cy="112259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3" name="向下箭號 162"/>
          <p:cNvSpPr/>
          <p:nvPr/>
        </p:nvSpPr>
        <p:spPr>
          <a:xfrm rot="2610135" flipV="1">
            <a:off x="7404941" y="7764770"/>
            <a:ext cx="657225" cy="1122594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4" name="向下箭號 163"/>
          <p:cNvSpPr/>
          <p:nvPr/>
        </p:nvSpPr>
        <p:spPr>
          <a:xfrm rot="19634133" flipV="1">
            <a:off x="5319629" y="7795959"/>
            <a:ext cx="657225" cy="937814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6" name="向下箭號 165"/>
          <p:cNvSpPr/>
          <p:nvPr/>
        </p:nvSpPr>
        <p:spPr>
          <a:xfrm rot="1779305" flipV="1">
            <a:off x="6357446" y="7804043"/>
            <a:ext cx="657225" cy="91001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7" name="向下箭號 166"/>
          <p:cNvSpPr/>
          <p:nvPr/>
        </p:nvSpPr>
        <p:spPr>
          <a:xfrm rot="18851723" flipV="1">
            <a:off x="4159371" y="7747724"/>
            <a:ext cx="657225" cy="1122594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71" name="群組 170"/>
          <p:cNvGrpSpPr/>
          <p:nvPr/>
        </p:nvGrpSpPr>
        <p:grpSpPr>
          <a:xfrm>
            <a:off x="11656388" y="8814141"/>
            <a:ext cx="1361358" cy="645161"/>
            <a:chOff x="4765592" y="6396335"/>
            <a:chExt cx="907572" cy="430107"/>
          </a:xfrm>
        </p:grpSpPr>
        <p:sp>
          <p:nvSpPr>
            <p:cNvPr id="172" name="矩形 17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73" name="文字方塊 172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30000" dirty="0"/>
                <a:t>t+1</a:t>
              </a:r>
              <a:endParaRPr lang="zh-TW" altLang="en-US" sz="3600" baseline="30000" dirty="0"/>
            </a:p>
          </p:txBody>
        </p:sp>
      </p:grpSp>
      <p:sp>
        <p:nvSpPr>
          <p:cNvPr id="174" name="矩形 173"/>
          <p:cNvSpPr/>
          <p:nvPr/>
        </p:nvSpPr>
        <p:spPr>
          <a:xfrm>
            <a:off x="12316317" y="7105490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endParaRPr lang="zh-TW" altLang="en-US" sz="3600" dirty="0"/>
          </a:p>
        </p:txBody>
      </p:sp>
      <p:sp>
        <p:nvSpPr>
          <p:cNvPr id="175" name="矩形 174"/>
          <p:cNvSpPr/>
          <p:nvPr/>
        </p:nvSpPr>
        <p:spPr>
          <a:xfrm>
            <a:off x="10977048" y="7105490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i</a:t>
            </a:r>
            <a:endParaRPr lang="zh-TW" altLang="en-US" sz="3600" baseline="30000" dirty="0"/>
          </a:p>
        </p:txBody>
      </p:sp>
      <p:sp>
        <p:nvSpPr>
          <p:cNvPr id="177" name="橢圓 176"/>
          <p:cNvSpPr/>
          <p:nvPr/>
        </p:nvSpPr>
        <p:spPr>
          <a:xfrm>
            <a:off x="12019226" y="5590172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179" name="矩形 178"/>
          <p:cNvSpPr/>
          <p:nvPr/>
        </p:nvSpPr>
        <p:spPr>
          <a:xfrm>
            <a:off x="9650358" y="7105490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z</a:t>
            </a:r>
            <a:r>
              <a:rPr lang="en-US" altLang="zh-TW" sz="3600" baseline="30000" dirty="0" err="1"/>
              <a:t>f</a:t>
            </a:r>
            <a:endParaRPr lang="zh-TW" altLang="en-US" sz="3600" baseline="30000" dirty="0"/>
          </a:p>
        </p:txBody>
      </p:sp>
      <p:sp>
        <p:nvSpPr>
          <p:cNvPr id="180" name="矩形 179"/>
          <p:cNvSpPr/>
          <p:nvPr/>
        </p:nvSpPr>
        <p:spPr>
          <a:xfrm>
            <a:off x="13643007" y="7113284"/>
            <a:ext cx="1080000" cy="64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z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182" name="橢圓 181"/>
          <p:cNvSpPr/>
          <p:nvPr/>
        </p:nvSpPr>
        <p:spPr>
          <a:xfrm>
            <a:off x="9861746" y="4131986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sp>
        <p:nvSpPr>
          <p:cNvPr id="185" name="橢圓 184"/>
          <p:cNvSpPr/>
          <p:nvPr/>
        </p:nvSpPr>
        <p:spPr>
          <a:xfrm>
            <a:off x="11987705" y="4112160"/>
            <a:ext cx="657225" cy="65722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000" dirty="0">
                <a:solidFill>
                  <a:schemeClr val="tx1"/>
                </a:solidFill>
              </a:rPr>
              <a:t>＋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188" name="橢圓 187"/>
          <p:cNvSpPr/>
          <p:nvPr/>
        </p:nvSpPr>
        <p:spPr>
          <a:xfrm>
            <a:off x="13875848" y="4124837"/>
            <a:ext cx="657225" cy="657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</a:rPr>
              <a:t>×</a:t>
            </a:r>
            <a:endParaRPr lang="zh-TW" altLang="en-US" sz="3000" dirty="0"/>
          </a:p>
        </p:txBody>
      </p:sp>
      <p:grpSp>
        <p:nvGrpSpPr>
          <p:cNvPr id="227" name="群組 226"/>
          <p:cNvGrpSpPr/>
          <p:nvPr/>
        </p:nvGrpSpPr>
        <p:grpSpPr>
          <a:xfrm>
            <a:off x="13586977" y="2096782"/>
            <a:ext cx="1361358" cy="669734"/>
            <a:chOff x="7533985" y="1397855"/>
            <a:chExt cx="907572" cy="446489"/>
          </a:xfrm>
        </p:grpSpPr>
        <p:sp>
          <p:nvSpPr>
            <p:cNvPr id="190" name="矩形 189"/>
            <p:cNvSpPr/>
            <p:nvPr/>
          </p:nvSpPr>
          <p:spPr>
            <a:xfrm>
              <a:off x="7588207" y="1412344"/>
              <a:ext cx="720000" cy="4320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91" name="文字方塊 190"/>
            <p:cNvSpPr txBox="1"/>
            <p:nvPr/>
          </p:nvSpPr>
          <p:spPr>
            <a:xfrm>
              <a:off x="7533985" y="139785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y</a:t>
              </a:r>
              <a:r>
                <a:rPr lang="en-US" altLang="zh-TW" sz="3600" baseline="30000" dirty="0"/>
                <a:t>t+1</a:t>
              </a:r>
              <a:endParaRPr lang="zh-TW" altLang="en-US" sz="3600" baseline="30000" dirty="0"/>
            </a:p>
          </p:txBody>
        </p:sp>
      </p:grpSp>
      <p:pic>
        <p:nvPicPr>
          <p:cNvPr id="192" name="圖片 19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882" y="5645480"/>
            <a:ext cx="557213" cy="557213"/>
          </a:xfrm>
          <a:prstGeom prst="rect">
            <a:avLst/>
          </a:prstGeom>
        </p:spPr>
      </p:pic>
      <p:pic>
        <p:nvPicPr>
          <p:cNvPr id="193" name="圖片 1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12" y="5640179"/>
            <a:ext cx="557213" cy="557213"/>
          </a:xfrm>
          <a:prstGeom prst="rect">
            <a:avLst/>
          </a:prstGeom>
        </p:spPr>
      </p:pic>
      <p:pic>
        <p:nvPicPr>
          <p:cNvPr id="194" name="圖片 1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019" y="5640177"/>
            <a:ext cx="557213" cy="557213"/>
          </a:xfrm>
          <a:prstGeom prst="rect">
            <a:avLst/>
          </a:prstGeom>
        </p:spPr>
      </p:pic>
      <p:pic>
        <p:nvPicPr>
          <p:cNvPr id="195" name="圖片 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4169" y="4150667"/>
            <a:ext cx="557213" cy="557213"/>
          </a:xfrm>
          <a:prstGeom prst="rect">
            <a:avLst/>
          </a:prstGeom>
        </p:spPr>
      </p:pic>
      <p:cxnSp>
        <p:nvCxnSpPr>
          <p:cNvPr id="196" name="直線單箭頭接點 195"/>
          <p:cNvCxnSpPr/>
          <p:nvPr/>
        </p:nvCxnSpPr>
        <p:spPr>
          <a:xfrm flipH="1" flipV="1">
            <a:off x="10180095" y="6212174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/>
          <p:nvPr/>
        </p:nvCxnSpPr>
        <p:spPr>
          <a:xfrm flipH="1" flipV="1">
            <a:off x="10189338" y="4753508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單箭頭接點 197"/>
          <p:cNvCxnSpPr>
            <a:endCxn id="185" idx="2"/>
          </p:cNvCxnSpPr>
          <p:nvPr/>
        </p:nvCxnSpPr>
        <p:spPr>
          <a:xfrm flipV="1">
            <a:off x="10556937" y="4440773"/>
            <a:ext cx="14307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單箭頭接點 198"/>
          <p:cNvCxnSpPr>
            <a:endCxn id="177" idx="4"/>
          </p:cNvCxnSpPr>
          <p:nvPr/>
        </p:nvCxnSpPr>
        <p:spPr>
          <a:xfrm flipH="1" flipV="1">
            <a:off x="12347838" y="6247397"/>
            <a:ext cx="443976" cy="8232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單箭頭接點 199"/>
          <p:cNvCxnSpPr/>
          <p:nvPr/>
        </p:nvCxnSpPr>
        <p:spPr>
          <a:xfrm flipH="1" flipV="1">
            <a:off x="11480486" y="6192594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單箭頭接點 200"/>
          <p:cNvCxnSpPr/>
          <p:nvPr/>
        </p:nvCxnSpPr>
        <p:spPr>
          <a:xfrm flipH="1" flipV="1">
            <a:off x="12343394" y="4670934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單箭頭接點 201"/>
          <p:cNvCxnSpPr>
            <a:endCxn id="177" idx="2"/>
          </p:cNvCxnSpPr>
          <p:nvPr/>
        </p:nvCxnSpPr>
        <p:spPr>
          <a:xfrm>
            <a:off x="11724083" y="5898423"/>
            <a:ext cx="295143" cy="20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單箭頭接點 202"/>
          <p:cNvCxnSpPr/>
          <p:nvPr/>
        </p:nvCxnSpPr>
        <p:spPr>
          <a:xfrm flipH="1" flipV="1">
            <a:off x="14183006" y="6151520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單箭頭接點 203"/>
          <p:cNvCxnSpPr/>
          <p:nvPr/>
        </p:nvCxnSpPr>
        <p:spPr>
          <a:xfrm flipH="1" flipV="1">
            <a:off x="14199993" y="4784526"/>
            <a:ext cx="2" cy="8647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單箭頭接點 204"/>
          <p:cNvCxnSpPr/>
          <p:nvPr/>
        </p:nvCxnSpPr>
        <p:spPr>
          <a:xfrm>
            <a:off x="12705957" y="4429272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單箭頭接點 205"/>
          <p:cNvCxnSpPr/>
          <p:nvPr/>
        </p:nvCxnSpPr>
        <p:spPr>
          <a:xfrm>
            <a:off x="13543640" y="4447719"/>
            <a:ext cx="412601" cy="28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向下箭號 206"/>
          <p:cNvSpPr/>
          <p:nvPr/>
        </p:nvSpPr>
        <p:spPr>
          <a:xfrm flipV="1">
            <a:off x="13898019" y="2907653"/>
            <a:ext cx="657225" cy="112259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8" name="向下箭號 207"/>
          <p:cNvSpPr/>
          <p:nvPr/>
        </p:nvSpPr>
        <p:spPr>
          <a:xfrm rot="2610135" flipV="1">
            <a:off x="13479495" y="7769057"/>
            <a:ext cx="657225" cy="1122594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9" name="向下箭號 208"/>
          <p:cNvSpPr/>
          <p:nvPr/>
        </p:nvSpPr>
        <p:spPr>
          <a:xfrm rot="19634133" flipV="1">
            <a:off x="11394183" y="7800246"/>
            <a:ext cx="657225" cy="937814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0" name="向下箭號 209"/>
          <p:cNvSpPr/>
          <p:nvPr/>
        </p:nvSpPr>
        <p:spPr>
          <a:xfrm rot="1779305" flipV="1">
            <a:off x="12432000" y="7808330"/>
            <a:ext cx="657225" cy="91001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1" name="向下箭號 210"/>
          <p:cNvSpPr/>
          <p:nvPr/>
        </p:nvSpPr>
        <p:spPr>
          <a:xfrm rot="18851723" flipV="1">
            <a:off x="10233926" y="7752011"/>
            <a:ext cx="657225" cy="1122594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213" name="群組 212"/>
          <p:cNvGrpSpPr/>
          <p:nvPr/>
        </p:nvGrpSpPr>
        <p:grpSpPr>
          <a:xfrm>
            <a:off x="10426215" y="8828628"/>
            <a:ext cx="1361358" cy="645161"/>
            <a:chOff x="4765592" y="6396335"/>
            <a:chExt cx="907572" cy="430107"/>
          </a:xfrm>
        </p:grpSpPr>
        <p:sp>
          <p:nvSpPr>
            <p:cNvPr id="214" name="矩形 213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15" name="文字方塊 214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/>
                <a:t>h</a:t>
              </a:r>
              <a:r>
                <a:rPr lang="en-US" altLang="zh-TW" sz="3600" baseline="30000" dirty="0" err="1"/>
                <a:t>t</a:t>
              </a:r>
              <a:endParaRPr lang="zh-TW" altLang="en-US" sz="3600" baseline="30000" dirty="0"/>
            </a:p>
          </p:txBody>
        </p:sp>
      </p:grpSp>
      <p:sp>
        <p:nvSpPr>
          <p:cNvPr id="219" name="文字方塊 218"/>
          <p:cNvSpPr txBox="1"/>
          <p:nvPr/>
        </p:nvSpPr>
        <p:spPr>
          <a:xfrm>
            <a:off x="10999882" y="967601"/>
            <a:ext cx="4542860" cy="6451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Extension: “peephole”</a:t>
            </a:r>
            <a:endParaRPr lang="zh-TW" altLang="en-US" sz="3600" dirty="0"/>
          </a:p>
        </p:txBody>
      </p:sp>
      <p:grpSp>
        <p:nvGrpSpPr>
          <p:cNvPr id="220" name="群組 219"/>
          <p:cNvGrpSpPr/>
          <p:nvPr/>
        </p:nvGrpSpPr>
        <p:grpSpPr>
          <a:xfrm>
            <a:off x="4388270" y="8795306"/>
            <a:ext cx="1361358" cy="645161"/>
            <a:chOff x="4765592" y="6396335"/>
            <a:chExt cx="907572" cy="430107"/>
          </a:xfrm>
        </p:grpSpPr>
        <p:sp>
          <p:nvSpPr>
            <p:cNvPr id="221" name="矩形 220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22" name="文字方塊 221"/>
            <p:cNvSpPr txBox="1"/>
            <p:nvPr/>
          </p:nvSpPr>
          <p:spPr>
            <a:xfrm>
              <a:off x="4765592" y="6396335"/>
              <a:ext cx="90757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h</a:t>
              </a:r>
              <a:r>
                <a:rPr lang="en-US" altLang="zh-TW" sz="3600" baseline="30000" dirty="0"/>
                <a:t>t-1</a:t>
              </a:r>
              <a:endParaRPr lang="zh-TW" altLang="en-US" sz="3600" baseline="30000" dirty="0"/>
            </a:p>
          </p:txBody>
        </p:sp>
      </p:grpSp>
      <p:grpSp>
        <p:nvGrpSpPr>
          <p:cNvPr id="102" name="群組 101"/>
          <p:cNvGrpSpPr/>
          <p:nvPr/>
        </p:nvGrpSpPr>
        <p:grpSpPr>
          <a:xfrm>
            <a:off x="9185709" y="8809853"/>
            <a:ext cx="1361358" cy="645161"/>
            <a:chOff x="4775004" y="6396335"/>
            <a:chExt cx="907572" cy="430107"/>
          </a:xfrm>
        </p:grpSpPr>
        <p:sp>
          <p:nvSpPr>
            <p:cNvPr id="103" name="矩形 102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 err="1">
                  <a:solidFill>
                    <a:schemeClr val="tx1"/>
                  </a:solidFill>
                </a:rPr>
                <a:t>t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6" name="手繪多邊形 105"/>
          <p:cNvSpPr/>
          <p:nvPr/>
        </p:nvSpPr>
        <p:spPr>
          <a:xfrm>
            <a:off x="14574884" y="4361291"/>
            <a:ext cx="2229356" cy="4380063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7" name="手繪多邊形 106"/>
          <p:cNvSpPr/>
          <p:nvPr/>
        </p:nvSpPr>
        <p:spPr>
          <a:xfrm>
            <a:off x="2197635" y="4415243"/>
            <a:ext cx="2229356" cy="4380063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08" name="群組 107"/>
          <p:cNvGrpSpPr/>
          <p:nvPr/>
        </p:nvGrpSpPr>
        <p:grpSpPr>
          <a:xfrm>
            <a:off x="3016439" y="8775219"/>
            <a:ext cx="1361358" cy="645161"/>
            <a:chOff x="4775004" y="6396335"/>
            <a:chExt cx="907572" cy="430107"/>
          </a:xfrm>
        </p:grpSpPr>
        <p:sp>
          <p:nvSpPr>
            <p:cNvPr id="109" name="矩形 108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0" name="文字方塊 109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1" name="手繪多邊形 110"/>
          <p:cNvSpPr/>
          <p:nvPr/>
        </p:nvSpPr>
        <p:spPr>
          <a:xfrm>
            <a:off x="8525369" y="4518237"/>
            <a:ext cx="2229356" cy="4380063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14" name="群組 113"/>
          <p:cNvGrpSpPr/>
          <p:nvPr/>
        </p:nvGrpSpPr>
        <p:grpSpPr>
          <a:xfrm>
            <a:off x="2234501" y="3176264"/>
            <a:ext cx="1361358" cy="645161"/>
            <a:chOff x="4775004" y="6396335"/>
            <a:chExt cx="907572" cy="430107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7" name="群組 116"/>
          <p:cNvGrpSpPr/>
          <p:nvPr/>
        </p:nvGrpSpPr>
        <p:grpSpPr>
          <a:xfrm>
            <a:off x="8519483" y="3118413"/>
            <a:ext cx="1361358" cy="645161"/>
            <a:chOff x="4775004" y="6396335"/>
            <a:chExt cx="907572" cy="430107"/>
          </a:xfrm>
        </p:grpSpPr>
        <p:sp>
          <p:nvSpPr>
            <p:cNvPr id="118" name="矩形 117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 err="1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 err="1">
                  <a:solidFill>
                    <a:schemeClr val="tx1"/>
                  </a:solidFill>
                </a:rPr>
                <a:t>t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0" name="群組 119"/>
          <p:cNvGrpSpPr/>
          <p:nvPr/>
        </p:nvGrpSpPr>
        <p:grpSpPr>
          <a:xfrm>
            <a:off x="14791377" y="3144150"/>
            <a:ext cx="1361358" cy="645161"/>
            <a:chOff x="4775004" y="6396335"/>
            <a:chExt cx="907572" cy="430107"/>
          </a:xfrm>
        </p:grpSpPr>
        <p:sp>
          <p:nvSpPr>
            <p:cNvPr id="121" name="矩形 120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4775004" y="6396335"/>
              <a:ext cx="907572" cy="43010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c</a:t>
              </a:r>
              <a:r>
                <a:rPr lang="en-US" altLang="zh-TW" sz="3600" baseline="30000" dirty="0">
                  <a:solidFill>
                    <a:schemeClr val="tx1"/>
                  </a:solidFill>
                </a:rPr>
                <a:t>t+1</a:t>
              </a:r>
              <a:endParaRPr lang="zh-TW" altLang="en-US" sz="36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手繪多邊形 2"/>
          <p:cNvSpPr/>
          <p:nvPr/>
        </p:nvSpPr>
        <p:spPr>
          <a:xfrm>
            <a:off x="6270171" y="3503915"/>
            <a:ext cx="2438400" cy="567342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3" name="手繪多邊形 122"/>
          <p:cNvSpPr/>
          <p:nvPr/>
        </p:nvSpPr>
        <p:spPr>
          <a:xfrm>
            <a:off x="12423807" y="3493656"/>
            <a:ext cx="2438400" cy="567342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" name="手繪多邊形 3"/>
          <p:cNvSpPr/>
          <p:nvPr/>
        </p:nvSpPr>
        <p:spPr>
          <a:xfrm>
            <a:off x="2830286" y="3722915"/>
            <a:ext cx="783771" cy="5072744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4" name="手繪多邊形 123"/>
          <p:cNvSpPr/>
          <p:nvPr/>
        </p:nvSpPr>
        <p:spPr>
          <a:xfrm>
            <a:off x="9067281" y="3777327"/>
            <a:ext cx="783771" cy="5072744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手繪多邊形 4"/>
          <p:cNvSpPr/>
          <p:nvPr/>
        </p:nvSpPr>
        <p:spPr>
          <a:xfrm>
            <a:off x="3418115" y="3547347"/>
            <a:ext cx="653142" cy="567453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5" name="手繪多邊形 124"/>
          <p:cNvSpPr/>
          <p:nvPr/>
        </p:nvSpPr>
        <p:spPr>
          <a:xfrm rot="523080">
            <a:off x="9614981" y="3535314"/>
            <a:ext cx="653142" cy="567453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6" name="手繪多邊形 125"/>
          <p:cNvSpPr/>
          <p:nvPr/>
        </p:nvSpPr>
        <p:spPr>
          <a:xfrm>
            <a:off x="15462779" y="3846915"/>
            <a:ext cx="783771" cy="5072744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 bldLvl="0" animBg="1"/>
      <p:bldP spid="175" grpId="0" bldLvl="0" animBg="1"/>
      <p:bldP spid="179" grpId="0" bldLvl="0" animBg="1"/>
      <p:bldP spid="180" grpId="0" bldLvl="0" animBg="1"/>
      <p:bldP spid="207" grpId="0" bldLvl="0" animBg="1"/>
      <p:bldP spid="208" grpId="0" bldLvl="0" animBg="1"/>
      <p:bldP spid="209" grpId="0" bldLvl="0" animBg="1"/>
      <p:bldP spid="210" grpId="0" bldLvl="0" animBg="1"/>
      <p:bldP spid="211" grpId="0" bldLvl="0" animBg="1"/>
      <p:bldP spid="219" grpId="0" bldLvl="0" animBg="1"/>
      <p:bldP spid="106" grpId="0" bldLvl="0" animBg="1"/>
      <p:bldP spid="107" grpId="0" bldLvl="0" animBg="1"/>
      <p:bldP spid="111" grpId="0" bldLvl="0" animBg="1"/>
      <p:bldP spid="3" grpId="0" bldLvl="0" animBg="1"/>
      <p:bldP spid="123" grpId="0" bldLvl="0" animBg="1"/>
      <p:bldP spid="4" grpId="0" bldLvl="0" animBg="1"/>
      <p:bldP spid="124" grpId="0" bldLvl="0" animBg="1"/>
      <p:bldP spid="125" grpId="0" bldLvl="0" animBg="1"/>
      <p:bldP spid="12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2133F11-A5D0-D13E-F1C7-32ECE57F4778}"/>
              </a:ext>
            </a:extLst>
          </p:cNvPr>
          <p:cNvGrpSpPr/>
          <p:nvPr/>
        </p:nvGrpSpPr>
        <p:grpSpPr>
          <a:xfrm>
            <a:off x="7218283" y="572293"/>
            <a:ext cx="8490148" cy="8293143"/>
            <a:chOff x="7218283" y="572293"/>
            <a:chExt cx="8490148" cy="829314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7DD18A3-FDC8-BAD2-D909-537830592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18283" y="572293"/>
              <a:ext cx="8490148" cy="8293143"/>
            </a:xfrm>
            <a:prstGeom prst="rect">
              <a:avLst/>
            </a:prstGeom>
          </p:spPr>
        </p:pic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0EF3FAE7-3AC6-86CF-261C-0D1E99EA62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86762" y="4591251"/>
              <a:ext cx="1164657" cy="635267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997A52AD-F14C-921D-0214-424F47D3C9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19246" y="4591250"/>
              <a:ext cx="1164657" cy="635267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5" name="文字方塊 4"/>
          <p:cNvSpPr txBox="1"/>
          <p:nvPr/>
        </p:nvSpPr>
        <p:spPr>
          <a:xfrm>
            <a:off x="1151467" y="739592"/>
            <a:ext cx="55154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Multiple-layer LSTM</a:t>
            </a:r>
            <a:endParaRPr lang="zh-TW" altLang="en-US" sz="4200" b="1" i="1" u="sng" dirty="0"/>
          </a:p>
        </p:txBody>
      </p:sp>
      <p:sp>
        <p:nvSpPr>
          <p:cNvPr id="6" name="文字方塊 5"/>
          <p:cNvSpPr txBox="1"/>
          <p:nvPr/>
        </p:nvSpPr>
        <p:spPr>
          <a:xfrm>
            <a:off x="3149049" y="7649090"/>
            <a:ext cx="3517829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This is quite standard now.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53124" y="9608027"/>
            <a:ext cx="12440436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00" dirty="0"/>
              <a:t>https://img.komicolle.org/2015-09-20/src/14426967627131.gif</a:t>
            </a:r>
          </a:p>
        </p:txBody>
      </p:sp>
      <p:sp>
        <p:nvSpPr>
          <p:cNvPr id="7" name="副標題 2"/>
          <p:cNvSpPr txBox="1"/>
          <p:nvPr/>
        </p:nvSpPr>
        <p:spPr>
          <a:xfrm>
            <a:off x="4129842" y="3761148"/>
            <a:ext cx="10287000" cy="130254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200" dirty="0"/>
              <a:t>Don’t worry if you cannot understand this.</a:t>
            </a:r>
            <a:r>
              <a:rPr lang="zh-TW" altLang="en-US" sz="4200" dirty="0"/>
              <a:t> </a:t>
            </a:r>
            <a:r>
              <a:rPr lang="en-US" altLang="zh-TW" sz="4200" dirty="0" err="1"/>
              <a:t>Keras</a:t>
            </a:r>
            <a:r>
              <a:rPr lang="en-US" altLang="zh-TW" sz="4200" dirty="0"/>
              <a:t> can handle it.</a:t>
            </a:r>
          </a:p>
        </p:txBody>
      </p:sp>
      <p:sp>
        <p:nvSpPr>
          <p:cNvPr id="8" name="副標題 2"/>
          <p:cNvSpPr txBox="1"/>
          <p:nvPr/>
        </p:nvSpPr>
        <p:spPr>
          <a:xfrm>
            <a:off x="4129842" y="5455067"/>
            <a:ext cx="10287000" cy="130254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137160" tIns="68580" rIns="137160" bIns="6858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200" dirty="0" err="1"/>
              <a:t>Keras</a:t>
            </a:r>
            <a:r>
              <a:rPr lang="en-US" altLang="zh-TW" sz="4200" dirty="0"/>
              <a:t> supports </a:t>
            </a:r>
          </a:p>
          <a:p>
            <a:pPr marL="0" indent="0" algn="ctr">
              <a:buNone/>
            </a:pPr>
            <a:r>
              <a:rPr lang="en-US" altLang="zh-TW" sz="4200" dirty="0"/>
              <a:t>“LSTM”, “GRU”, “</a:t>
            </a:r>
            <a:r>
              <a:rPr lang="en-US" altLang="zh-TW" sz="4200" dirty="0" err="1"/>
              <a:t>SimpleRNN</a:t>
            </a:r>
            <a:r>
              <a:rPr lang="en-US" altLang="zh-TW" sz="4200" dirty="0"/>
              <a:t>” layers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608" y="2213168"/>
            <a:ext cx="9950951" cy="5307174"/>
          </a:xfrm>
          <a:prstGeom prst="rect">
            <a:avLst/>
          </a:prstGeom>
        </p:spPr>
      </p:pic>
      <p:sp>
        <p:nvSpPr>
          <p:cNvPr id="10" name="副標題 2"/>
          <p:cNvSpPr txBox="1"/>
          <p:nvPr/>
        </p:nvSpPr>
        <p:spPr>
          <a:xfrm>
            <a:off x="8355189" y="2619636"/>
            <a:ext cx="4325786" cy="7477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200" dirty="0">
                <a:solidFill>
                  <a:schemeClr val="tx1"/>
                </a:solidFill>
              </a:rPr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428615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  <p:bldP spid="8" grpId="0" bldLvl="0" animBg="1"/>
      <p:bldP spid="10" grpId="0" bldLvl="0" animBg="1"/>
      <p:bldP spid="10" grpId="1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/>
</ds:datastoreItem>
</file>

<file path=customXml/itemProps2.xml><?xml version="1.0" encoding="utf-8"?>
<ds:datastoreItem xmlns:ds="http://schemas.openxmlformats.org/officeDocument/2006/customXml" ds:itemID="{9636FAAA-BCD0-4737-B7BF-714C4CFDEB51}">
  <ds:schemaRefs/>
</ds:datastoreItem>
</file>

<file path=customXml/itemProps3.xml><?xml version="1.0" encoding="utf-8"?>
<ds:datastoreItem xmlns:ds="http://schemas.openxmlformats.org/officeDocument/2006/customXml" ds:itemID="{3C6A4EEA-2556-441D-B20B-0657893061D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177</Words>
  <Application>Microsoft Macintosh PowerPoint</Application>
  <PresentationFormat>Custom</PresentationFormat>
  <Paragraphs>100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等线</vt:lpstr>
      <vt:lpstr>Arial</vt:lpstr>
      <vt:lpstr>Cambria Math</vt:lpstr>
      <vt:lpstr>Wingdings</vt:lpstr>
      <vt:lpstr>Wingdings 2</vt:lpstr>
      <vt:lpstr>Breeze</vt:lpstr>
      <vt:lpstr> LSTM (Cont’d)</vt:lpstr>
      <vt:lpstr>PowerPoint Presentation</vt:lpstr>
      <vt:lpstr>PowerPoint Presentation</vt:lpstr>
      <vt:lpstr>LSTM</vt:lpstr>
      <vt:lpstr>LSTM</vt:lpstr>
      <vt:lpstr>LSTM</vt:lpstr>
      <vt:lpstr>PowerPoint Presentation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25</cp:revision>
  <dcterms:created xsi:type="dcterms:W3CDTF">2019-02-13T16:04:00Z</dcterms:created>
  <dcterms:modified xsi:type="dcterms:W3CDTF">2024-04-01T20:25:28Z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