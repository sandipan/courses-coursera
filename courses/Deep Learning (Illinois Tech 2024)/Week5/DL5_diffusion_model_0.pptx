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3"/>
  </p:sldMasterIdLst>
  <p:sldIdLst>
    <p:sldId id="262" r:id="rId4"/>
    <p:sldId id="329" r:id="rId5"/>
    <p:sldId id="328" r:id="rId6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813"/>
  </p:normalViewPr>
  <p:slideViewPr>
    <p:cSldViewPr snapToGrid="0" snapToObjects="1">
      <p:cViewPr varScale="1">
        <p:scale>
          <a:sx n="47" d="100"/>
          <a:sy n="47" d="100"/>
        </p:scale>
        <p:origin x="500" y="56"/>
      </p:cViewPr>
      <p:guideLst>
        <p:guide orient="horz" pos="3240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Generative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5" y="5718175"/>
            <a:ext cx="12998450" cy="9366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6DD752F6-E053-C6F2-388C-2EE99AF40B7E}"/>
              </a:ext>
            </a:extLst>
          </p:cNvPr>
          <p:cNvGrpSpPr/>
          <p:nvPr/>
        </p:nvGrpSpPr>
        <p:grpSpPr>
          <a:xfrm>
            <a:off x="2789556" y="2421467"/>
            <a:ext cx="12314978" cy="6319386"/>
            <a:chOff x="672889" y="1690689"/>
            <a:chExt cx="7842461" cy="5018164"/>
          </a:xfrm>
        </p:grpSpPr>
        <p:sp>
          <p:nvSpPr>
            <p:cNvPr id="39" name="矩形 3">
              <a:extLst>
                <a:ext uri="{FF2B5EF4-FFF2-40B4-BE49-F238E27FC236}">
                  <a16:creationId xmlns:a16="http://schemas.microsoft.com/office/drawing/2014/main" id="{94C01FA1-6AB4-2878-EA25-B9F282EC7E15}"/>
                </a:ext>
              </a:extLst>
            </p:cNvPr>
            <p:cNvSpPr/>
            <p:nvPr/>
          </p:nvSpPr>
          <p:spPr>
            <a:xfrm>
              <a:off x="1023462" y="1714194"/>
              <a:ext cx="1517650" cy="128403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NN</a:t>
              </a:r>
            </a:p>
            <a:p>
              <a:pPr algn="ctr"/>
              <a:r>
                <a:rPr lang="en-US" altLang="zh-TW" sz="2400" dirty="0"/>
                <a:t>Generator</a:t>
              </a:r>
            </a:p>
            <a:p>
              <a:pPr algn="ctr"/>
              <a:r>
                <a:rPr lang="en-US" altLang="zh-TW" sz="2400" dirty="0"/>
                <a:t>v1</a:t>
              </a:r>
              <a:endParaRPr lang="zh-TW" altLang="en-US" sz="2400" dirty="0"/>
            </a:p>
          </p:txBody>
        </p:sp>
        <p:sp>
          <p:nvSpPr>
            <p:cNvPr id="40" name="矩形 6">
              <a:extLst>
                <a:ext uri="{FF2B5EF4-FFF2-40B4-BE49-F238E27FC236}">
                  <a16:creationId xmlns:a16="http://schemas.microsoft.com/office/drawing/2014/main" id="{5432489C-AEC8-E586-D915-65D5A1B17A13}"/>
                </a:ext>
              </a:extLst>
            </p:cNvPr>
            <p:cNvSpPr/>
            <p:nvPr/>
          </p:nvSpPr>
          <p:spPr>
            <a:xfrm>
              <a:off x="1023462" y="4292577"/>
              <a:ext cx="1517650" cy="128403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Discriminator</a:t>
              </a:r>
            </a:p>
            <a:p>
              <a:pPr algn="ctr"/>
              <a:r>
                <a:rPr lang="en-US" altLang="zh-TW" sz="2400" dirty="0"/>
                <a:t>v1</a:t>
              </a:r>
              <a:endParaRPr lang="zh-TW" altLang="en-US" sz="2400" dirty="0"/>
            </a:p>
          </p:txBody>
        </p:sp>
        <p:grpSp>
          <p:nvGrpSpPr>
            <p:cNvPr id="41" name="群組 8">
              <a:extLst>
                <a:ext uri="{FF2B5EF4-FFF2-40B4-BE49-F238E27FC236}">
                  <a16:creationId xmlns:a16="http://schemas.microsoft.com/office/drawing/2014/main" id="{F5A87902-EC91-D0E7-47B9-63EA8848B960}"/>
                </a:ext>
              </a:extLst>
            </p:cNvPr>
            <p:cNvGrpSpPr/>
            <p:nvPr/>
          </p:nvGrpSpPr>
          <p:grpSpPr>
            <a:xfrm>
              <a:off x="1969612" y="5900461"/>
              <a:ext cx="4456073" cy="808392"/>
              <a:chOff x="2192377" y="5867400"/>
              <a:chExt cx="4456073" cy="808392"/>
            </a:xfrm>
          </p:grpSpPr>
          <p:pic>
            <p:nvPicPr>
              <p:cNvPr id="62" name="Picture 2" descr="「mnist」的圖片搜尋結果">
                <a:extLst>
                  <a:ext uri="{FF2B5EF4-FFF2-40B4-BE49-F238E27FC236}">
                    <a16:creationId xmlns:a16="http://schemas.microsoft.com/office/drawing/2014/main" id="{BD971F97-D2DB-8A37-BD3A-386E297E91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21177" y="5867400"/>
                <a:ext cx="2627273" cy="8083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3" name="文字方塊 7">
                <a:extLst>
                  <a:ext uri="{FF2B5EF4-FFF2-40B4-BE49-F238E27FC236}">
                    <a16:creationId xmlns:a16="http://schemas.microsoft.com/office/drawing/2014/main" id="{6439AAF1-FE2B-A50D-639D-DA46FF62EDAA}"/>
                  </a:ext>
                </a:extLst>
              </p:cNvPr>
              <p:cNvSpPr txBox="1"/>
              <p:nvPr/>
            </p:nvSpPr>
            <p:spPr>
              <a:xfrm>
                <a:off x="2192377" y="6040763"/>
                <a:ext cx="1828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Real images:</a:t>
                </a:r>
                <a:endParaRPr lang="zh-TW" altLang="en-US" sz="2400" dirty="0"/>
              </a:p>
            </p:txBody>
          </p:sp>
        </p:grpSp>
        <p:sp>
          <p:nvSpPr>
            <p:cNvPr id="42" name="矩形 16">
              <a:extLst>
                <a:ext uri="{FF2B5EF4-FFF2-40B4-BE49-F238E27FC236}">
                  <a16:creationId xmlns:a16="http://schemas.microsoft.com/office/drawing/2014/main" id="{13A5A42C-DD72-CF58-1C04-7F02C9290581}"/>
                </a:ext>
              </a:extLst>
            </p:cNvPr>
            <p:cNvSpPr/>
            <p:nvPr/>
          </p:nvSpPr>
          <p:spPr>
            <a:xfrm>
              <a:off x="3899198" y="1705216"/>
              <a:ext cx="1517650" cy="128403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NN</a:t>
              </a:r>
            </a:p>
            <a:p>
              <a:pPr algn="ctr"/>
              <a:r>
                <a:rPr lang="en-US" altLang="zh-TW" sz="2400" dirty="0"/>
                <a:t>Generator</a:t>
              </a:r>
            </a:p>
            <a:p>
              <a:pPr algn="ctr"/>
              <a:r>
                <a:rPr lang="en-US" altLang="zh-TW" sz="2400" dirty="0"/>
                <a:t>v2</a:t>
              </a:r>
              <a:endParaRPr lang="zh-TW" altLang="en-US" sz="2400" dirty="0"/>
            </a:p>
          </p:txBody>
        </p:sp>
        <p:sp>
          <p:nvSpPr>
            <p:cNvPr id="43" name="矩形 17">
              <a:extLst>
                <a:ext uri="{FF2B5EF4-FFF2-40B4-BE49-F238E27FC236}">
                  <a16:creationId xmlns:a16="http://schemas.microsoft.com/office/drawing/2014/main" id="{22359D9F-7C90-AC6C-9A66-6CA1960C7988}"/>
                </a:ext>
              </a:extLst>
            </p:cNvPr>
            <p:cNvSpPr/>
            <p:nvPr/>
          </p:nvSpPr>
          <p:spPr>
            <a:xfrm>
              <a:off x="3899198" y="4283599"/>
              <a:ext cx="1517650" cy="128403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Discriminator</a:t>
              </a:r>
            </a:p>
            <a:p>
              <a:pPr algn="ctr"/>
              <a:r>
                <a:rPr lang="en-US" altLang="zh-TW" sz="2400" dirty="0"/>
                <a:t>v2</a:t>
              </a:r>
              <a:endParaRPr lang="zh-TW" altLang="en-US" sz="2400" dirty="0"/>
            </a:p>
          </p:txBody>
        </p:sp>
        <p:sp>
          <p:nvSpPr>
            <p:cNvPr id="44" name="矩形 18">
              <a:extLst>
                <a:ext uri="{FF2B5EF4-FFF2-40B4-BE49-F238E27FC236}">
                  <a16:creationId xmlns:a16="http://schemas.microsoft.com/office/drawing/2014/main" id="{7F4FE335-7301-271D-0038-ADD12A74F241}"/>
                </a:ext>
              </a:extLst>
            </p:cNvPr>
            <p:cNvSpPr/>
            <p:nvPr/>
          </p:nvSpPr>
          <p:spPr>
            <a:xfrm>
              <a:off x="6774935" y="1690689"/>
              <a:ext cx="1517650" cy="128403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NN</a:t>
              </a:r>
            </a:p>
            <a:p>
              <a:pPr algn="ctr"/>
              <a:r>
                <a:rPr lang="en-US" altLang="zh-TW" sz="2400" dirty="0"/>
                <a:t>Generator</a:t>
              </a:r>
            </a:p>
            <a:p>
              <a:pPr algn="ctr"/>
              <a:r>
                <a:rPr lang="en-US" altLang="zh-TW" sz="2400" dirty="0"/>
                <a:t>v3</a:t>
              </a:r>
              <a:endParaRPr lang="zh-TW" altLang="en-US" sz="2400" dirty="0"/>
            </a:p>
          </p:txBody>
        </p:sp>
        <p:sp>
          <p:nvSpPr>
            <p:cNvPr id="45" name="矩形 19">
              <a:extLst>
                <a:ext uri="{FF2B5EF4-FFF2-40B4-BE49-F238E27FC236}">
                  <a16:creationId xmlns:a16="http://schemas.microsoft.com/office/drawing/2014/main" id="{2C7900C3-3381-7D7A-BFBB-97E2D3B8AC6A}"/>
                </a:ext>
              </a:extLst>
            </p:cNvPr>
            <p:cNvSpPr/>
            <p:nvPr/>
          </p:nvSpPr>
          <p:spPr>
            <a:xfrm>
              <a:off x="6774935" y="4269072"/>
              <a:ext cx="1517650" cy="128403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Discriminator</a:t>
              </a:r>
            </a:p>
            <a:p>
              <a:pPr algn="ctr"/>
              <a:r>
                <a:rPr lang="en-US" altLang="zh-TW" sz="2400" dirty="0"/>
                <a:t>v3</a:t>
              </a:r>
              <a:endParaRPr lang="zh-TW" altLang="en-US" sz="2400" dirty="0"/>
            </a:p>
          </p:txBody>
        </p:sp>
        <p:sp>
          <p:nvSpPr>
            <p:cNvPr id="46" name="箭號: 向右 20">
              <a:extLst>
                <a:ext uri="{FF2B5EF4-FFF2-40B4-BE49-F238E27FC236}">
                  <a16:creationId xmlns:a16="http://schemas.microsoft.com/office/drawing/2014/main" id="{8643FFF7-1677-75F5-C50B-AE0034EEDB0C}"/>
                </a:ext>
              </a:extLst>
            </p:cNvPr>
            <p:cNvSpPr/>
            <p:nvPr/>
          </p:nvSpPr>
          <p:spPr>
            <a:xfrm>
              <a:off x="2774676" y="4603462"/>
              <a:ext cx="890957" cy="70125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箭號: 向右 21">
              <a:extLst>
                <a:ext uri="{FF2B5EF4-FFF2-40B4-BE49-F238E27FC236}">
                  <a16:creationId xmlns:a16="http://schemas.microsoft.com/office/drawing/2014/main" id="{0F66816D-FBDA-8767-FDA1-9330A9F6E42E}"/>
                </a:ext>
              </a:extLst>
            </p:cNvPr>
            <p:cNvSpPr/>
            <p:nvPr/>
          </p:nvSpPr>
          <p:spPr>
            <a:xfrm>
              <a:off x="5650413" y="4603462"/>
              <a:ext cx="890957" cy="70125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箭號: 向右 22">
              <a:extLst>
                <a:ext uri="{FF2B5EF4-FFF2-40B4-BE49-F238E27FC236}">
                  <a16:creationId xmlns:a16="http://schemas.microsoft.com/office/drawing/2014/main" id="{20386C80-B7C3-D78A-E0D0-54201A697B82}"/>
                </a:ext>
              </a:extLst>
            </p:cNvPr>
            <p:cNvSpPr/>
            <p:nvPr/>
          </p:nvSpPr>
          <p:spPr>
            <a:xfrm>
              <a:off x="2774676" y="1996922"/>
              <a:ext cx="890957" cy="70125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箭號: 向右 23">
              <a:extLst>
                <a:ext uri="{FF2B5EF4-FFF2-40B4-BE49-F238E27FC236}">
                  <a16:creationId xmlns:a16="http://schemas.microsoft.com/office/drawing/2014/main" id="{18CD0157-B93B-C141-0F24-9C5471239703}"/>
                </a:ext>
              </a:extLst>
            </p:cNvPr>
            <p:cNvSpPr/>
            <p:nvPr/>
          </p:nvSpPr>
          <p:spPr>
            <a:xfrm>
              <a:off x="5650413" y="1996922"/>
              <a:ext cx="890957" cy="70125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50" name="圖片 24">
              <a:extLst>
                <a:ext uri="{FF2B5EF4-FFF2-40B4-BE49-F238E27FC236}">
                  <a16:creationId xmlns:a16="http://schemas.microsoft.com/office/drawing/2014/main" id="{0C01B7BC-0A4C-31BA-745A-0DE53D91F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55469" y="3325050"/>
              <a:ext cx="2205108" cy="543725"/>
            </a:xfrm>
            <a:prstGeom prst="rect">
              <a:avLst/>
            </a:prstGeom>
          </p:spPr>
        </p:pic>
        <p:pic>
          <p:nvPicPr>
            <p:cNvPr id="51" name="圖片 25">
              <a:extLst>
                <a:ext uri="{FF2B5EF4-FFF2-40B4-BE49-F238E27FC236}">
                  <a16:creationId xmlns:a16="http://schemas.microsoft.com/office/drawing/2014/main" id="{A2335245-525C-CA95-4F42-656569DA2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2889" y="3339997"/>
              <a:ext cx="2101787" cy="517832"/>
            </a:xfrm>
            <a:prstGeom prst="rect">
              <a:avLst/>
            </a:prstGeom>
          </p:spPr>
        </p:pic>
        <p:pic>
          <p:nvPicPr>
            <p:cNvPr id="52" name="圖片 26">
              <a:extLst>
                <a:ext uri="{FF2B5EF4-FFF2-40B4-BE49-F238E27FC236}">
                  <a16:creationId xmlns:a16="http://schemas.microsoft.com/office/drawing/2014/main" id="{1FB927B3-05E9-FAB5-DAFD-0158B533E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52170" y="3427765"/>
              <a:ext cx="1963180" cy="414004"/>
            </a:xfrm>
            <a:prstGeom prst="rect">
              <a:avLst/>
            </a:prstGeom>
          </p:spPr>
        </p:pic>
        <p:cxnSp>
          <p:nvCxnSpPr>
            <p:cNvPr id="53" name="直線單箭頭接點 28">
              <a:extLst>
                <a:ext uri="{FF2B5EF4-FFF2-40B4-BE49-F238E27FC236}">
                  <a16:creationId xmlns:a16="http://schemas.microsoft.com/office/drawing/2014/main" id="{CDFDF520-CF96-3F73-6D38-B9348CAFAB0A}"/>
                </a:ext>
              </a:extLst>
            </p:cNvPr>
            <p:cNvCxnSpPr/>
            <p:nvPr/>
          </p:nvCxnSpPr>
          <p:spPr>
            <a:xfrm flipH="1">
              <a:off x="1751919" y="3019773"/>
              <a:ext cx="0" cy="418697"/>
            </a:xfrm>
            <a:prstGeom prst="straightConnector1">
              <a:avLst/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32">
              <a:extLst>
                <a:ext uri="{FF2B5EF4-FFF2-40B4-BE49-F238E27FC236}">
                  <a16:creationId xmlns:a16="http://schemas.microsoft.com/office/drawing/2014/main" id="{27681045-BE53-02F2-CC8B-822ADD4166E8}"/>
                </a:ext>
              </a:extLst>
            </p:cNvPr>
            <p:cNvCxnSpPr/>
            <p:nvPr/>
          </p:nvCxnSpPr>
          <p:spPr>
            <a:xfrm flipH="1">
              <a:off x="4633452" y="3019773"/>
              <a:ext cx="0" cy="418697"/>
            </a:xfrm>
            <a:prstGeom prst="straightConnector1">
              <a:avLst/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33">
              <a:extLst>
                <a:ext uri="{FF2B5EF4-FFF2-40B4-BE49-F238E27FC236}">
                  <a16:creationId xmlns:a16="http://schemas.microsoft.com/office/drawing/2014/main" id="{376EA5B8-640C-3603-B8DC-3A3FBBD60E23}"/>
                </a:ext>
              </a:extLst>
            </p:cNvPr>
            <p:cNvCxnSpPr/>
            <p:nvPr/>
          </p:nvCxnSpPr>
          <p:spPr>
            <a:xfrm flipH="1">
              <a:off x="7514984" y="3019773"/>
              <a:ext cx="0" cy="418697"/>
            </a:xfrm>
            <a:prstGeom prst="straightConnector1">
              <a:avLst/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34">
              <a:extLst>
                <a:ext uri="{FF2B5EF4-FFF2-40B4-BE49-F238E27FC236}">
                  <a16:creationId xmlns:a16="http://schemas.microsoft.com/office/drawing/2014/main" id="{E6130360-E99B-D5AA-FAEF-2BE11506C852}"/>
                </a:ext>
              </a:extLst>
            </p:cNvPr>
            <p:cNvCxnSpPr/>
            <p:nvPr/>
          </p:nvCxnSpPr>
          <p:spPr>
            <a:xfrm>
              <a:off x="1733173" y="3812503"/>
              <a:ext cx="0" cy="418697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35">
              <a:extLst>
                <a:ext uri="{FF2B5EF4-FFF2-40B4-BE49-F238E27FC236}">
                  <a16:creationId xmlns:a16="http://schemas.microsoft.com/office/drawing/2014/main" id="{04229935-E82C-40E2-E727-04B8B017DB30}"/>
                </a:ext>
              </a:extLst>
            </p:cNvPr>
            <p:cNvCxnSpPr/>
            <p:nvPr/>
          </p:nvCxnSpPr>
          <p:spPr>
            <a:xfrm>
              <a:off x="4631635" y="3785497"/>
              <a:ext cx="0" cy="418697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單箭頭接點 36">
              <a:extLst>
                <a:ext uri="{FF2B5EF4-FFF2-40B4-BE49-F238E27FC236}">
                  <a16:creationId xmlns:a16="http://schemas.microsoft.com/office/drawing/2014/main" id="{2F55FDAC-0968-C5BC-65CC-1A63405602EC}"/>
                </a:ext>
              </a:extLst>
            </p:cNvPr>
            <p:cNvCxnSpPr/>
            <p:nvPr/>
          </p:nvCxnSpPr>
          <p:spPr>
            <a:xfrm>
              <a:off x="7543120" y="3785497"/>
              <a:ext cx="0" cy="418697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37">
              <a:extLst>
                <a:ext uri="{FF2B5EF4-FFF2-40B4-BE49-F238E27FC236}">
                  <a16:creationId xmlns:a16="http://schemas.microsoft.com/office/drawing/2014/main" id="{1C0FCD6D-DB6B-2F30-F187-A4F5D85B74C1}"/>
                </a:ext>
              </a:extLst>
            </p:cNvPr>
            <p:cNvCxnSpPr/>
            <p:nvPr/>
          </p:nvCxnSpPr>
          <p:spPr>
            <a:xfrm flipV="1">
              <a:off x="6232480" y="5576611"/>
              <a:ext cx="1310640" cy="418698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39">
              <a:extLst>
                <a:ext uri="{FF2B5EF4-FFF2-40B4-BE49-F238E27FC236}">
                  <a16:creationId xmlns:a16="http://schemas.microsoft.com/office/drawing/2014/main" id="{368E6D4C-466D-CA06-EA7B-8D38ACA97378}"/>
                </a:ext>
              </a:extLst>
            </p:cNvPr>
            <p:cNvCxnSpPr/>
            <p:nvPr/>
          </p:nvCxnSpPr>
          <p:spPr>
            <a:xfrm flipH="1" flipV="1">
              <a:off x="1926058" y="5647039"/>
              <a:ext cx="1872354" cy="348270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41">
              <a:extLst>
                <a:ext uri="{FF2B5EF4-FFF2-40B4-BE49-F238E27FC236}">
                  <a16:creationId xmlns:a16="http://schemas.microsoft.com/office/drawing/2014/main" id="{DF7D389F-6AB6-9A12-C987-870B2AC119D0}"/>
                </a:ext>
              </a:extLst>
            </p:cNvPr>
            <p:cNvCxnSpPr/>
            <p:nvPr/>
          </p:nvCxnSpPr>
          <p:spPr>
            <a:xfrm flipH="1" flipV="1">
              <a:off x="4658023" y="5576611"/>
              <a:ext cx="279135" cy="323850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itle 1">
            <a:extLst>
              <a:ext uri="{FF2B5EF4-FFF2-40B4-BE49-F238E27FC236}">
                <a16:creationId xmlns:a16="http://schemas.microsoft.com/office/drawing/2014/main" id="{7061CF63-B43B-25FD-428B-BC74C3ED9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sz="5400" dirty="0"/>
              <a:t>Generative Adversarial Network</a:t>
            </a:r>
          </a:p>
        </p:txBody>
      </p:sp>
    </p:spTree>
    <p:extLst>
      <p:ext uri="{BB962C8B-B14F-4D97-AF65-F5344CB8AC3E}">
        <p14:creationId xmlns:p14="http://schemas.microsoft.com/office/powerpoint/2010/main" val="436281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sz="5400" dirty="0"/>
              <a:t>Diffusion Model</a:t>
            </a:r>
          </a:p>
        </p:txBody>
      </p: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99705B31-0697-18A3-031E-AFE88FC1F1DC}"/>
              </a:ext>
            </a:extLst>
          </p:cNvPr>
          <p:cNvSpPr txBox="1"/>
          <p:nvPr/>
        </p:nvSpPr>
        <p:spPr>
          <a:xfrm>
            <a:off x="10581331" y="2189662"/>
            <a:ext cx="6233468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 dirty="0">
                <a:ea typeface="Calibri"/>
                <a:cs typeface="Calibri"/>
                <a:sym typeface="Calibri"/>
              </a:rPr>
              <a:t>Superstar - diffusion models</a:t>
            </a:r>
            <a:endParaRPr sz="3600" u="sng" dirty="0"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75;p15">
            <a:extLst>
              <a:ext uri="{FF2B5EF4-FFF2-40B4-BE49-F238E27FC236}">
                <a16:creationId xmlns:a16="http://schemas.microsoft.com/office/drawing/2014/main" id="{FB1634A1-19A7-3770-76C5-37FF17CD743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6086" y="4006511"/>
            <a:ext cx="6623958" cy="255246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76;p15">
            <a:extLst>
              <a:ext uri="{FF2B5EF4-FFF2-40B4-BE49-F238E27FC236}">
                <a16:creationId xmlns:a16="http://schemas.microsoft.com/office/drawing/2014/main" id="{387A697A-9666-350F-23D1-4DB385AE87D8}"/>
              </a:ext>
            </a:extLst>
          </p:cNvPr>
          <p:cNvSpPr txBox="1"/>
          <p:nvPr/>
        </p:nvSpPr>
        <p:spPr>
          <a:xfrm>
            <a:off x="9533469" y="7228292"/>
            <a:ext cx="728133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/>
                <a:ea typeface="Times New Roman"/>
                <a:cs typeface="Times New Roman"/>
                <a:sym typeface="Times New Roman"/>
              </a:rPr>
              <a:t>*Figure from [ </a:t>
            </a:r>
            <a:r>
              <a:rPr lang="en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DiffWave</a:t>
            </a:r>
            <a:r>
              <a:rPr lang="en" sz="2000" dirty="0">
                <a:latin typeface="Times New Roman"/>
                <a:ea typeface="Times New Roman"/>
                <a:cs typeface="Times New Roman"/>
                <a:sym typeface="Times New Roman"/>
              </a:rPr>
              <a:t> ICLR20’]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" name="Google Shape;77;p15">
            <a:extLst>
              <a:ext uri="{FF2B5EF4-FFF2-40B4-BE49-F238E27FC236}">
                <a16:creationId xmlns:a16="http://schemas.microsoft.com/office/drawing/2014/main" id="{0F858244-243F-6ECB-2A54-C05BC2AE844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527" y="3995653"/>
            <a:ext cx="3240996" cy="310481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78;p15">
            <a:extLst>
              <a:ext uri="{FF2B5EF4-FFF2-40B4-BE49-F238E27FC236}">
                <a16:creationId xmlns:a16="http://schemas.microsoft.com/office/drawing/2014/main" id="{FA4CA2C2-3C5B-76BD-822E-06E067F40110}"/>
              </a:ext>
            </a:extLst>
          </p:cNvPr>
          <p:cNvSpPr txBox="1"/>
          <p:nvPr/>
        </p:nvSpPr>
        <p:spPr>
          <a:xfrm>
            <a:off x="1509783" y="3245097"/>
            <a:ext cx="868729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i="1" dirty="0"/>
              <a:t>Text Input: An astronaut riding a horse.  </a:t>
            </a:r>
            <a:endParaRPr sz="2800" i="1" dirty="0"/>
          </a:p>
        </p:txBody>
      </p:sp>
      <p:sp>
        <p:nvSpPr>
          <p:cNvPr id="29" name="Google Shape;79;p15">
            <a:extLst>
              <a:ext uri="{FF2B5EF4-FFF2-40B4-BE49-F238E27FC236}">
                <a16:creationId xmlns:a16="http://schemas.microsoft.com/office/drawing/2014/main" id="{B5786C8B-0664-02FB-6DDA-654B477BE807}"/>
              </a:ext>
            </a:extLst>
          </p:cNvPr>
          <p:cNvSpPr txBox="1"/>
          <p:nvPr/>
        </p:nvSpPr>
        <p:spPr>
          <a:xfrm>
            <a:off x="3375664" y="2189662"/>
            <a:ext cx="4955535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 dirty="0">
                <a:ea typeface="Calibri"/>
                <a:cs typeface="Calibri"/>
                <a:sym typeface="Calibri"/>
              </a:rPr>
              <a:t>AI for generation</a:t>
            </a:r>
            <a:endParaRPr sz="3600" u="sng" dirty="0"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80;p15">
            <a:extLst>
              <a:ext uri="{FF2B5EF4-FFF2-40B4-BE49-F238E27FC236}">
                <a16:creationId xmlns:a16="http://schemas.microsoft.com/office/drawing/2014/main" id="{49CD4ED8-40C2-50CC-8571-A175270FF7C7}"/>
              </a:ext>
            </a:extLst>
          </p:cNvPr>
          <p:cNvCxnSpPr>
            <a:cxnSpLocks/>
          </p:cNvCxnSpPr>
          <p:nvPr/>
        </p:nvCxnSpPr>
        <p:spPr>
          <a:xfrm>
            <a:off x="9533469" y="2370667"/>
            <a:ext cx="0" cy="55033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1" name="Google Shape;81;p15">
            <a:extLst>
              <a:ext uri="{FF2B5EF4-FFF2-40B4-BE49-F238E27FC236}">
                <a16:creationId xmlns:a16="http://schemas.microsoft.com/office/drawing/2014/main" id="{D1A2D558-7EB5-17AE-CD97-B8D73D402AC5}"/>
              </a:ext>
            </a:extLst>
          </p:cNvPr>
          <p:cNvSpPr txBox="1"/>
          <p:nvPr/>
        </p:nvSpPr>
        <p:spPr>
          <a:xfrm>
            <a:off x="3836131" y="7228292"/>
            <a:ext cx="3481653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/>
                <a:ea typeface="Times New Roman"/>
                <a:cs typeface="Times New Roman"/>
                <a:sym typeface="Times New Roman"/>
              </a:rPr>
              <a:t>*Image from [ DALLE-2 22’]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87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6" grpId="0"/>
      <p:bldP spid="28" grpId="0"/>
      <p:bldP spid="29" grpId="0"/>
      <p:bldP spid="31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9C96A6-B377-4AB2-9116-9153672E12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A70CF7-2857-4158-A958-59CB175513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61</Words>
  <Application>Microsoft Office PowerPoint</Application>
  <PresentationFormat>Custom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Times New Roman</vt:lpstr>
      <vt:lpstr>Wingdings 2</vt:lpstr>
      <vt:lpstr>Breeze</vt:lpstr>
      <vt:lpstr>Generative Models</vt:lpstr>
      <vt:lpstr>Generative Adversarial Network</vt:lpstr>
      <vt:lpstr>Diffusion Model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Kristin Swintek</cp:lastModifiedBy>
  <cp:revision>28</cp:revision>
  <dcterms:created xsi:type="dcterms:W3CDTF">2019-02-13T16:04:00Z</dcterms:created>
  <dcterms:modified xsi:type="dcterms:W3CDTF">2024-06-13T12:27:08Z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6E5AD3EF72984884A28535EEF3B8E4DF</vt:lpwstr>
  </property>
  <property fmtid="{D5CDD505-2E9C-101B-9397-08002B2CF9AE}" pid="5" name="KSOProductBuildVer">
    <vt:lpwstr>1033-11.2.0.11225</vt:lpwstr>
  </property>
</Properties>
</file>