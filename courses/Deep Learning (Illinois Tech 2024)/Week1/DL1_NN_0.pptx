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7"/>
  </p:notesMasterIdLst>
  <p:sldIdLst>
    <p:sldId id="266" r:id="rId5"/>
    <p:sldId id="267" r:id="rId6"/>
  </p:sldIdLst>
  <p:sldSz cx="18288000" cy="10287000"/>
  <p:notesSz cx="6858000" cy="9144000"/>
  <p:custDataLst>
    <p:tags r:id="rId8"/>
  </p:custDataLst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1" userDrawn="1">
          <p15:clr>
            <a:srgbClr val="A4A3A4"/>
          </p15:clr>
        </p15:guide>
        <p15:guide id="2" pos="575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85DCE5-B1EE-4333-B127-9388B410F052}" v="154" dt="2024-02-26T04:48:51.0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7"/>
    <p:restoredTop sz="93795"/>
  </p:normalViewPr>
  <p:slideViewPr>
    <p:cSldViewPr snapToGrid="0" snapToObjects="1" showGuides="1">
      <p:cViewPr varScale="1">
        <p:scale>
          <a:sx n="75" d="100"/>
          <a:sy n="75" d="100"/>
        </p:scale>
        <p:origin x="624" y="168"/>
      </p:cViewPr>
      <p:guideLst>
        <p:guide orient="horz" pos="3241"/>
        <p:guide pos="57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iang Wen" userId="a219f04c-ae7d-4ada-9001-a33e528312f1" providerId="ADAL" clId="{7885DCE5-B1EE-4333-B127-9388B410F052}"/>
    <pc:docChg chg="undo custSel addSld delSld modSld">
      <pc:chgData name="Kaiang Wen" userId="a219f04c-ae7d-4ada-9001-a33e528312f1" providerId="ADAL" clId="{7885DCE5-B1EE-4333-B127-9388B410F052}" dt="2024-02-26T05:08:16.681" v="290" actId="47"/>
      <pc:docMkLst>
        <pc:docMk/>
      </pc:docMkLst>
      <pc:sldChg chg="del">
        <pc:chgData name="Kaiang Wen" userId="a219f04c-ae7d-4ada-9001-a33e528312f1" providerId="ADAL" clId="{7885DCE5-B1EE-4333-B127-9388B410F052}" dt="2024-02-26T04:49:05.617" v="287" actId="47"/>
        <pc:sldMkLst>
          <pc:docMk/>
          <pc:sldMk cId="0" sldId="260"/>
        </pc:sldMkLst>
      </pc:sldChg>
      <pc:sldChg chg="del">
        <pc:chgData name="Kaiang Wen" userId="a219f04c-ae7d-4ada-9001-a33e528312f1" providerId="ADAL" clId="{7885DCE5-B1EE-4333-B127-9388B410F052}" dt="2024-02-26T04:49:07.846" v="289" actId="47"/>
        <pc:sldMkLst>
          <pc:docMk/>
          <pc:sldMk cId="0" sldId="261"/>
        </pc:sldMkLst>
      </pc:sldChg>
      <pc:sldChg chg="del">
        <pc:chgData name="Kaiang Wen" userId="a219f04c-ae7d-4ada-9001-a33e528312f1" providerId="ADAL" clId="{7885DCE5-B1EE-4333-B127-9388B410F052}" dt="2024-02-26T04:49:05.060" v="286" actId="47"/>
        <pc:sldMkLst>
          <pc:docMk/>
          <pc:sldMk cId="0" sldId="262"/>
        </pc:sldMkLst>
      </pc:sldChg>
      <pc:sldChg chg="del">
        <pc:chgData name="Kaiang Wen" userId="a219f04c-ae7d-4ada-9001-a33e528312f1" providerId="ADAL" clId="{7885DCE5-B1EE-4333-B127-9388B410F052}" dt="2024-02-26T04:49:05.982" v="288" actId="47"/>
        <pc:sldMkLst>
          <pc:docMk/>
          <pc:sldMk cId="0" sldId="263"/>
        </pc:sldMkLst>
      </pc:sldChg>
      <pc:sldChg chg="modAnim">
        <pc:chgData name="Kaiang Wen" userId="a219f04c-ae7d-4ada-9001-a33e528312f1" providerId="ADAL" clId="{7885DCE5-B1EE-4333-B127-9388B410F052}" dt="2024-02-26T04:31:06.164" v="0"/>
        <pc:sldMkLst>
          <pc:docMk/>
          <pc:sldMk cId="0" sldId="268"/>
        </pc:sldMkLst>
      </pc:sldChg>
      <pc:sldChg chg="addSp delSp modSp mod modAnim">
        <pc:chgData name="Kaiang Wen" userId="a219f04c-ae7d-4ada-9001-a33e528312f1" providerId="ADAL" clId="{7885DCE5-B1EE-4333-B127-9388B410F052}" dt="2024-02-26T04:36:13.254" v="54" actId="1036"/>
        <pc:sldMkLst>
          <pc:docMk/>
          <pc:sldMk cId="0" sldId="269"/>
        </pc:sldMkLst>
        <pc:spChg chg="mod">
          <ac:chgData name="Kaiang Wen" userId="a219f04c-ae7d-4ada-9001-a33e528312f1" providerId="ADAL" clId="{7885DCE5-B1EE-4333-B127-9388B410F052}" dt="2024-02-26T04:32:44.690" v="5" actId="1076"/>
          <ac:spMkLst>
            <pc:docMk/>
            <pc:sldMk cId="0" sldId="269"/>
            <ac:spMk id="6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32:22.762" v="1" actId="207"/>
          <ac:spMkLst>
            <pc:docMk/>
            <pc:sldMk cId="0" sldId="269"/>
            <ac:spMk id="10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33:13.893" v="34" actId="1037"/>
          <ac:spMkLst>
            <pc:docMk/>
            <pc:sldMk cId="0" sldId="269"/>
            <ac:spMk id="12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36:13.254" v="54" actId="1036"/>
          <ac:spMkLst>
            <pc:docMk/>
            <pc:sldMk cId="0" sldId="269"/>
            <ac:spMk id="13" creationId="{00000000-0000-0000-0000-000000000000}"/>
          </ac:spMkLst>
        </pc:spChg>
        <pc:picChg chg="add mod ord">
          <ac:chgData name="Kaiang Wen" userId="a219f04c-ae7d-4ada-9001-a33e528312f1" providerId="ADAL" clId="{7885DCE5-B1EE-4333-B127-9388B410F052}" dt="2024-02-26T04:33:06.602" v="12" actId="14100"/>
          <ac:picMkLst>
            <pc:docMk/>
            <pc:sldMk cId="0" sldId="269"/>
            <ac:picMk id="4" creationId="{84E3485A-6CA0-01F8-E97D-22FC4808ACFD}"/>
          </ac:picMkLst>
        </pc:picChg>
        <pc:picChg chg="add mod ord">
          <ac:chgData name="Kaiang Wen" userId="a219f04c-ae7d-4ada-9001-a33e528312f1" providerId="ADAL" clId="{7885DCE5-B1EE-4333-B127-9388B410F052}" dt="2024-02-26T04:36:06.588" v="40" actId="167"/>
          <ac:picMkLst>
            <pc:docMk/>
            <pc:sldMk cId="0" sldId="269"/>
            <ac:picMk id="14" creationId="{926FC032-8AFF-2019-91F8-01AEA4DC359D}"/>
          </ac:picMkLst>
        </pc:picChg>
        <pc:picChg chg="del">
          <ac:chgData name="Kaiang Wen" userId="a219f04c-ae7d-4ada-9001-a33e528312f1" providerId="ADAL" clId="{7885DCE5-B1EE-4333-B127-9388B410F052}" dt="2024-02-26T04:32:53.952" v="7" actId="478"/>
          <ac:picMkLst>
            <pc:docMk/>
            <pc:sldMk cId="0" sldId="269"/>
            <ac:picMk id="15" creationId="{00000000-0000-0000-0000-000000000000}"/>
          </ac:picMkLst>
        </pc:picChg>
        <pc:picChg chg="del">
          <ac:chgData name="Kaiang Wen" userId="a219f04c-ae7d-4ada-9001-a33e528312f1" providerId="ADAL" clId="{7885DCE5-B1EE-4333-B127-9388B410F052}" dt="2024-02-26T04:35:53.833" v="35" actId="478"/>
          <ac:picMkLst>
            <pc:docMk/>
            <pc:sldMk cId="0" sldId="269"/>
            <ac:picMk id="14340" creationId="{00000000-0000-0000-0000-000000000000}"/>
          </ac:picMkLst>
        </pc:picChg>
      </pc:sldChg>
      <pc:sldChg chg="addSp delSp modSp mod modAnim">
        <pc:chgData name="Kaiang Wen" userId="a219f04c-ae7d-4ada-9001-a33e528312f1" providerId="ADAL" clId="{7885DCE5-B1EE-4333-B127-9388B410F052}" dt="2024-02-26T04:38:32.668" v="87" actId="14100"/>
        <pc:sldMkLst>
          <pc:docMk/>
          <pc:sldMk cId="0" sldId="270"/>
        </pc:sldMkLst>
        <pc:spChg chg="mod">
          <ac:chgData name="Kaiang Wen" userId="a219f04c-ae7d-4ada-9001-a33e528312f1" providerId="ADAL" clId="{7885DCE5-B1EE-4333-B127-9388B410F052}" dt="2024-02-26T04:37:43.789" v="66" actId="14100"/>
          <ac:spMkLst>
            <pc:docMk/>
            <pc:sldMk cId="0" sldId="270"/>
            <ac:spMk id="3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38:07.662" v="83" actId="14100"/>
          <ac:spMkLst>
            <pc:docMk/>
            <pc:sldMk cId="0" sldId="270"/>
            <ac:spMk id="4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38:12.647" v="84" actId="1076"/>
          <ac:spMkLst>
            <pc:docMk/>
            <pc:sldMk cId="0" sldId="270"/>
            <ac:spMk id="6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37:48.705" v="67" actId="1076"/>
          <ac:spMkLst>
            <pc:docMk/>
            <pc:sldMk cId="0" sldId="270"/>
            <ac:spMk id="7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38:24.124" v="85" actId="14100"/>
          <ac:spMkLst>
            <pc:docMk/>
            <pc:sldMk cId="0" sldId="270"/>
            <ac:spMk id="8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38:01.730" v="81" actId="1038"/>
          <ac:spMkLst>
            <pc:docMk/>
            <pc:sldMk cId="0" sldId="270"/>
            <ac:spMk id="9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38:27.947" v="86" actId="1076"/>
          <ac:spMkLst>
            <pc:docMk/>
            <pc:sldMk cId="0" sldId="270"/>
            <ac:spMk id="12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38:32.668" v="87" actId="14100"/>
          <ac:spMkLst>
            <pc:docMk/>
            <pc:sldMk cId="0" sldId="270"/>
            <ac:spMk id="13" creationId="{00000000-0000-0000-0000-000000000000}"/>
          </ac:spMkLst>
        </pc:spChg>
        <pc:picChg chg="del">
          <ac:chgData name="Kaiang Wen" userId="a219f04c-ae7d-4ada-9001-a33e528312f1" providerId="ADAL" clId="{7885DCE5-B1EE-4333-B127-9388B410F052}" dt="2024-02-26T04:37:35.266" v="64" actId="478"/>
          <ac:picMkLst>
            <pc:docMk/>
            <pc:sldMk cId="0" sldId="270"/>
            <ac:picMk id="5" creationId="{00000000-0000-0000-0000-000000000000}"/>
          </ac:picMkLst>
        </pc:picChg>
        <pc:picChg chg="add mod">
          <ac:chgData name="Kaiang Wen" userId="a219f04c-ae7d-4ada-9001-a33e528312f1" providerId="ADAL" clId="{7885DCE5-B1EE-4333-B127-9388B410F052}" dt="2024-02-26T04:38:01.730" v="81" actId="1038"/>
          <ac:picMkLst>
            <pc:docMk/>
            <pc:sldMk cId="0" sldId="270"/>
            <ac:picMk id="10" creationId="{2E1070A5-9F94-4506-386F-552D30A3425A}"/>
          </ac:picMkLst>
        </pc:picChg>
        <pc:picChg chg="add mod">
          <ac:chgData name="Kaiang Wen" userId="a219f04c-ae7d-4ada-9001-a33e528312f1" providerId="ADAL" clId="{7885DCE5-B1EE-4333-B127-9388B410F052}" dt="2024-02-26T04:37:27.616" v="60" actId="1076"/>
          <ac:picMkLst>
            <pc:docMk/>
            <pc:sldMk cId="0" sldId="270"/>
            <ac:picMk id="1026" creationId="{EE5AA5A4-3742-3B86-B06B-32BA27E36080}"/>
          </ac:picMkLst>
        </pc:picChg>
        <pc:picChg chg="del">
          <ac:chgData name="Kaiang Wen" userId="a219f04c-ae7d-4ada-9001-a33e528312f1" providerId="ADAL" clId="{7885DCE5-B1EE-4333-B127-9388B410F052}" dt="2024-02-26T04:37:14.825" v="55" actId="478"/>
          <ac:picMkLst>
            <pc:docMk/>
            <pc:sldMk cId="0" sldId="270"/>
            <ac:picMk id="16386" creationId="{00000000-0000-0000-0000-000000000000}"/>
          </ac:picMkLst>
        </pc:picChg>
      </pc:sldChg>
      <pc:sldChg chg="addSp delSp modSp mod delAnim modAnim">
        <pc:chgData name="Kaiang Wen" userId="a219f04c-ae7d-4ada-9001-a33e528312f1" providerId="ADAL" clId="{7885DCE5-B1EE-4333-B127-9388B410F052}" dt="2024-02-26T04:41:55.870" v="179"/>
        <pc:sldMkLst>
          <pc:docMk/>
          <pc:sldMk cId="0" sldId="271"/>
        </pc:sldMkLst>
        <pc:spChg chg="mod">
          <ac:chgData name="Kaiang Wen" userId="a219f04c-ae7d-4ada-9001-a33e528312f1" providerId="ADAL" clId="{7885DCE5-B1EE-4333-B127-9388B410F052}" dt="2024-02-26T04:41:20.226" v="166" actId="14100"/>
          <ac:spMkLst>
            <pc:docMk/>
            <pc:sldMk cId="0" sldId="271"/>
            <ac:spMk id="2" creationId="{00000000-0000-0000-0000-000000000000}"/>
          </ac:spMkLst>
        </pc:spChg>
        <pc:spChg chg="add mod">
          <ac:chgData name="Kaiang Wen" userId="a219f04c-ae7d-4ada-9001-a33e528312f1" providerId="ADAL" clId="{7885DCE5-B1EE-4333-B127-9388B410F052}" dt="2024-02-26T04:41:13.372" v="164" actId="1038"/>
          <ac:spMkLst>
            <pc:docMk/>
            <pc:sldMk cId="0" sldId="271"/>
            <ac:spMk id="3" creationId="{4EBAECE0-431E-CB2C-3D9E-25C01FD3C49A}"/>
          </ac:spMkLst>
        </pc:spChg>
        <pc:spChg chg="mod">
          <ac:chgData name="Kaiang Wen" userId="a219f04c-ae7d-4ada-9001-a33e528312f1" providerId="ADAL" clId="{7885DCE5-B1EE-4333-B127-9388B410F052}" dt="2024-02-26T04:41:33.121" v="167" actId="13822"/>
          <ac:spMkLst>
            <pc:docMk/>
            <pc:sldMk cId="0" sldId="271"/>
            <ac:spMk id="6" creationId="{00000000-0000-0000-0000-000000000000}"/>
          </ac:spMkLst>
        </pc:spChg>
        <pc:spChg chg="add mod">
          <ac:chgData name="Kaiang Wen" userId="a219f04c-ae7d-4ada-9001-a33e528312f1" providerId="ADAL" clId="{7885DCE5-B1EE-4333-B127-9388B410F052}" dt="2024-02-26T04:41:13.372" v="164" actId="1038"/>
          <ac:spMkLst>
            <pc:docMk/>
            <pc:sldMk cId="0" sldId="271"/>
            <ac:spMk id="7" creationId="{A4A61319-D239-C1B4-E460-2DE4806826B7}"/>
          </ac:spMkLst>
        </pc:spChg>
        <pc:spChg chg="mod">
          <ac:chgData name="Kaiang Wen" userId="a219f04c-ae7d-4ada-9001-a33e528312f1" providerId="ADAL" clId="{7885DCE5-B1EE-4333-B127-9388B410F052}" dt="2024-02-26T04:41:13.372" v="164" actId="1038"/>
          <ac:spMkLst>
            <pc:docMk/>
            <pc:sldMk cId="0" sldId="271"/>
            <ac:spMk id="11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41:13.372" v="164" actId="1038"/>
          <ac:spMkLst>
            <pc:docMk/>
            <pc:sldMk cId="0" sldId="271"/>
            <ac:spMk id="12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41:13.372" v="164" actId="1038"/>
          <ac:spMkLst>
            <pc:docMk/>
            <pc:sldMk cId="0" sldId="271"/>
            <ac:spMk id="13" creationId="{00000000-0000-0000-0000-000000000000}"/>
          </ac:spMkLst>
        </pc:spChg>
        <pc:spChg chg="del">
          <ac:chgData name="Kaiang Wen" userId="a219f04c-ae7d-4ada-9001-a33e528312f1" providerId="ADAL" clId="{7885DCE5-B1EE-4333-B127-9388B410F052}" dt="2024-02-26T04:40:33.647" v="126" actId="478"/>
          <ac:spMkLst>
            <pc:docMk/>
            <pc:sldMk cId="0" sldId="271"/>
            <ac:spMk id="14" creationId="{00000000-0000-0000-0000-000000000000}"/>
          </ac:spMkLst>
        </pc:spChg>
        <pc:spChg chg="del">
          <ac:chgData name="Kaiang Wen" userId="a219f04c-ae7d-4ada-9001-a33e528312f1" providerId="ADAL" clId="{7885DCE5-B1EE-4333-B127-9388B410F052}" dt="2024-02-26T04:40:44.628" v="129" actId="478"/>
          <ac:spMkLst>
            <pc:docMk/>
            <pc:sldMk cId="0" sldId="271"/>
            <ac:spMk id="15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41:13.372" v="164" actId="1038"/>
          <ac:spMkLst>
            <pc:docMk/>
            <pc:sldMk cId="0" sldId="271"/>
            <ac:spMk id="16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41:13.372" v="164" actId="1038"/>
          <ac:spMkLst>
            <pc:docMk/>
            <pc:sldMk cId="0" sldId="271"/>
            <ac:spMk id="17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41:13.372" v="164" actId="1038"/>
          <ac:spMkLst>
            <pc:docMk/>
            <pc:sldMk cId="0" sldId="271"/>
            <ac:spMk id="18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41:13.372" v="164" actId="1038"/>
          <ac:spMkLst>
            <pc:docMk/>
            <pc:sldMk cId="0" sldId="271"/>
            <ac:spMk id="19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41:13.372" v="164" actId="1038"/>
          <ac:spMkLst>
            <pc:docMk/>
            <pc:sldMk cId="0" sldId="271"/>
            <ac:spMk id="20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41:13.372" v="164" actId="1038"/>
          <ac:spMkLst>
            <pc:docMk/>
            <pc:sldMk cId="0" sldId="271"/>
            <ac:spMk id="21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41:13.372" v="164" actId="1038"/>
          <ac:spMkLst>
            <pc:docMk/>
            <pc:sldMk cId="0" sldId="271"/>
            <ac:spMk id="23" creationId="{00000000-0000-0000-0000-000000000000}"/>
          </ac:spMkLst>
        </pc:spChg>
        <pc:picChg chg="mod">
          <ac:chgData name="Kaiang Wen" userId="a219f04c-ae7d-4ada-9001-a33e528312f1" providerId="ADAL" clId="{7885DCE5-B1EE-4333-B127-9388B410F052}" dt="2024-02-26T04:41:13.372" v="164" actId="1038"/>
          <ac:picMkLst>
            <pc:docMk/>
            <pc:sldMk cId="0" sldId="271"/>
            <ac:picMk id="12290" creationId="{00000000-0000-0000-0000-000000000000}"/>
          </ac:picMkLst>
        </pc:picChg>
      </pc:sldChg>
      <pc:sldChg chg="addSp delSp modSp mod addAnim delAnim modAnim">
        <pc:chgData name="Kaiang Wen" userId="a219f04c-ae7d-4ada-9001-a33e528312f1" providerId="ADAL" clId="{7885DCE5-B1EE-4333-B127-9388B410F052}" dt="2024-02-26T04:47:31.825" v="270"/>
        <pc:sldMkLst>
          <pc:docMk/>
          <pc:sldMk cId="0" sldId="272"/>
        </pc:sldMkLst>
        <pc:spChg chg="mod">
          <ac:chgData name="Kaiang Wen" userId="a219f04c-ae7d-4ada-9001-a33e528312f1" providerId="ADAL" clId="{7885DCE5-B1EE-4333-B127-9388B410F052}" dt="2024-02-26T04:46:32.880" v="241" actId="404"/>
          <ac:spMkLst>
            <pc:docMk/>
            <pc:sldMk cId="0" sldId="272"/>
            <ac:spMk id="3" creationId="{00000000-0000-0000-0000-000000000000}"/>
          </ac:spMkLst>
        </pc:spChg>
        <pc:spChg chg="add mod">
          <ac:chgData name="Kaiang Wen" userId="a219f04c-ae7d-4ada-9001-a33e528312f1" providerId="ADAL" clId="{7885DCE5-B1EE-4333-B127-9388B410F052}" dt="2024-02-26T04:42:55.443" v="193"/>
          <ac:spMkLst>
            <pc:docMk/>
            <pc:sldMk cId="0" sldId="272"/>
            <ac:spMk id="5" creationId="{E628D2AA-8C8B-74C1-F283-9846A82B1FED}"/>
          </ac:spMkLst>
        </pc:spChg>
        <pc:spChg chg="mod">
          <ac:chgData name="Kaiang Wen" userId="a219f04c-ae7d-4ada-9001-a33e528312f1" providerId="ADAL" clId="{7885DCE5-B1EE-4333-B127-9388B410F052}" dt="2024-02-26T04:43:07.929" v="194" actId="207"/>
          <ac:spMkLst>
            <pc:docMk/>
            <pc:sldMk cId="0" sldId="272"/>
            <ac:spMk id="6" creationId="{00000000-0000-0000-0000-000000000000}"/>
          </ac:spMkLst>
        </pc:spChg>
        <pc:spChg chg="mod">
          <ac:chgData name="Kaiang Wen" userId="a219f04c-ae7d-4ada-9001-a33e528312f1" providerId="ADAL" clId="{7885DCE5-B1EE-4333-B127-9388B410F052}" dt="2024-02-26T04:46:35.071" v="242" actId="404"/>
          <ac:spMkLst>
            <pc:docMk/>
            <pc:sldMk cId="0" sldId="272"/>
            <ac:spMk id="7" creationId="{00000000-0000-0000-0000-000000000000}"/>
          </ac:spMkLst>
        </pc:spChg>
        <pc:spChg chg="add del mod">
          <ac:chgData name="Kaiang Wen" userId="a219f04c-ae7d-4ada-9001-a33e528312f1" providerId="ADAL" clId="{7885DCE5-B1EE-4333-B127-9388B410F052}" dt="2024-02-26T04:45:59.648" v="234" actId="20577"/>
          <ac:spMkLst>
            <pc:docMk/>
            <pc:sldMk cId="0" sldId="272"/>
            <ac:spMk id="8" creationId="{00000000-0000-0000-0000-000000000000}"/>
          </ac:spMkLst>
        </pc:spChg>
        <pc:spChg chg="add mod">
          <ac:chgData name="Kaiang Wen" userId="a219f04c-ae7d-4ada-9001-a33e528312f1" providerId="ADAL" clId="{7885DCE5-B1EE-4333-B127-9388B410F052}" dt="2024-02-26T04:42:55.443" v="193"/>
          <ac:spMkLst>
            <pc:docMk/>
            <pc:sldMk cId="0" sldId="272"/>
            <ac:spMk id="9" creationId="{FB0485FD-97DC-CD21-EF09-B015848204F6}"/>
          </ac:spMkLst>
        </pc:spChg>
        <pc:spChg chg="mod">
          <ac:chgData name="Kaiang Wen" userId="a219f04c-ae7d-4ada-9001-a33e528312f1" providerId="ADAL" clId="{7885DCE5-B1EE-4333-B127-9388B410F052}" dt="2024-02-26T04:46:30.372" v="240" actId="14100"/>
          <ac:spMkLst>
            <pc:docMk/>
            <pc:sldMk cId="0" sldId="272"/>
            <ac:spMk id="10" creationId="{00000000-0000-0000-0000-000000000000}"/>
          </ac:spMkLst>
        </pc:spChg>
        <pc:spChg chg="del mod">
          <ac:chgData name="Kaiang Wen" userId="a219f04c-ae7d-4ada-9001-a33e528312f1" providerId="ADAL" clId="{7885DCE5-B1EE-4333-B127-9388B410F052}" dt="2024-02-26T04:42:44.808" v="183" actId="478"/>
          <ac:spMkLst>
            <pc:docMk/>
            <pc:sldMk cId="0" sldId="272"/>
            <ac:spMk id="11" creationId="{00000000-0000-0000-0000-000000000000}"/>
          </ac:spMkLst>
        </pc:spChg>
        <pc:spChg chg="del">
          <ac:chgData name="Kaiang Wen" userId="a219f04c-ae7d-4ada-9001-a33e528312f1" providerId="ADAL" clId="{7885DCE5-B1EE-4333-B127-9388B410F052}" dt="2024-02-26T04:42:43.087" v="181" actId="478"/>
          <ac:spMkLst>
            <pc:docMk/>
            <pc:sldMk cId="0" sldId="272"/>
            <ac:spMk id="12" creationId="{00000000-0000-0000-0000-000000000000}"/>
          </ac:spMkLst>
        </pc:spChg>
        <pc:spChg chg="del">
          <ac:chgData name="Kaiang Wen" userId="a219f04c-ae7d-4ada-9001-a33e528312f1" providerId="ADAL" clId="{7885DCE5-B1EE-4333-B127-9388B410F052}" dt="2024-02-26T04:42:46.274" v="185" actId="478"/>
          <ac:spMkLst>
            <pc:docMk/>
            <pc:sldMk cId="0" sldId="272"/>
            <ac:spMk id="13" creationId="{00000000-0000-0000-0000-000000000000}"/>
          </ac:spMkLst>
        </pc:spChg>
        <pc:spChg chg="del mod">
          <ac:chgData name="Kaiang Wen" userId="a219f04c-ae7d-4ada-9001-a33e528312f1" providerId="ADAL" clId="{7885DCE5-B1EE-4333-B127-9388B410F052}" dt="2024-02-26T04:42:48.938" v="188" actId="478"/>
          <ac:spMkLst>
            <pc:docMk/>
            <pc:sldMk cId="0" sldId="272"/>
            <ac:spMk id="14" creationId="{00000000-0000-0000-0000-000000000000}"/>
          </ac:spMkLst>
        </pc:spChg>
        <pc:spChg chg="del">
          <ac:chgData name="Kaiang Wen" userId="a219f04c-ae7d-4ada-9001-a33e528312f1" providerId="ADAL" clId="{7885DCE5-B1EE-4333-B127-9388B410F052}" dt="2024-02-26T04:42:49.975" v="189" actId="478"/>
          <ac:spMkLst>
            <pc:docMk/>
            <pc:sldMk cId="0" sldId="272"/>
            <ac:spMk id="15" creationId="{00000000-0000-0000-0000-000000000000}"/>
          </ac:spMkLst>
        </pc:spChg>
        <pc:spChg chg="del">
          <ac:chgData name="Kaiang Wen" userId="a219f04c-ae7d-4ada-9001-a33e528312f1" providerId="ADAL" clId="{7885DCE5-B1EE-4333-B127-9388B410F052}" dt="2024-02-26T04:42:54.371" v="192" actId="478"/>
          <ac:spMkLst>
            <pc:docMk/>
            <pc:sldMk cId="0" sldId="272"/>
            <ac:spMk id="16" creationId="{00000000-0000-0000-0000-000000000000}"/>
          </ac:spMkLst>
        </pc:spChg>
        <pc:spChg chg="del">
          <ac:chgData name="Kaiang Wen" userId="a219f04c-ae7d-4ada-9001-a33e528312f1" providerId="ADAL" clId="{7885DCE5-B1EE-4333-B127-9388B410F052}" dt="2024-02-26T04:42:52.554" v="191" actId="478"/>
          <ac:spMkLst>
            <pc:docMk/>
            <pc:sldMk cId="0" sldId="272"/>
            <ac:spMk id="17" creationId="{00000000-0000-0000-0000-000000000000}"/>
          </ac:spMkLst>
        </pc:spChg>
        <pc:spChg chg="del">
          <ac:chgData name="Kaiang Wen" userId="a219f04c-ae7d-4ada-9001-a33e528312f1" providerId="ADAL" clId="{7885DCE5-B1EE-4333-B127-9388B410F052}" dt="2024-02-26T04:42:45.425" v="184" actId="478"/>
          <ac:spMkLst>
            <pc:docMk/>
            <pc:sldMk cId="0" sldId="272"/>
            <ac:spMk id="18" creationId="{00000000-0000-0000-0000-000000000000}"/>
          </ac:spMkLst>
        </pc:spChg>
        <pc:spChg chg="del">
          <ac:chgData name="Kaiang Wen" userId="a219f04c-ae7d-4ada-9001-a33e528312f1" providerId="ADAL" clId="{7885DCE5-B1EE-4333-B127-9388B410F052}" dt="2024-02-26T04:42:48.136" v="187" actId="478"/>
          <ac:spMkLst>
            <pc:docMk/>
            <pc:sldMk cId="0" sldId="272"/>
            <ac:spMk id="19" creationId="{00000000-0000-0000-0000-000000000000}"/>
          </ac:spMkLst>
        </pc:spChg>
        <pc:spChg chg="del">
          <ac:chgData name="Kaiang Wen" userId="a219f04c-ae7d-4ada-9001-a33e528312f1" providerId="ADAL" clId="{7885DCE5-B1EE-4333-B127-9388B410F052}" dt="2024-02-26T04:42:51.309" v="190" actId="478"/>
          <ac:spMkLst>
            <pc:docMk/>
            <pc:sldMk cId="0" sldId="272"/>
            <ac:spMk id="20" creationId="{00000000-0000-0000-0000-000000000000}"/>
          </ac:spMkLst>
        </pc:spChg>
        <pc:spChg chg="del">
          <ac:chgData name="Kaiang Wen" userId="a219f04c-ae7d-4ada-9001-a33e528312f1" providerId="ADAL" clId="{7885DCE5-B1EE-4333-B127-9388B410F052}" dt="2024-02-26T04:42:51.309" v="190" actId="478"/>
          <ac:spMkLst>
            <pc:docMk/>
            <pc:sldMk cId="0" sldId="272"/>
            <ac:spMk id="21" creationId="{00000000-0000-0000-0000-000000000000}"/>
          </ac:spMkLst>
        </pc:spChg>
        <pc:spChg chg="del">
          <ac:chgData name="Kaiang Wen" userId="a219f04c-ae7d-4ada-9001-a33e528312f1" providerId="ADAL" clId="{7885DCE5-B1EE-4333-B127-9388B410F052}" dt="2024-02-26T04:42:51.309" v="190" actId="478"/>
          <ac:spMkLst>
            <pc:docMk/>
            <pc:sldMk cId="0" sldId="272"/>
            <ac:spMk id="23" creationId="{00000000-0000-0000-0000-000000000000}"/>
          </ac:spMkLst>
        </pc:spChg>
        <pc:spChg chg="add mod">
          <ac:chgData name="Kaiang Wen" userId="a219f04c-ae7d-4ada-9001-a33e528312f1" providerId="ADAL" clId="{7885DCE5-B1EE-4333-B127-9388B410F052}" dt="2024-02-26T04:42:55.443" v="193"/>
          <ac:spMkLst>
            <pc:docMk/>
            <pc:sldMk cId="0" sldId="272"/>
            <ac:spMk id="24" creationId="{38D24A46-604F-7AC0-C0BF-AD69BF7D50AF}"/>
          </ac:spMkLst>
        </pc:spChg>
        <pc:spChg chg="del mod">
          <ac:chgData name="Kaiang Wen" userId="a219f04c-ae7d-4ada-9001-a33e528312f1" providerId="ADAL" clId="{7885DCE5-B1EE-4333-B127-9388B410F052}" dt="2024-02-26T04:44:30.310" v="219" actId="478"/>
          <ac:spMkLst>
            <pc:docMk/>
            <pc:sldMk cId="0" sldId="272"/>
            <ac:spMk id="25" creationId="{00000000-0000-0000-0000-000000000000}"/>
          </ac:spMkLst>
        </pc:spChg>
        <pc:spChg chg="add mod">
          <ac:chgData name="Kaiang Wen" userId="a219f04c-ae7d-4ada-9001-a33e528312f1" providerId="ADAL" clId="{7885DCE5-B1EE-4333-B127-9388B410F052}" dt="2024-02-26T04:42:55.443" v="193"/>
          <ac:spMkLst>
            <pc:docMk/>
            <pc:sldMk cId="0" sldId="272"/>
            <ac:spMk id="27" creationId="{642FFB74-61F4-4C53-A49F-0D4AEF48F05C}"/>
          </ac:spMkLst>
        </pc:spChg>
        <pc:spChg chg="mod">
          <ac:chgData name="Kaiang Wen" userId="a219f04c-ae7d-4ada-9001-a33e528312f1" providerId="ADAL" clId="{7885DCE5-B1EE-4333-B127-9388B410F052}" dt="2024-02-26T04:43:12.264" v="195" actId="207"/>
          <ac:spMkLst>
            <pc:docMk/>
            <pc:sldMk cId="0" sldId="272"/>
            <ac:spMk id="29" creationId="{00000000-0000-0000-0000-000000000000}"/>
          </ac:spMkLst>
        </pc:spChg>
        <pc:spChg chg="add mod">
          <ac:chgData name="Kaiang Wen" userId="a219f04c-ae7d-4ada-9001-a33e528312f1" providerId="ADAL" clId="{7885DCE5-B1EE-4333-B127-9388B410F052}" dt="2024-02-26T04:42:55.443" v="193"/>
          <ac:spMkLst>
            <pc:docMk/>
            <pc:sldMk cId="0" sldId="272"/>
            <ac:spMk id="30" creationId="{7F18B519-A71B-ED9E-F517-8C5EB485B8D3}"/>
          </ac:spMkLst>
        </pc:spChg>
        <pc:spChg chg="add mod">
          <ac:chgData name="Kaiang Wen" userId="a219f04c-ae7d-4ada-9001-a33e528312f1" providerId="ADAL" clId="{7885DCE5-B1EE-4333-B127-9388B410F052}" dt="2024-02-26T04:42:55.443" v="193"/>
          <ac:spMkLst>
            <pc:docMk/>
            <pc:sldMk cId="0" sldId="272"/>
            <ac:spMk id="32" creationId="{CC90AAAC-19E8-DE97-96EC-3E107917E23E}"/>
          </ac:spMkLst>
        </pc:spChg>
        <pc:spChg chg="add mod">
          <ac:chgData name="Kaiang Wen" userId="a219f04c-ae7d-4ada-9001-a33e528312f1" providerId="ADAL" clId="{7885DCE5-B1EE-4333-B127-9388B410F052}" dt="2024-02-26T04:42:55.443" v="193"/>
          <ac:spMkLst>
            <pc:docMk/>
            <pc:sldMk cId="0" sldId="272"/>
            <ac:spMk id="33" creationId="{1E37A8F3-BFB1-F170-7E13-7CD6E0E8C45A}"/>
          </ac:spMkLst>
        </pc:spChg>
        <pc:spChg chg="mod">
          <ac:chgData name="Kaiang Wen" userId="a219f04c-ae7d-4ada-9001-a33e528312f1" providerId="ADAL" clId="{7885DCE5-B1EE-4333-B127-9388B410F052}" dt="2024-02-26T04:43:15.128" v="196" actId="207"/>
          <ac:spMkLst>
            <pc:docMk/>
            <pc:sldMk cId="0" sldId="272"/>
            <ac:spMk id="35" creationId="{00000000-0000-0000-0000-000000000000}"/>
          </ac:spMkLst>
        </pc:spChg>
        <pc:spChg chg="add mod">
          <ac:chgData name="Kaiang Wen" userId="a219f04c-ae7d-4ada-9001-a33e528312f1" providerId="ADAL" clId="{7885DCE5-B1EE-4333-B127-9388B410F052}" dt="2024-02-26T04:42:55.443" v="193"/>
          <ac:spMkLst>
            <pc:docMk/>
            <pc:sldMk cId="0" sldId="272"/>
            <ac:spMk id="36" creationId="{CFA0D467-C70B-972A-9A27-983133BBF9A7}"/>
          </ac:spMkLst>
        </pc:spChg>
        <pc:spChg chg="add mod">
          <ac:chgData name="Kaiang Wen" userId="a219f04c-ae7d-4ada-9001-a33e528312f1" providerId="ADAL" clId="{7885DCE5-B1EE-4333-B127-9388B410F052}" dt="2024-02-26T04:42:55.443" v="193"/>
          <ac:spMkLst>
            <pc:docMk/>
            <pc:sldMk cId="0" sldId="272"/>
            <ac:spMk id="37" creationId="{5C5711FB-128E-7C34-B676-371400CC3AB6}"/>
          </ac:spMkLst>
        </pc:spChg>
        <pc:spChg chg="add mod">
          <ac:chgData name="Kaiang Wen" userId="a219f04c-ae7d-4ada-9001-a33e528312f1" providerId="ADAL" clId="{7885DCE5-B1EE-4333-B127-9388B410F052}" dt="2024-02-26T04:42:55.443" v="193"/>
          <ac:spMkLst>
            <pc:docMk/>
            <pc:sldMk cId="0" sldId="272"/>
            <ac:spMk id="38" creationId="{D4368688-BA49-E26F-2533-BB020E04BF6F}"/>
          </ac:spMkLst>
        </pc:spChg>
        <pc:spChg chg="add mod">
          <ac:chgData name="Kaiang Wen" userId="a219f04c-ae7d-4ada-9001-a33e528312f1" providerId="ADAL" clId="{7885DCE5-B1EE-4333-B127-9388B410F052}" dt="2024-02-26T04:42:55.443" v="193"/>
          <ac:spMkLst>
            <pc:docMk/>
            <pc:sldMk cId="0" sldId="272"/>
            <ac:spMk id="39" creationId="{F202AEC2-04A0-4A18-C30B-AC44D98F7E41}"/>
          </ac:spMkLst>
        </pc:spChg>
        <pc:spChg chg="add mod">
          <ac:chgData name="Kaiang Wen" userId="a219f04c-ae7d-4ada-9001-a33e528312f1" providerId="ADAL" clId="{7885DCE5-B1EE-4333-B127-9388B410F052}" dt="2024-02-26T04:42:55.443" v="193"/>
          <ac:spMkLst>
            <pc:docMk/>
            <pc:sldMk cId="0" sldId="272"/>
            <ac:spMk id="40" creationId="{52958F62-C316-F520-5BD0-8FDA11441000}"/>
          </ac:spMkLst>
        </pc:spChg>
        <pc:spChg chg="add mod">
          <ac:chgData name="Kaiang Wen" userId="a219f04c-ae7d-4ada-9001-a33e528312f1" providerId="ADAL" clId="{7885DCE5-B1EE-4333-B127-9388B410F052}" dt="2024-02-26T04:46:37.161" v="243" actId="404"/>
          <ac:spMkLst>
            <pc:docMk/>
            <pc:sldMk cId="0" sldId="272"/>
            <ac:spMk id="41" creationId="{7A2A8E56-D96A-A590-8DB8-180A0682122B}"/>
          </ac:spMkLst>
        </pc:spChg>
        <pc:picChg chg="add mod">
          <ac:chgData name="Kaiang Wen" userId="a219f04c-ae7d-4ada-9001-a33e528312f1" providerId="ADAL" clId="{7885DCE5-B1EE-4333-B127-9388B410F052}" dt="2024-02-26T04:42:55.443" v="193"/>
          <ac:picMkLst>
            <pc:docMk/>
            <pc:sldMk cId="0" sldId="272"/>
            <ac:picMk id="4" creationId="{56E26D14-FAD1-F9D7-E322-B13FE0ECDF23}"/>
          </ac:picMkLst>
        </pc:picChg>
        <pc:picChg chg="del">
          <ac:chgData name="Kaiang Wen" userId="a219f04c-ae7d-4ada-9001-a33e528312f1" providerId="ADAL" clId="{7885DCE5-B1EE-4333-B127-9388B410F052}" dt="2024-02-26T04:42:42.518" v="180" actId="478"/>
          <ac:picMkLst>
            <pc:docMk/>
            <pc:sldMk cId="0" sldId="272"/>
            <ac:picMk id="12290" creationId="{00000000-0000-0000-0000-000000000000}"/>
          </ac:picMkLst>
        </pc:picChg>
        <pc:cxnChg chg="mod">
          <ac:chgData name="Kaiang Wen" userId="a219f04c-ae7d-4ada-9001-a33e528312f1" providerId="ADAL" clId="{7885DCE5-B1EE-4333-B127-9388B410F052}" dt="2024-02-26T04:46:30.372" v="240" actId="14100"/>
          <ac:cxnSpMkLst>
            <pc:docMk/>
            <pc:sldMk cId="0" sldId="272"/>
            <ac:cxnSpMk id="26" creationId="{00000000-0000-0000-0000-000000000000}"/>
          </ac:cxnSpMkLst>
        </pc:cxnChg>
        <pc:cxnChg chg="mod">
          <ac:chgData name="Kaiang Wen" userId="a219f04c-ae7d-4ada-9001-a33e528312f1" providerId="ADAL" clId="{7885DCE5-B1EE-4333-B127-9388B410F052}" dt="2024-02-26T04:46:30.372" v="240" actId="14100"/>
          <ac:cxnSpMkLst>
            <pc:docMk/>
            <pc:sldMk cId="0" sldId="272"/>
            <ac:cxnSpMk id="28" creationId="{00000000-0000-0000-0000-000000000000}"/>
          </ac:cxnSpMkLst>
        </pc:cxnChg>
        <pc:cxnChg chg="mod">
          <ac:chgData name="Kaiang Wen" userId="a219f04c-ae7d-4ada-9001-a33e528312f1" providerId="ADAL" clId="{7885DCE5-B1EE-4333-B127-9388B410F052}" dt="2024-02-26T04:44:30.310" v="219" actId="478"/>
          <ac:cxnSpMkLst>
            <pc:docMk/>
            <pc:sldMk cId="0" sldId="272"/>
            <ac:cxnSpMk id="31" creationId="{00000000-0000-0000-0000-000000000000}"/>
          </ac:cxnSpMkLst>
        </pc:cxnChg>
        <pc:cxnChg chg="mod">
          <ac:chgData name="Kaiang Wen" userId="a219f04c-ae7d-4ada-9001-a33e528312f1" providerId="ADAL" clId="{7885DCE5-B1EE-4333-B127-9388B410F052}" dt="2024-02-26T04:44:30.310" v="219" actId="478"/>
          <ac:cxnSpMkLst>
            <pc:docMk/>
            <pc:sldMk cId="0" sldId="272"/>
            <ac:cxnSpMk id="34" creationId="{00000000-0000-0000-0000-000000000000}"/>
          </ac:cxnSpMkLst>
        </pc:cxnChg>
      </pc:sldChg>
      <pc:sldChg chg="del">
        <pc:chgData name="Kaiang Wen" userId="a219f04c-ae7d-4ada-9001-a33e528312f1" providerId="ADAL" clId="{7885DCE5-B1EE-4333-B127-9388B410F052}" dt="2024-02-26T04:49:00.878" v="285" actId="47"/>
        <pc:sldMkLst>
          <pc:docMk/>
          <pc:sldMk cId="0" sldId="273"/>
        </pc:sldMkLst>
      </pc:sldChg>
      <pc:sldChg chg="addSp modSp add del mod modAnim">
        <pc:chgData name="Kaiang Wen" userId="a219f04c-ae7d-4ada-9001-a33e528312f1" providerId="ADAL" clId="{7885DCE5-B1EE-4333-B127-9388B410F052}" dt="2024-02-26T05:08:16.681" v="290" actId="47"/>
        <pc:sldMkLst>
          <pc:docMk/>
          <pc:sldMk cId="4075367127" sldId="274"/>
        </pc:sldMkLst>
        <pc:spChg chg="add mod">
          <ac:chgData name="Kaiang Wen" userId="a219f04c-ae7d-4ada-9001-a33e528312f1" providerId="ADAL" clId="{7885DCE5-B1EE-4333-B127-9388B410F052}" dt="2024-02-26T04:48:43.852" v="282" actId="14100"/>
          <ac:spMkLst>
            <pc:docMk/>
            <pc:sldMk cId="4075367127" sldId="274"/>
            <ac:spMk id="8" creationId="{0B6D0284-59FE-8E24-A08F-1FF98FDCE0AA}"/>
          </ac:spMkLst>
        </pc:spChg>
        <pc:spChg chg="add mod">
          <ac:chgData name="Kaiang Wen" userId="a219f04c-ae7d-4ada-9001-a33e528312f1" providerId="ADAL" clId="{7885DCE5-B1EE-4333-B127-9388B410F052}" dt="2024-02-26T04:48:38.199" v="280" actId="14100"/>
          <ac:spMkLst>
            <pc:docMk/>
            <pc:sldMk cId="4075367127" sldId="274"/>
            <ac:spMk id="10" creationId="{373B0847-250D-0DDD-D804-864B7AC44D7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7B3EA9-8A8A-4E6A-8D24-8CF68123622F}" type="datetimeFigureOut">
              <a:rPr lang="zh-CN" altLang="en-US" smtClean="0"/>
              <a:t>2024/3/25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82F45B-314B-45C8-B772-D24407714C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8458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915900" y="9534527"/>
            <a:ext cx="4114800" cy="54768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MS PGothic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2" charset="2"/>
        <a:buChar char=""/>
        <a:defRPr sz="4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anose="05020102010507070707" pitchFamily="2" charset="2"/>
        <a:buChar char=""/>
        <a:defRPr sz="4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anose="05020102010507070707" pitchFamily="2" charset="2"/>
        <a:buChar char=""/>
        <a:defRPr sz="4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anose="05020102010507070707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anose="05020102010507070707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5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anose="05020102010507070707" pitchFamily="2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93999" y="3347509"/>
            <a:ext cx="12700001" cy="1199092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6600" dirty="0"/>
              <a:t>Neural Network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4774" y="5503333"/>
            <a:ext cx="12998450" cy="779781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Instructor: Dr. Yan Yan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Shape 667"/>
          <p:cNvSpPr>
            <a:spLocks noGrp="1"/>
          </p:cNvSpPr>
          <p:nvPr>
            <p:ph type="title"/>
          </p:nvPr>
        </p:nvSpPr>
        <p:spPr>
          <a:xfrm>
            <a:off x="2286000" y="761999"/>
            <a:ext cx="13716000" cy="9314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dirty="0"/>
              <a:t>Overview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B6CAB6-BEA5-DF6C-4DDA-042008551802}"/>
              </a:ext>
            </a:extLst>
          </p:cNvPr>
          <p:cNvSpPr txBox="1"/>
          <p:nvPr/>
        </p:nvSpPr>
        <p:spPr>
          <a:xfrm>
            <a:off x="1337732" y="1988790"/>
            <a:ext cx="16103601" cy="6309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endParaRPr lang="en-US" sz="3600" dirty="0">
              <a:latin typeface="Times" pitchFamily="2" charset="0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US" sz="3600" dirty="0">
                <a:latin typeface="Times" pitchFamily="2" charset="0"/>
              </a:rPr>
              <a:t>Deep Learning Applications and History</a:t>
            </a:r>
          </a:p>
          <a:p>
            <a:pPr marL="1200150" lvl="1" indent="-285750">
              <a:buFont typeface="Wingdings" pitchFamily="2" charset="2"/>
              <a:buChar char="§"/>
            </a:pPr>
            <a:r>
              <a:rPr lang="en-US" sz="2800" dirty="0">
                <a:latin typeface="Times" pitchFamily="2" charset="0"/>
              </a:rPr>
              <a:t>Deep learning in computer vision </a:t>
            </a:r>
          </a:p>
          <a:p>
            <a:pPr marL="1200150" lvl="1" indent="-285750">
              <a:buFont typeface="Wingdings" pitchFamily="2" charset="2"/>
              <a:buChar char="§"/>
            </a:pPr>
            <a:r>
              <a:rPr lang="en-US" sz="2800" dirty="0">
                <a:latin typeface="Times" pitchFamily="2" charset="0"/>
              </a:rPr>
              <a:t>Deep learning in healthcare</a:t>
            </a:r>
          </a:p>
          <a:p>
            <a:pPr marL="1200150" lvl="1" indent="-285750">
              <a:buFont typeface="Wingdings" pitchFamily="2" charset="2"/>
              <a:buChar char="§"/>
            </a:pPr>
            <a:r>
              <a:rPr lang="en-US" sz="2800" dirty="0">
                <a:latin typeface="Times" pitchFamily="2" charset="0"/>
              </a:rPr>
              <a:t>Deep learning history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3600" dirty="0">
                <a:latin typeface="Times" pitchFamily="2" charset="0"/>
              </a:rPr>
              <a:t>Fully Connected Neutral Network</a:t>
            </a:r>
          </a:p>
          <a:p>
            <a:pPr marL="1200150" lvl="1" indent="-285750">
              <a:buFont typeface="Wingdings" pitchFamily="2" charset="2"/>
              <a:buChar char="§"/>
            </a:pPr>
            <a:r>
              <a:rPr lang="en-US" sz="2800" dirty="0">
                <a:latin typeface="Times" pitchFamily="2" charset="0"/>
              </a:rPr>
              <a:t>Layers (input, hidden, output)</a:t>
            </a:r>
          </a:p>
          <a:p>
            <a:pPr marL="1200150" lvl="1" indent="-285750">
              <a:buFont typeface="Wingdings" pitchFamily="2" charset="2"/>
              <a:buChar char="§"/>
            </a:pPr>
            <a:r>
              <a:rPr lang="en-US" sz="2800" dirty="0">
                <a:latin typeface="Times" pitchFamily="2" charset="0"/>
              </a:rPr>
              <a:t>Three steps for deep learning (define a set of function, goodness of function, pick the best function)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3600" dirty="0">
                <a:latin typeface="Times" pitchFamily="2" charset="0"/>
              </a:rPr>
              <a:t>Backpropagation</a:t>
            </a:r>
          </a:p>
          <a:p>
            <a:pPr marL="1200150" lvl="1" indent="-285750">
              <a:buFont typeface="Wingdings" pitchFamily="2" charset="2"/>
              <a:buChar char="§"/>
            </a:pPr>
            <a:r>
              <a:rPr lang="en-US" sz="2800" dirty="0">
                <a:latin typeface="Times" pitchFamily="2" charset="0"/>
              </a:rPr>
              <a:t>Chain rule</a:t>
            </a:r>
          </a:p>
          <a:p>
            <a:pPr marL="1200150" lvl="1" indent="-285750">
              <a:buFont typeface="Wingdings" pitchFamily="2" charset="2"/>
              <a:buChar char="§"/>
            </a:pPr>
            <a:r>
              <a:rPr lang="en-US" sz="2800" dirty="0">
                <a:latin typeface="Times" pitchFamily="2" charset="0"/>
              </a:rPr>
              <a:t>Forward pass</a:t>
            </a:r>
          </a:p>
          <a:p>
            <a:pPr marL="1200150" lvl="1" indent="-285750">
              <a:buFont typeface="Wingdings" pitchFamily="2" charset="2"/>
              <a:buChar char="§"/>
            </a:pPr>
            <a:r>
              <a:rPr lang="en-US" sz="2800" dirty="0">
                <a:latin typeface="Times" pitchFamily="2" charset="0"/>
              </a:rPr>
              <a:t>Backward pass</a:t>
            </a:r>
          </a:p>
          <a:p>
            <a:pPr marL="285750" indent="-285750">
              <a:buFont typeface="Wingdings" pitchFamily="2" charset="2"/>
              <a:buChar char="§"/>
            </a:pPr>
            <a:endParaRPr lang="en-US" sz="3600" dirty="0">
              <a:latin typeface="Times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TkwYzUxNzkwY2E3N2U1OThkZGUzYTRjZDY0NTk2MDE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>
            <a:fillRect/>
          </a:stretch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6dd4d27a79178d964495491d99d85ab0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5371f2543c27c65efb9018a9acd511a8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C6A4EEA-2556-441D-B20B-0657893061DE}">
  <ds:schemaRefs/>
</ds:datastoreItem>
</file>

<file path=customXml/itemProps2.xml><?xml version="1.0" encoding="utf-8"?>
<ds:datastoreItem xmlns:ds="http://schemas.openxmlformats.org/officeDocument/2006/customXml" ds:itemID="{9636FAAA-BCD0-4737-B7BF-714C4CFDEB51}">
  <ds:schemaRefs/>
</ds:datastoreItem>
</file>

<file path=customXml/itemProps3.xml><?xml version="1.0" encoding="utf-8"?>
<ds:datastoreItem xmlns:ds="http://schemas.openxmlformats.org/officeDocument/2006/customXml" ds:itemID="{BFA838ED-C12F-4A42-8E88-98BAC73D2147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66</Words>
  <Application>Microsoft Macintosh PowerPoint</Application>
  <PresentationFormat>Custom</PresentationFormat>
  <Paragraphs>15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等线</vt:lpstr>
      <vt:lpstr>Arial</vt:lpstr>
      <vt:lpstr>Times</vt:lpstr>
      <vt:lpstr>Wingdings</vt:lpstr>
      <vt:lpstr>Wingdings 2</vt:lpstr>
      <vt:lpstr>Breeze</vt:lpstr>
      <vt:lpstr>Neural Network</vt:lpstr>
      <vt:lpstr>Overview</vt:lpstr>
    </vt:vector>
  </TitlesOfParts>
  <Company>Illinois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creator>Sandra Laporte</dc:creator>
  <cp:lastModifiedBy>Tom Yan</cp:lastModifiedBy>
  <cp:revision>24</cp:revision>
  <dcterms:created xsi:type="dcterms:W3CDTF">2019-02-13T16:04:00Z</dcterms:created>
  <dcterms:modified xsi:type="dcterms:W3CDTF">2024-03-25T20:58:36Z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ediaServiceImageTags">
    <vt:lpwstr/>
  </property>
  <property fmtid="{D5CDD505-2E9C-101B-9397-08002B2CF9AE}" pid="4" name="ICV">
    <vt:lpwstr>2FDE17E7A9D6443A9C0CF1913E2AA2B7_12</vt:lpwstr>
  </property>
  <property fmtid="{D5CDD505-2E9C-101B-9397-08002B2CF9AE}" pid="5" name="KSOProductBuildVer">
    <vt:lpwstr>2052-12.1.0.16364</vt:lpwstr>
  </property>
</Properties>
</file>