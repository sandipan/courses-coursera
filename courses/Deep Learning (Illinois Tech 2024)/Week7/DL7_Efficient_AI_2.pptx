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79" r:id="rId2"/>
    <p:sldId id="281" r:id="rId3"/>
    <p:sldId id="280" r:id="rId4"/>
    <p:sldId id="282" r:id="rId5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6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73"/>
    <p:restoredTop sz="93453"/>
  </p:normalViewPr>
  <p:slideViewPr>
    <p:cSldViewPr snapToGrid="0" snapToObjects="1">
      <p:cViewPr varScale="1">
        <p:scale>
          <a:sx n="73" d="100"/>
          <a:sy n="73" d="100"/>
        </p:scale>
        <p:origin x="256" y="256"/>
      </p:cViewPr>
      <p:guideLst>
        <p:guide orient="horz" pos="3116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9.png"/><Relationship Id="rId5" Type="http://schemas.openxmlformats.org/officeDocument/2006/relationships/image" Target="../media/image230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0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2825747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Knowledge Distillation</a:t>
            </a:r>
            <a:br>
              <a:rPr lang="en-US" dirty="0"/>
            </a:br>
            <a:endParaRPr lang="en-US" sz="44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6348E-E768-DC8C-D997-92B2B08DA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Knowledge Distillation</a:t>
            </a:r>
            <a:endParaRPr lang="zh-TW" altLang="en-US" dirty="0"/>
          </a:p>
        </p:txBody>
      </p:sp>
      <p:pic>
        <p:nvPicPr>
          <p:cNvPr id="107" name="Content Placeholder 10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4615" y="2439670"/>
            <a:ext cx="9657715" cy="6003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字方塊 18"/>
          <p:cNvSpPr txBox="1"/>
          <p:nvPr/>
        </p:nvSpPr>
        <p:spPr>
          <a:xfrm>
            <a:off x="14553044" y="5131914"/>
            <a:ext cx="33050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PMingLiU" panose="02020500000000000000" pitchFamily="18" charset="-120"/>
                <a:cs typeface="+mn-cs"/>
              </a:rPr>
              <a:t>Cross-entropy minimization</a:t>
            </a:r>
          </a:p>
        </p:txBody>
      </p:sp>
      <p:pic>
        <p:nvPicPr>
          <p:cNvPr id="7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97" y="3242674"/>
            <a:ext cx="946724" cy="964042"/>
          </a:xfrm>
          <a:prstGeom prst="rect">
            <a:avLst/>
          </a:prstGeom>
        </p:spPr>
      </p:pic>
      <p:pic>
        <p:nvPicPr>
          <p:cNvPr id="11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97" y="7129509"/>
            <a:ext cx="946724" cy="964042"/>
          </a:xfrm>
          <a:prstGeom prst="rect">
            <a:avLst/>
          </a:prstGeom>
        </p:spPr>
      </p:pic>
      <p:sp>
        <p:nvSpPr>
          <p:cNvPr id="12" name="文字方塊 2"/>
          <p:cNvSpPr txBox="1"/>
          <p:nvPr/>
        </p:nvSpPr>
        <p:spPr>
          <a:xfrm>
            <a:off x="1780540" y="5193665"/>
            <a:ext cx="4006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Providing the information that “1” is similar to “7”</a:t>
            </a:r>
            <a:endParaRPr lang="zh-TW" altLang="en-US" sz="2400" dirty="0"/>
          </a:p>
        </p:txBody>
      </p:sp>
      <p:sp>
        <p:nvSpPr>
          <p:cNvPr id="22" name="文字方塊 17"/>
          <p:cNvSpPr txBox="1"/>
          <p:nvPr/>
        </p:nvSpPr>
        <p:spPr>
          <a:xfrm>
            <a:off x="11882559" y="3493680"/>
            <a:ext cx="2157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 target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1698605" y="3955415"/>
            <a:ext cx="2526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“1”: 0.7, “7”: 0.2, “9”: 0.1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5975350" y="9918700"/>
            <a:ext cx="85775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https://towardsdatascience.com/knowledge-distillation-simplified-dd4973dbc764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11193145" y="8443595"/>
            <a:ext cx="36391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https://arxiv.org/pdf/1503.02531.pdf</a:t>
            </a:r>
            <a:endParaRPr lang="en-US"/>
          </a:p>
        </p:txBody>
      </p:sp>
      <p:sp>
        <p:nvSpPr>
          <p:cNvPr id="30" name="Rectangles 29"/>
          <p:cNvSpPr/>
          <p:nvPr/>
        </p:nvSpPr>
        <p:spPr>
          <a:xfrm>
            <a:off x="7599680" y="3039110"/>
            <a:ext cx="3844290" cy="2752090"/>
          </a:xfrm>
          <a:prstGeom prst="rect">
            <a:avLst/>
          </a:prstGeom>
          <a:solidFill>
            <a:schemeClr val="bg2"/>
          </a:solidFill>
          <a:ln cmpd="sng">
            <a:noFill/>
          </a:ln>
          <a:effectLst/>
          <a:scene3d>
            <a:camera prst="orthographicFront"/>
            <a:lightRig rig="threePt" dir="t"/>
          </a:scene3d>
          <a:sp3d prstMaterial="powder">
            <a:bevelT w="50800" h="88900" prst="convex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群組 2"/>
          <p:cNvGrpSpPr/>
          <p:nvPr/>
        </p:nvGrpSpPr>
        <p:grpSpPr>
          <a:xfrm>
            <a:off x="8197215" y="3341370"/>
            <a:ext cx="2664460" cy="1955165"/>
            <a:chOff x="-624711" y="3947305"/>
            <a:chExt cx="2688114" cy="1596412"/>
          </a:xfrm>
        </p:grpSpPr>
        <p:sp>
          <p:nvSpPr>
            <p:cNvPr id="27" name="矩形 19"/>
            <p:cNvSpPr/>
            <p:nvPr/>
          </p:nvSpPr>
          <p:spPr>
            <a:xfrm>
              <a:off x="-624711" y="3947305"/>
              <a:ext cx="2267376" cy="130419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Model 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8" name="矩形 20"/>
            <p:cNvSpPr/>
            <p:nvPr/>
          </p:nvSpPr>
          <p:spPr>
            <a:xfrm>
              <a:off x="-450513" y="4088905"/>
              <a:ext cx="2267376" cy="13041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Model 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9" name="矩形 21"/>
            <p:cNvSpPr/>
            <p:nvPr/>
          </p:nvSpPr>
          <p:spPr>
            <a:xfrm>
              <a:off x="-203973" y="4239518"/>
              <a:ext cx="2267376" cy="130419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TW" sz="2400" dirty="0">
                  <a:solidFill>
                    <a:prstClr val="white"/>
                  </a:solidFill>
                  <a:latin typeface="Calibri" panose="020F0502020204030204"/>
                  <a:ea typeface="PMingLiU" panose="02020500000000000000" pitchFamily="18" charset="-120"/>
                </a:rPr>
                <a:t>N Networks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2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Knowledge Distillation</a:t>
            </a:r>
            <a:endParaRPr lang="zh-TW" altLang="en-US" dirty="0"/>
          </a:p>
        </p:txBody>
      </p:sp>
      <p:pic>
        <p:nvPicPr>
          <p:cNvPr id="107" name="Content Placeholder 10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4615" y="2439670"/>
            <a:ext cx="9657715" cy="6003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字方塊 18"/>
          <p:cNvSpPr txBox="1"/>
          <p:nvPr/>
        </p:nvSpPr>
        <p:spPr>
          <a:xfrm>
            <a:off x="14553044" y="5131914"/>
            <a:ext cx="33050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800" b="0" i="0" kern="1200" cap="none" spc="0" normalizeH="0" baseline="0" noProof="0" dirty="0">
                <a:solidFill>
                  <a:prstClr val="black"/>
                </a:solidFill>
                <a:latin typeface="Calibri" panose="020F0502020204030204"/>
                <a:ea typeface="PMingLiU" panose="02020500000000000000" pitchFamily="18" charset="-120"/>
                <a:cs typeface="+mn-cs"/>
              </a:rPr>
              <a:t>Cross-entropy minimization</a:t>
            </a:r>
          </a:p>
        </p:txBody>
      </p:sp>
      <p:pic>
        <p:nvPicPr>
          <p:cNvPr id="7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97" y="3242674"/>
            <a:ext cx="946724" cy="964042"/>
          </a:xfrm>
          <a:prstGeom prst="rect">
            <a:avLst/>
          </a:prstGeom>
        </p:spPr>
      </p:pic>
      <p:pic>
        <p:nvPicPr>
          <p:cNvPr id="11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97" y="7129509"/>
            <a:ext cx="946724" cy="964042"/>
          </a:xfrm>
          <a:prstGeom prst="rect">
            <a:avLst/>
          </a:prstGeom>
        </p:spPr>
      </p:pic>
      <p:sp>
        <p:nvSpPr>
          <p:cNvPr id="12" name="文字方塊 2"/>
          <p:cNvSpPr txBox="1"/>
          <p:nvPr/>
        </p:nvSpPr>
        <p:spPr>
          <a:xfrm>
            <a:off x="1780540" y="5193665"/>
            <a:ext cx="4006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Providing the information that “1” is similar to “7”</a:t>
            </a:r>
            <a:endParaRPr lang="zh-TW" altLang="en-US" sz="2400" dirty="0"/>
          </a:p>
        </p:txBody>
      </p:sp>
      <p:sp>
        <p:nvSpPr>
          <p:cNvPr id="22" name="文字方塊 17"/>
          <p:cNvSpPr txBox="1"/>
          <p:nvPr/>
        </p:nvSpPr>
        <p:spPr>
          <a:xfrm>
            <a:off x="11882559" y="3493680"/>
            <a:ext cx="2157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Learning target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1698605" y="3955415"/>
            <a:ext cx="2526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“1”: 0.7, “7”: 0.2, “9”: 0.1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5975350" y="9918700"/>
            <a:ext cx="85775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https://towardsdatascience.com/knowledge-distillation-simplified-dd4973dbc764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11193145" y="8443595"/>
            <a:ext cx="36391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sym typeface="+mn-ea"/>
              </a:rPr>
              <a:t>https://arxiv.org/pdf/1503.02531.pdf</a:t>
            </a:r>
            <a:endParaRPr lang="en-US"/>
          </a:p>
        </p:txBody>
      </p:sp>
      <p:sp>
        <p:nvSpPr>
          <p:cNvPr id="30" name="Rectangles 29"/>
          <p:cNvSpPr/>
          <p:nvPr/>
        </p:nvSpPr>
        <p:spPr>
          <a:xfrm>
            <a:off x="7599680" y="3039110"/>
            <a:ext cx="3844290" cy="2752090"/>
          </a:xfrm>
          <a:prstGeom prst="rect">
            <a:avLst/>
          </a:prstGeom>
          <a:solidFill>
            <a:schemeClr val="bg2"/>
          </a:solidFill>
          <a:ln cmpd="sng">
            <a:noFill/>
          </a:ln>
          <a:effectLst/>
          <a:scene3d>
            <a:camera prst="orthographicFront"/>
            <a:lightRig rig="threePt" dir="t"/>
          </a:scene3d>
          <a:sp3d prstMaterial="powder">
            <a:bevelT w="50800" h="88900" prst="convex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群組 2"/>
          <p:cNvGrpSpPr/>
          <p:nvPr/>
        </p:nvGrpSpPr>
        <p:grpSpPr>
          <a:xfrm>
            <a:off x="8197215" y="3341370"/>
            <a:ext cx="2664460" cy="1955165"/>
            <a:chOff x="-624711" y="3947305"/>
            <a:chExt cx="2688114" cy="1596412"/>
          </a:xfrm>
        </p:grpSpPr>
        <p:sp>
          <p:nvSpPr>
            <p:cNvPr id="27" name="矩形 19"/>
            <p:cNvSpPr/>
            <p:nvPr/>
          </p:nvSpPr>
          <p:spPr>
            <a:xfrm>
              <a:off x="-624711" y="3947305"/>
              <a:ext cx="2267376" cy="130419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Model 1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8" name="矩形 20"/>
            <p:cNvSpPr/>
            <p:nvPr/>
          </p:nvSpPr>
          <p:spPr>
            <a:xfrm>
              <a:off x="-450513" y="4088905"/>
              <a:ext cx="2267376" cy="13041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PMingLiU" panose="02020500000000000000" pitchFamily="18" charset="-120"/>
                  <a:cs typeface="+mn-cs"/>
                </a:rPr>
                <a:t>Model 2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  <p:sp>
          <p:nvSpPr>
            <p:cNvPr id="29" name="矩形 21"/>
            <p:cNvSpPr/>
            <p:nvPr/>
          </p:nvSpPr>
          <p:spPr>
            <a:xfrm>
              <a:off x="-203973" y="4239518"/>
              <a:ext cx="2267376" cy="130419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TW" sz="2400" dirty="0">
                  <a:solidFill>
                    <a:prstClr val="white"/>
                  </a:solidFill>
                  <a:latin typeface="Calibri" panose="020F0502020204030204"/>
                  <a:ea typeface="PMingLiU" panose="02020500000000000000" pitchFamily="18" charset="-120"/>
                </a:rPr>
                <a:t>N Networks</a:t>
              </a:r>
              <a:endPara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endParaRPr>
            </a:p>
          </p:txBody>
        </p:sp>
      </p:grpSp>
      <p:sp>
        <p:nvSpPr>
          <p:cNvPr id="31" name="矩形 10"/>
          <p:cNvSpPr/>
          <p:nvPr/>
        </p:nvSpPr>
        <p:spPr>
          <a:xfrm>
            <a:off x="11418570" y="4015105"/>
            <a:ext cx="3149600" cy="307975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5"/>
          <p:cNvSpPr txBox="1"/>
          <p:nvPr/>
        </p:nvSpPr>
        <p:spPr>
          <a:xfrm>
            <a:off x="14832330" y="3699510"/>
            <a:ext cx="34423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Ensemble</a:t>
            </a:r>
          </a:p>
          <a:p>
            <a:r>
              <a:rPr lang="en-US" altLang="zh-TW" sz="2400" dirty="0">
                <a:sym typeface="+mn-ea"/>
              </a:rPr>
              <a:t>Average many models</a:t>
            </a:r>
            <a:endParaRPr lang="zh-TW" altLang="en-US" sz="2400" dirty="0"/>
          </a:p>
          <a:p>
            <a:endParaRPr lang="zh-TW" altLang="en-US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Knowledge Distillation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Temperature for </a:t>
            </a:r>
            <a:r>
              <a:rPr lang="en-US" altLang="zh-TW" dirty="0" err="1"/>
              <a:t>softmax</a:t>
            </a:r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913680" y="3414938"/>
                <a:ext cx="3676650" cy="1575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80" y="3414938"/>
                <a:ext cx="3676650" cy="1575435"/>
              </a:xfrm>
              <a:prstGeom prst="rect">
                <a:avLst/>
              </a:prstGeom>
              <a:blipFill rotWithShape="1">
                <a:blip r:embed="rId3"/>
                <a:stretch>
                  <a:fillRect l="-8" t="-34" r="-1978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857280" y="3414938"/>
                <a:ext cx="4264025" cy="15754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4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280" y="3414938"/>
                <a:ext cx="4264025" cy="1575435"/>
              </a:xfrm>
              <a:prstGeom prst="rect">
                <a:avLst/>
              </a:prstGeom>
              <a:blipFill rotWithShape="1">
                <a:blip r:embed="rId4"/>
                <a:stretch>
                  <a:fillRect l="-7" t="-34" r="-1601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號: 向右 5"/>
          <p:cNvSpPr/>
          <p:nvPr/>
        </p:nvSpPr>
        <p:spPr>
          <a:xfrm>
            <a:off x="7154280" y="3757838"/>
            <a:ext cx="1210638" cy="89535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728155" y="7127266"/>
                <a:ext cx="18675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55" y="7127266"/>
                <a:ext cx="1867535" cy="553720"/>
              </a:xfrm>
              <a:prstGeom prst="rect">
                <a:avLst/>
              </a:prstGeom>
              <a:blipFill rotWithShape="1">
                <a:blip r:embed="rId5"/>
                <a:stretch>
                  <a:fillRect l="-10" t="-5" r="-4172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728155" y="7949630"/>
                <a:ext cx="16186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55" y="7949630"/>
                <a:ext cx="1618615" cy="553720"/>
              </a:xfrm>
              <a:prstGeom prst="rect">
                <a:avLst/>
              </a:prstGeom>
              <a:blipFill rotWithShape="1">
                <a:blip r:embed="rId6"/>
                <a:stretch>
                  <a:fillRect l="-12" t="-12" r="-4696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728155" y="8771995"/>
                <a:ext cx="13646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155" y="8771995"/>
                <a:ext cx="1364615" cy="553720"/>
              </a:xfrm>
              <a:prstGeom prst="rect">
                <a:avLst/>
              </a:prstGeom>
              <a:blipFill rotWithShape="1">
                <a:blip r:embed="rId7"/>
                <a:stretch>
                  <a:fillRect l="-14" t="-19" r="-5570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5432513" y="7127266"/>
                <a:ext cx="13595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13" y="7127266"/>
                <a:ext cx="1359535" cy="553720"/>
              </a:xfrm>
              <a:prstGeom prst="rect">
                <a:avLst/>
              </a:prstGeom>
              <a:blipFill rotWithShape="1">
                <a:blip r:embed="rId8"/>
                <a:stretch>
                  <a:fillRect l="-6" t="-5" r="-5785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432513" y="7949630"/>
                <a:ext cx="13595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13" y="7949630"/>
                <a:ext cx="1359535" cy="553720"/>
              </a:xfrm>
              <a:prstGeom prst="rect">
                <a:avLst/>
              </a:prstGeom>
              <a:blipFill rotWithShape="1">
                <a:blip r:embed="rId9"/>
                <a:stretch>
                  <a:fillRect l="-6" t="-12" r="-5598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432513" y="8771995"/>
                <a:ext cx="1359535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13" y="8771995"/>
                <a:ext cx="1359535" cy="556260"/>
              </a:xfrm>
              <a:prstGeom prst="rect">
                <a:avLst/>
              </a:prstGeom>
              <a:blipFill rotWithShape="1">
                <a:blip r:embed="rId10"/>
                <a:stretch>
                  <a:fillRect l="-6" t="-19" r="-5598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8811960" y="7214362"/>
                <a:ext cx="186309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960" y="7214362"/>
                <a:ext cx="1863090" cy="553720"/>
              </a:xfrm>
              <a:prstGeom prst="rect">
                <a:avLst/>
              </a:prstGeom>
              <a:blipFill rotWithShape="1">
                <a:blip r:embed="rId11"/>
                <a:stretch>
                  <a:fillRect l="-3" t="-23" r="-4052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8811960" y="8036726"/>
                <a:ext cx="2216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960" y="8036726"/>
                <a:ext cx="2216785" cy="553720"/>
              </a:xfrm>
              <a:prstGeom prst="rect">
                <a:avLst/>
              </a:prstGeom>
              <a:blipFill rotWithShape="1">
                <a:blip r:embed="rId12"/>
                <a:stretch>
                  <a:fillRect l="-3" t="-30" r="-3263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8811960" y="8859091"/>
                <a:ext cx="247078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960" y="8859091"/>
                <a:ext cx="247078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3" t="-37" r="-2927" b="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11723367" y="7209482"/>
                <a:ext cx="196151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=0.56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367" y="7209482"/>
                <a:ext cx="1961515" cy="553720"/>
              </a:xfrm>
              <a:prstGeom prst="rect">
                <a:avLst/>
              </a:prstGeom>
              <a:blipFill rotWithShape="1">
                <a:blip r:embed="rId14"/>
                <a:stretch>
                  <a:fillRect l="-32" t="-59" r="-3950" b="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11723367" y="8031847"/>
                <a:ext cx="196723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=0.23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367" y="8031847"/>
                <a:ext cx="1967230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32" t="-66" r="-3809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11723367" y="8854211"/>
                <a:ext cx="1967230" cy="5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.21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3367" y="8854211"/>
                <a:ext cx="1967230" cy="556260"/>
              </a:xfrm>
              <a:prstGeom prst="rect">
                <a:avLst/>
              </a:prstGeom>
              <a:blipFill rotWithShape="1">
                <a:blip r:embed="rId16"/>
                <a:stretch>
                  <a:fillRect l="-32" t="-73" r="-3809" b="7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6914756" y="4709981"/>
                <a:ext cx="169037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756" y="4709981"/>
                <a:ext cx="1690370" cy="553720"/>
              </a:xfrm>
              <a:prstGeom prst="rect">
                <a:avLst/>
              </a:prstGeom>
              <a:blipFill rotWithShape="1">
                <a:blip r:embed="rId17"/>
                <a:stretch>
                  <a:fillRect l="-14" t="-34" r="-4193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/>
          <p:cNvGrpSpPr/>
          <p:nvPr/>
        </p:nvGrpSpPr>
        <p:grpSpPr>
          <a:xfrm>
            <a:off x="3255645" y="5286958"/>
            <a:ext cx="3426566" cy="1204403"/>
            <a:chOff x="1524000" y="3755355"/>
            <a:chExt cx="2284377" cy="802935"/>
          </a:xfrm>
        </p:grpSpPr>
        <p:sp>
          <p:nvSpPr>
            <p:cNvPr id="9" name="矩形 8"/>
            <p:cNvSpPr/>
            <p:nvPr/>
          </p:nvSpPr>
          <p:spPr>
            <a:xfrm>
              <a:off x="1971628" y="3755355"/>
              <a:ext cx="285656" cy="8029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" name="矩形 26"/>
            <p:cNvSpPr/>
            <p:nvPr/>
          </p:nvSpPr>
          <p:spPr>
            <a:xfrm>
              <a:off x="2562084" y="4397833"/>
              <a:ext cx="285656" cy="1604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8" name="矩形 27"/>
            <p:cNvSpPr/>
            <p:nvPr/>
          </p:nvSpPr>
          <p:spPr>
            <a:xfrm>
              <a:off x="3185230" y="4470403"/>
              <a:ext cx="285656" cy="7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8" name="直線接點 7"/>
            <p:cNvCxnSpPr/>
            <p:nvPr/>
          </p:nvCxnSpPr>
          <p:spPr>
            <a:xfrm>
              <a:off x="1524000" y="4542971"/>
              <a:ext cx="228437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群組 28"/>
          <p:cNvGrpSpPr/>
          <p:nvPr/>
        </p:nvGrpSpPr>
        <p:grpSpPr>
          <a:xfrm>
            <a:off x="9414284" y="5323448"/>
            <a:ext cx="3426566" cy="1204403"/>
            <a:chOff x="1524000" y="3755355"/>
            <a:chExt cx="2284377" cy="802935"/>
          </a:xfrm>
        </p:grpSpPr>
        <p:sp>
          <p:nvSpPr>
            <p:cNvPr id="30" name="矩形 29"/>
            <p:cNvSpPr/>
            <p:nvPr/>
          </p:nvSpPr>
          <p:spPr>
            <a:xfrm>
              <a:off x="1971628" y="3755355"/>
              <a:ext cx="285656" cy="8029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1" name="矩形 30"/>
            <p:cNvSpPr/>
            <p:nvPr/>
          </p:nvSpPr>
          <p:spPr>
            <a:xfrm>
              <a:off x="2562084" y="4194634"/>
              <a:ext cx="285656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2" name="矩形 31"/>
            <p:cNvSpPr/>
            <p:nvPr/>
          </p:nvSpPr>
          <p:spPr>
            <a:xfrm>
              <a:off x="3185230" y="4354289"/>
              <a:ext cx="285656" cy="1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33" name="直線接點 32"/>
            <p:cNvCxnSpPr/>
            <p:nvPr/>
          </p:nvCxnSpPr>
          <p:spPr>
            <a:xfrm>
              <a:off x="1524000" y="4542971"/>
              <a:ext cx="228437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361FF35C-EEBE-4212-AE57-74A13B79A537}"/>
</file>

<file path=customXml/itemProps2.xml><?xml version="1.0" encoding="utf-8"?>
<ds:datastoreItem xmlns:ds="http://schemas.openxmlformats.org/officeDocument/2006/customXml" ds:itemID="{20F4B19D-8834-4D9C-87EE-6570251ED042}"/>
</file>

<file path=customXml/itemProps3.xml><?xml version="1.0" encoding="utf-8"?>
<ds:datastoreItem xmlns:ds="http://schemas.openxmlformats.org/officeDocument/2006/customXml" ds:itemID="{F4873D35-D69E-4C8D-A554-F7612DB1961E}"/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182</Words>
  <Application>Microsoft Macintosh PowerPoint</Application>
  <PresentationFormat>Custom</PresentationFormat>
  <Paragraphs>42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Wingdings 2</vt:lpstr>
      <vt:lpstr>Breeze</vt:lpstr>
      <vt:lpstr>Knowledge Distillation </vt:lpstr>
      <vt:lpstr>Knowledge Distillation</vt:lpstr>
      <vt:lpstr>Knowledge Distillation</vt:lpstr>
      <vt:lpstr>Knowledge Distillation 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42</cp:revision>
  <dcterms:created xsi:type="dcterms:W3CDTF">2019-02-13T16:04:00Z</dcterms:created>
  <dcterms:modified xsi:type="dcterms:W3CDTF">2024-04-03T02:58:56Z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6C5E8AC3588247708D265E8177A4AA55</vt:lpwstr>
  </property>
  <property fmtid="{D5CDD505-2E9C-101B-9397-08002B2CF9AE}" pid="5" name="KSOProductBuildVer">
    <vt:lpwstr>1033-11.2.0.11225</vt:lpwstr>
  </property>
</Properties>
</file>