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79" r:id="rId2"/>
    <p:sldId id="283" r:id="rId3"/>
    <p:sldId id="285" r:id="rId4"/>
    <p:sldId id="286" r:id="rId5"/>
    <p:sldId id="287" r:id="rId6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73"/>
    <p:restoredTop sz="93453"/>
  </p:normalViewPr>
  <p:slideViewPr>
    <p:cSldViewPr snapToGrid="0" snapToObjects="1">
      <p:cViewPr varScale="1">
        <p:scale>
          <a:sx n="73" d="100"/>
          <a:sy n="73" d="100"/>
        </p:scale>
        <p:origin x="256" y="256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5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Parameter Quantization</a:t>
            </a:r>
            <a:endParaRPr lang="en-US" sz="44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6348E-E768-DC8C-D997-92B2B08DA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 Quantization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73530" y="2322830"/>
            <a:ext cx="11830050" cy="2470785"/>
          </a:xfrm>
        </p:spPr>
        <p:txBody>
          <a:bodyPr>
            <a:noAutofit/>
          </a:bodyPr>
          <a:lstStyle/>
          <a:p>
            <a:r>
              <a:rPr lang="en-US" altLang="zh-TW" dirty="0"/>
              <a:t>1. Using less bits to represent a value</a:t>
            </a:r>
          </a:p>
          <a:p>
            <a:r>
              <a:rPr lang="en-US" altLang="zh-TW" dirty="0"/>
              <a:t>2. Weight clustering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083425" y="4810125"/>
          <a:ext cx="4721225" cy="3226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6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376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0.5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1.3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4.3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-0.2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-1.2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0.3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1.0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3.0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-0.4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-0.5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-0.1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-3.4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-5.0</a:t>
                      </a:r>
                    </a:p>
                  </a:txBody>
                  <a:tcPr marL="137160" marR="137160" marT="68580" marB="6858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3831590" y="5935980"/>
            <a:ext cx="37833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dirty="0">
                <a:cs typeface="+mn-cs"/>
              </a:rPr>
              <a:t>weights in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dirty="0">
                <a:cs typeface="+mn-cs"/>
              </a:rPr>
              <a:t>a network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220848" y="8197727"/>
            <a:ext cx="24457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Clustering 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Parameter Quantization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98550" y="1885950"/>
            <a:ext cx="15024100" cy="6515100"/>
          </a:xfrm>
        </p:spPr>
        <p:txBody>
          <a:bodyPr>
            <a:noAutofit/>
          </a:bodyPr>
          <a:lstStyle/>
          <a:p>
            <a:r>
              <a:rPr lang="en-US" altLang="zh-TW" dirty="0"/>
              <a:t>1. Using less bits to represent a value</a:t>
            </a:r>
          </a:p>
          <a:p>
            <a:r>
              <a:rPr lang="en-US" altLang="zh-TW" dirty="0"/>
              <a:t>2. Weight clustering  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3. Represent frequent clusters by less bits, represent rare clusters by more bits </a:t>
            </a:r>
          </a:p>
          <a:p>
            <a:pPr lvl="1"/>
            <a:r>
              <a:rPr lang="en-US" altLang="zh-TW" dirty="0"/>
              <a:t>e.g. Huffman encoding</a:t>
            </a:r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185" y="3976370"/>
            <a:ext cx="5394325" cy="323913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8271510" y="3976370"/>
            <a:ext cx="6212840" cy="3286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Weights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Binary Connect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4584203" y="4206584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橢圓 5"/>
          <p:cNvSpPr/>
          <p:nvPr/>
        </p:nvSpPr>
        <p:spPr>
          <a:xfrm>
            <a:off x="6864102" y="4206584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橢圓 6"/>
          <p:cNvSpPr/>
          <p:nvPr/>
        </p:nvSpPr>
        <p:spPr>
          <a:xfrm>
            <a:off x="9144002" y="4206584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橢圓 11"/>
          <p:cNvSpPr/>
          <p:nvPr/>
        </p:nvSpPr>
        <p:spPr>
          <a:xfrm>
            <a:off x="4584203" y="5757870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6864102" y="5757870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>
            <a:off x="9144002" y="5757870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8" name="橢圓 17"/>
          <p:cNvSpPr/>
          <p:nvPr/>
        </p:nvSpPr>
        <p:spPr>
          <a:xfrm>
            <a:off x="4584203" y="7309157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9" name="橢圓 18"/>
          <p:cNvSpPr/>
          <p:nvPr/>
        </p:nvSpPr>
        <p:spPr>
          <a:xfrm>
            <a:off x="6864102" y="7309157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0" name="橢圓 19"/>
          <p:cNvSpPr/>
          <p:nvPr/>
        </p:nvSpPr>
        <p:spPr>
          <a:xfrm>
            <a:off x="9144002" y="7309157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橢圓 23"/>
          <p:cNvSpPr/>
          <p:nvPr/>
        </p:nvSpPr>
        <p:spPr>
          <a:xfrm>
            <a:off x="4584203" y="8860445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橢圓 24"/>
          <p:cNvSpPr/>
          <p:nvPr/>
        </p:nvSpPr>
        <p:spPr>
          <a:xfrm>
            <a:off x="6864102" y="8860445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6" name="橢圓 25"/>
          <p:cNvSpPr/>
          <p:nvPr/>
        </p:nvSpPr>
        <p:spPr>
          <a:xfrm>
            <a:off x="9144002" y="8860445"/>
            <a:ext cx="270000" cy="270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文字方塊 28"/>
          <p:cNvSpPr txBox="1"/>
          <p:nvPr/>
        </p:nvSpPr>
        <p:spPr>
          <a:xfrm>
            <a:off x="9166331" y="3211598"/>
            <a:ext cx="7543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network with binary weights</a:t>
            </a:r>
            <a:endParaRPr lang="zh-TW" altLang="en-US" sz="3600" dirty="0"/>
          </a:p>
        </p:txBody>
      </p:sp>
      <p:cxnSp>
        <p:nvCxnSpPr>
          <p:cNvPr id="31" name="直線單箭頭接點 30"/>
          <p:cNvCxnSpPr/>
          <p:nvPr/>
        </p:nvCxnSpPr>
        <p:spPr>
          <a:xfrm flipV="1">
            <a:off x="9414002" y="3853127"/>
            <a:ext cx="542130" cy="4044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橢圓 32"/>
          <p:cNvSpPr/>
          <p:nvPr/>
        </p:nvSpPr>
        <p:spPr>
          <a:xfrm>
            <a:off x="6105972" y="4476584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5" name="直線單箭頭接點 34"/>
          <p:cNvCxnSpPr/>
          <p:nvPr/>
        </p:nvCxnSpPr>
        <p:spPr>
          <a:xfrm>
            <a:off x="7134102" y="4369646"/>
            <a:ext cx="867693" cy="3849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6537972" y="4783598"/>
            <a:ext cx="1519280" cy="696237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8002541" y="5354015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0" name="直線單箭頭接點 39"/>
          <p:cNvCxnSpPr/>
          <p:nvPr/>
        </p:nvCxnSpPr>
        <p:spPr>
          <a:xfrm>
            <a:off x="9403787" y="6038165"/>
            <a:ext cx="281280" cy="630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>
            <a:off x="8307705" y="5753561"/>
            <a:ext cx="576510" cy="1411245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8711999" y="7164806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48" name="直線單箭頭接點 47"/>
          <p:cNvCxnSpPr/>
          <p:nvPr/>
        </p:nvCxnSpPr>
        <p:spPr>
          <a:xfrm flipH="1">
            <a:off x="8639807" y="7596806"/>
            <a:ext cx="506111" cy="5051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H="1">
            <a:off x="7628777" y="7591536"/>
            <a:ext cx="1179528" cy="1113896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 52"/>
          <p:cNvSpPr/>
          <p:nvPr/>
        </p:nvSpPr>
        <p:spPr>
          <a:xfrm>
            <a:off x="7225361" y="8563445"/>
            <a:ext cx="432000" cy="43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4" name="橢圓 53"/>
          <p:cNvSpPr/>
          <p:nvPr/>
        </p:nvSpPr>
        <p:spPr>
          <a:xfrm>
            <a:off x="6729102" y="8739935"/>
            <a:ext cx="540000" cy="5400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5" name="文字方塊 54"/>
          <p:cNvSpPr txBox="1"/>
          <p:nvPr/>
        </p:nvSpPr>
        <p:spPr>
          <a:xfrm>
            <a:off x="161437" y="5069185"/>
            <a:ext cx="383456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network with real value weights</a:t>
            </a:r>
            <a:endParaRPr lang="zh-TW" altLang="en-US" sz="3600" dirty="0"/>
          </a:p>
        </p:txBody>
      </p:sp>
      <p:cxnSp>
        <p:nvCxnSpPr>
          <p:cNvPr id="56" name="直線單箭頭接點 55"/>
          <p:cNvCxnSpPr>
            <a:endCxn id="55" idx="3"/>
          </p:cNvCxnSpPr>
          <p:nvPr/>
        </p:nvCxnSpPr>
        <p:spPr>
          <a:xfrm flipH="1">
            <a:off x="3996055" y="4754245"/>
            <a:ext cx="2110105" cy="9144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/>
          <p:nvPr/>
        </p:nvCxnSpPr>
        <p:spPr>
          <a:xfrm>
            <a:off x="10907858" y="5514309"/>
            <a:ext cx="73792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>
            <a:off x="10907858" y="7402053"/>
            <a:ext cx="737925" cy="0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/>
          <p:cNvSpPr txBox="1"/>
          <p:nvPr/>
        </p:nvSpPr>
        <p:spPr>
          <a:xfrm>
            <a:off x="11837163" y="5159345"/>
            <a:ext cx="5283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Negative gradient </a:t>
            </a:r>
            <a:endParaRPr lang="zh-TW" altLang="en-US" sz="36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11837162" y="7081231"/>
            <a:ext cx="528359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Update direction</a:t>
            </a:r>
            <a:endParaRPr lang="zh-TW" altLang="en-US" sz="3600" dirty="0"/>
          </a:p>
        </p:txBody>
      </p:sp>
      <p:sp>
        <p:nvSpPr>
          <p:cNvPr id="64" name="文字方塊 63"/>
          <p:cNvSpPr txBox="1"/>
          <p:nvPr/>
        </p:nvSpPr>
        <p:spPr>
          <a:xfrm>
            <a:off x="11837162" y="5717215"/>
            <a:ext cx="36538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(compute on binary weights)</a:t>
            </a:r>
            <a:endParaRPr lang="zh-TW" altLang="en-US" sz="3600" dirty="0"/>
          </a:p>
        </p:txBody>
      </p:sp>
      <p:sp>
        <p:nvSpPr>
          <p:cNvPr id="65" name="文字方塊 64"/>
          <p:cNvSpPr txBox="1"/>
          <p:nvPr/>
        </p:nvSpPr>
        <p:spPr>
          <a:xfrm>
            <a:off x="11837162" y="7678466"/>
            <a:ext cx="365386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(compute on real  weights)</a:t>
            </a:r>
            <a:endParaRPr lang="zh-TW" altLang="en-US" sz="3600" dirty="0"/>
          </a:p>
        </p:txBody>
      </p:sp>
      <p:sp>
        <p:nvSpPr>
          <p:cNvPr id="66" name="文字方塊 65"/>
          <p:cNvSpPr txBox="1"/>
          <p:nvPr/>
        </p:nvSpPr>
        <p:spPr>
          <a:xfrm>
            <a:off x="1098550" y="3284289"/>
            <a:ext cx="74104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Your weights are always +1 or -1</a:t>
            </a:r>
            <a:endParaRPr lang="zh-TW" altLang="en-US" sz="3600" dirty="0"/>
          </a:p>
        </p:txBody>
      </p:sp>
      <p:sp>
        <p:nvSpPr>
          <p:cNvPr id="8" name="Text Box 7"/>
          <p:cNvSpPr txBox="1"/>
          <p:nvPr/>
        </p:nvSpPr>
        <p:spPr>
          <a:xfrm>
            <a:off x="10476865" y="9639935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dirty="0">
                <a:sym typeface="+mn-ea"/>
              </a:rPr>
              <a:t>https://arxiv.org/abs/1602.02830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Weights </a:t>
            </a:r>
            <a:endParaRPr lang="zh-TW" alt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0677525" y="7395845"/>
            <a:ext cx="34124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dirty="0">
                <a:sym typeface="+mn-ea"/>
              </a:rPr>
              <a:t>https://arxiv.org/abs/1511.00363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377055" y="5006975"/>
            <a:ext cx="9712960" cy="238887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218940" y="2594610"/>
            <a:ext cx="9843135" cy="241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4446A03E-0ED4-45F3-9877-0ADCED0E11D4}"/>
</file>

<file path=customXml/itemProps2.xml><?xml version="1.0" encoding="utf-8"?>
<ds:datastoreItem xmlns:ds="http://schemas.openxmlformats.org/officeDocument/2006/customXml" ds:itemID="{9BD21F1A-A86D-4010-A91E-31C9518E0B5E}"/>
</file>

<file path=customXml/itemProps3.xml><?xml version="1.0" encoding="utf-8"?>
<ds:datastoreItem xmlns:ds="http://schemas.openxmlformats.org/officeDocument/2006/customXml" ds:itemID="{607F5B34-AAE2-448A-9C4D-021625D99BF1}"/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147</Words>
  <Application>Microsoft Macintosh PowerPoint</Application>
  <PresentationFormat>Custom</PresentationFormat>
  <Paragraphs>52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 2</vt:lpstr>
      <vt:lpstr>Breeze</vt:lpstr>
      <vt:lpstr>Parameter Quantization</vt:lpstr>
      <vt:lpstr>Parameter Quantization </vt:lpstr>
      <vt:lpstr>Parameter Quantization </vt:lpstr>
      <vt:lpstr>Binary Weights </vt:lpstr>
      <vt:lpstr>Binary Weights 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42</cp:revision>
  <dcterms:created xsi:type="dcterms:W3CDTF">2019-02-13T16:04:00Z</dcterms:created>
  <dcterms:modified xsi:type="dcterms:W3CDTF">2024-04-03T03:00:14Z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