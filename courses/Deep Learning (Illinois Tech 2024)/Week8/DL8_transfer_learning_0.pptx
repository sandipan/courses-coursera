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9" r:id="rId2"/>
    <p:sldId id="304" r:id="rId3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0">
          <p15:clr>
            <a:srgbClr val="A4A3A4"/>
          </p15:clr>
        </p15:guide>
        <p15:guide id="2" pos="572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3786"/>
  </p:normalViewPr>
  <p:slideViewPr>
    <p:cSldViewPr snapToGrid="0" snapToObjects="1">
      <p:cViewPr varScale="1">
        <p:scale>
          <a:sx n="75" d="100"/>
          <a:sy n="75" d="100"/>
        </p:scale>
        <p:origin x="624" y="160"/>
      </p:cViewPr>
      <p:guideLst>
        <p:guide orient="horz" pos="3110"/>
        <p:guide pos="57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3/26/24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ym typeface="+mn-ea"/>
              </a:rPr>
              <a:t>Transfer Learning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5" y="5413374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69303" y="212980"/>
            <a:ext cx="16084552" cy="1086814"/>
          </a:xfrm>
        </p:spPr>
        <p:txBody>
          <a:bodyPr/>
          <a:lstStyle/>
          <a:p>
            <a:r>
              <a:rPr lang="en-US" altLang="zh-TW" dirty="0"/>
              <a:t>Overview</a:t>
            </a:r>
            <a:endParaRPr lang="zh-TW" altLang="en-US" dirty="0"/>
          </a:p>
        </p:txBody>
      </p:sp>
      <p:cxnSp>
        <p:nvCxnSpPr>
          <p:cNvPr id="4" name="直線接點 3"/>
          <p:cNvCxnSpPr/>
          <p:nvPr/>
        </p:nvCxnSpPr>
        <p:spPr>
          <a:xfrm flipV="1">
            <a:off x="4680359" y="2012159"/>
            <a:ext cx="0" cy="72875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2394020" y="3724736"/>
            <a:ext cx="110973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 rot="16200000">
            <a:off x="273296" y="6067016"/>
            <a:ext cx="4933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Target Data 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680359" y="2012158"/>
            <a:ext cx="89198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Source Data (not directly related to the task) </a:t>
            </a:r>
          </a:p>
        </p:txBody>
      </p:sp>
      <p:cxnSp>
        <p:nvCxnSpPr>
          <p:cNvPr id="12" name="直線接點 11"/>
          <p:cNvCxnSpPr/>
          <p:nvPr/>
        </p:nvCxnSpPr>
        <p:spPr>
          <a:xfrm>
            <a:off x="3432764" y="6331388"/>
            <a:ext cx="100586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4680359" y="2864288"/>
            <a:ext cx="87909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9250686" y="2864288"/>
            <a:ext cx="0" cy="64354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3432764" y="3700662"/>
            <a:ext cx="0" cy="55990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2394020" y="9299738"/>
            <a:ext cx="112061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5646821" y="2948264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labelled</a:t>
            </a:r>
            <a:endParaRPr lang="zh-TW" altLang="en-US" sz="3600" dirty="0"/>
          </a:p>
        </p:txBody>
      </p:sp>
      <p:sp>
        <p:nvSpPr>
          <p:cNvPr id="23" name="文字方塊 22"/>
          <p:cNvSpPr txBox="1"/>
          <p:nvPr/>
        </p:nvSpPr>
        <p:spPr>
          <a:xfrm rot="16200000">
            <a:off x="2894186" y="4669440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labelled</a:t>
            </a:r>
            <a:endParaRPr lang="zh-TW" altLang="en-US" sz="36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0103760" y="2966973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unlabeled</a:t>
            </a:r>
            <a:endParaRPr lang="zh-TW" altLang="en-US" sz="3600" dirty="0"/>
          </a:p>
        </p:txBody>
      </p:sp>
      <p:sp>
        <p:nvSpPr>
          <p:cNvPr id="25" name="文字方塊 24"/>
          <p:cNvSpPr txBox="1"/>
          <p:nvPr/>
        </p:nvSpPr>
        <p:spPr>
          <a:xfrm rot="16200000">
            <a:off x="2876040" y="7371614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unlabeled</a:t>
            </a:r>
            <a:endParaRPr lang="zh-TW" altLang="en-US" sz="36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4874355" y="5110910"/>
            <a:ext cx="4169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Multitask Learning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874355" y="4263624"/>
            <a:ext cx="386967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Fine-tuning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9425305" y="4389577"/>
            <a:ext cx="48091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Self-taught learning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4874355" y="6496451"/>
            <a:ext cx="416942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Domain-adversarial training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4906396" y="8037119"/>
            <a:ext cx="416942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Zero-shot learning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9425305" y="7064650"/>
            <a:ext cx="4782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Self-taught Clustering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110740" y="4554855"/>
            <a:ext cx="401320" cy="967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37160" tIns="68580" rIns="137160" bIns="6858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TW" altLang="zh-TW" sz="2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TW" altLang="zh-TW" sz="2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表格 2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5058116"/>
              </p:ext>
            </p:extLst>
          </p:nvPr>
        </p:nvGraphicFramePr>
        <p:xfrm>
          <a:off x="9457594" y="5128925"/>
          <a:ext cx="5770880" cy="986155"/>
        </p:xfrm>
        <a:graphic>
          <a:graphicData uri="http://schemas.openxmlformats.org/drawingml/2006/table">
            <a:tbl>
              <a:tblPr/>
              <a:tblGrid>
                <a:gridCol w="577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86155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Rajat Raina , Alexis Battle , </a:t>
                      </a:r>
                      <a:r>
                        <a:rPr lang="en-US" altLang="zh-TW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Honglak</a:t>
                      </a: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Lee , Benjamin Packer , Andrew Y. Ng,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Self-taught learning: transfer learning from unlabeled data, ICML, 2007</a:t>
                      </a:r>
                    </a:p>
                  </a:txBody>
                  <a:tcPr marL="80545" marR="83901" marT="16780" marB="16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9425305" y="7859614"/>
            <a:ext cx="53136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TW" altLang="en-US" dirty="0">
                <a:sym typeface="+mn-ea"/>
              </a:rPr>
              <a:t>Wenyuan Dai, Qiang Yang, Gui-Rong Xue, Yong Yu, "Self-taught clustering", ICML 2008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11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959F6D0-BB20-4F05-A184-A5571BFE981D}"/>
</file>

<file path=customXml/itemProps2.xml><?xml version="1.0" encoding="utf-8"?>
<ds:datastoreItem xmlns:ds="http://schemas.openxmlformats.org/officeDocument/2006/customXml" ds:itemID="{D4765F25-85E7-432D-8E61-AB58BFBBF4E9}"/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89</Words>
  <Application>Microsoft Macintosh PowerPoint</Application>
  <PresentationFormat>Custom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Wingdings 2</vt:lpstr>
      <vt:lpstr>Breeze</vt:lpstr>
      <vt:lpstr>Transfer Learning</vt:lpstr>
      <vt:lpstr>Overview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26</cp:revision>
  <dcterms:created xsi:type="dcterms:W3CDTF">2019-02-13T16:04:00Z</dcterms:created>
  <dcterms:modified xsi:type="dcterms:W3CDTF">2024-03-26T14:35:59Z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119EDA08B5DA43C580E5C828C24DFABD</vt:lpwstr>
  </property>
  <property fmtid="{D5CDD505-2E9C-101B-9397-08002B2CF9AE}" pid="5" name="KSOProductBuildVer">
    <vt:lpwstr>1033-11.2.0.11225</vt:lpwstr>
  </property>
</Properties>
</file>