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"/>
  </p:notesMasterIdLst>
  <p:sldIdLst>
    <p:sldId id="266" r:id="rId5"/>
    <p:sldId id="267" r:id="rId6"/>
  </p:sldIdLst>
  <p:sldSz cx="18288000" cy="10287000"/>
  <p:notesSz cx="6858000" cy="9144000"/>
  <p:custDataLst>
    <p:tags r:id="rId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9" y="3347509"/>
            <a:ext cx="12700001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Tips for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271181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05AD61DC-6438-6892-2BE6-E1F0B521CFB5}"/>
              </a:ext>
            </a:extLst>
          </p:cNvPr>
          <p:cNvSpPr/>
          <p:nvPr/>
        </p:nvSpPr>
        <p:spPr>
          <a:xfrm>
            <a:off x="10546106" y="298386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4" name="矩形 9">
            <a:extLst>
              <a:ext uri="{FF2B5EF4-FFF2-40B4-BE49-F238E27FC236}">
                <a16:creationId xmlns:a16="http://schemas.microsoft.com/office/drawing/2014/main" id="{BC138A49-909F-16D0-DC69-446838848D84}"/>
              </a:ext>
            </a:extLst>
          </p:cNvPr>
          <p:cNvSpPr/>
          <p:nvPr/>
        </p:nvSpPr>
        <p:spPr>
          <a:xfrm>
            <a:off x="10560086" y="629270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5" name="向下箭號 19">
            <a:extLst>
              <a:ext uri="{FF2B5EF4-FFF2-40B4-BE49-F238E27FC236}">
                <a16:creationId xmlns:a16="http://schemas.microsoft.com/office/drawing/2014/main" id="{2F6AEA95-0827-1613-D6AF-FB54BEE471D2}"/>
              </a:ext>
            </a:extLst>
          </p:cNvPr>
          <p:cNvSpPr/>
          <p:nvPr/>
        </p:nvSpPr>
        <p:spPr>
          <a:xfrm rot="10800000">
            <a:off x="12032060" y="192185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向下箭號 20">
            <a:extLst>
              <a:ext uri="{FF2B5EF4-FFF2-40B4-BE49-F238E27FC236}">
                <a16:creationId xmlns:a16="http://schemas.microsoft.com/office/drawing/2014/main" id="{1D53E221-2C50-F368-175B-25DBA806EE2E}"/>
              </a:ext>
            </a:extLst>
          </p:cNvPr>
          <p:cNvSpPr/>
          <p:nvPr/>
        </p:nvSpPr>
        <p:spPr>
          <a:xfrm rot="10800000">
            <a:off x="12046040" y="502963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21">
            <a:extLst>
              <a:ext uri="{FF2B5EF4-FFF2-40B4-BE49-F238E27FC236}">
                <a16:creationId xmlns:a16="http://schemas.microsoft.com/office/drawing/2014/main" id="{A38623AD-D521-5956-9253-E82DC5AA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059" y="1070767"/>
            <a:ext cx="818865" cy="772193"/>
          </a:xfrm>
          <a:prstGeom prst="rect">
            <a:avLst/>
          </a:prstGeom>
        </p:spPr>
      </p:pic>
      <p:sp>
        <p:nvSpPr>
          <p:cNvPr id="8" name="右彎箭號 24">
            <a:extLst>
              <a:ext uri="{FF2B5EF4-FFF2-40B4-BE49-F238E27FC236}">
                <a16:creationId xmlns:a16="http://schemas.microsoft.com/office/drawing/2014/main" id="{E665A78F-DE97-8E9F-D222-4C45AF6F0351}"/>
              </a:ext>
            </a:extLst>
          </p:cNvPr>
          <p:cNvSpPr/>
          <p:nvPr/>
        </p:nvSpPr>
        <p:spPr>
          <a:xfrm rot="16200000" flipV="1">
            <a:off x="10691451" y="7869615"/>
            <a:ext cx="1771177" cy="2460640"/>
          </a:xfrm>
          <a:prstGeom prst="bentArrow">
            <a:avLst>
              <a:gd name="adj1" fmla="val 23088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>
              <a:solidFill>
                <a:schemeClr val="tx1"/>
              </a:solidFill>
            </a:endParaRPr>
          </a:p>
        </p:txBody>
      </p:sp>
      <p:sp>
        <p:nvSpPr>
          <p:cNvPr id="9" name="文字方塊 25">
            <a:extLst>
              <a:ext uri="{FF2B5EF4-FFF2-40B4-BE49-F238E27FC236}">
                <a16:creationId xmlns:a16="http://schemas.microsoft.com/office/drawing/2014/main" id="{E6821C87-7FAB-23F5-A59F-3CE8AD520F30}"/>
              </a:ext>
            </a:extLst>
          </p:cNvPr>
          <p:cNvSpPr txBox="1"/>
          <p:nvPr/>
        </p:nvSpPr>
        <p:spPr>
          <a:xfrm>
            <a:off x="12850924" y="540409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0" name="文字方塊 26">
            <a:extLst>
              <a:ext uri="{FF2B5EF4-FFF2-40B4-BE49-F238E27FC236}">
                <a16:creationId xmlns:a16="http://schemas.microsoft.com/office/drawing/2014/main" id="{E4B5BFAF-054F-4CBF-F27A-E3485B1099C4}"/>
              </a:ext>
            </a:extLst>
          </p:cNvPr>
          <p:cNvSpPr txBox="1"/>
          <p:nvPr/>
        </p:nvSpPr>
        <p:spPr>
          <a:xfrm>
            <a:off x="12850924" y="209525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1" name="矩形 30">
            <a:extLst>
              <a:ext uri="{FF2B5EF4-FFF2-40B4-BE49-F238E27FC236}">
                <a16:creationId xmlns:a16="http://schemas.microsoft.com/office/drawing/2014/main" id="{312558E8-E3E3-D6A6-2F17-189243B32A05}"/>
              </a:ext>
            </a:extLst>
          </p:cNvPr>
          <p:cNvSpPr/>
          <p:nvPr/>
        </p:nvSpPr>
        <p:spPr>
          <a:xfrm>
            <a:off x="10346720" y="614517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31">
            <a:extLst>
              <a:ext uri="{FF2B5EF4-FFF2-40B4-BE49-F238E27FC236}">
                <a16:creationId xmlns:a16="http://schemas.microsoft.com/office/drawing/2014/main" id="{6FA0EE41-C793-47A1-AD23-2888B27E851F}"/>
              </a:ext>
            </a:extLst>
          </p:cNvPr>
          <p:cNvSpPr/>
          <p:nvPr/>
        </p:nvSpPr>
        <p:spPr>
          <a:xfrm>
            <a:off x="10346720" y="289255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0">
            <a:extLst>
              <a:ext uri="{FF2B5EF4-FFF2-40B4-BE49-F238E27FC236}">
                <a16:creationId xmlns:a16="http://schemas.microsoft.com/office/drawing/2014/main" id="{AD436F50-8363-2F06-878B-759313AB53E8}"/>
              </a:ext>
            </a:extLst>
          </p:cNvPr>
          <p:cNvSpPr/>
          <p:nvPr/>
        </p:nvSpPr>
        <p:spPr>
          <a:xfrm flipH="1">
            <a:off x="9194721" y="698457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0">
            <a:extLst>
              <a:ext uri="{FF2B5EF4-FFF2-40B4-BE49-F238E27FC236}">
                <a16:creationId xmlns:a16="http://schemas.microsoft.com/office/drawing/2014/main" id="{6BF38518-9586-4D40-57EA-31B3684FDE3E}"/>
              </a:ext>
            </a:extLst>
          </p:cNvPr>
          <p:cNvSpPr/>
          <p:nvPr/>
        </p:nvSpPr>
        <p:spPr>
          <a:xfrm flipH="1">
            <a:off x="9176663" y="347942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组合 14">
            <a:extLst>
              <a:ext uri="{FF2B5EF4-FFF2-40B4-BE49-F238E27FC236}">
                <a16:creationId xmlns:a16="http://schemas.microsoft.com/office/drawing/2014/main" id="{2CB9615E-2EC1-7492-A569-D15BF9810863}"/>
              </a:ext>
            </a:extLst>
          </p:cNvPr>
          <p:cNvGrpSpPr/>
          <p:nvPr/>
        </p:nvGrpSpPr>
        <p:grpSpPr>
          <a:xfrm>
            <a:off x="4784651" y="2740413"/>
            <a:ext cx="4359349" cy="2944517"/>
            <a:chOff x="3423684" y="2775098"/>
            <a:chExt cx="4359349" cy="3136604"/>
          </a:xfrm>
        </p:grpSpPr>
        <p:sp>
          <p:nvSpPr>
            <p:cNvPr id="17" name="矩形 13">
              <a:extLst>
                <a:ext uri="{FF2B5EF4-FFF2-40B4-BE49-F238E27FC236}">
                  <a16:creationId xmlns:a16="http://schemas.microsoft.com/office/drawing/2014/main" id="{51AD26B8-DB17-3E67-BB07-59E25D38D789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7">
              <a:extLst>
                <a:ext uri="{FF2B5EF4-FFF2-40B4-BE49-F238E27FC236}">
                  <a16:creationId xmlns:a16="http://schemas.microsoft.com/office/drawing/2014/main" id="{BD92AF8C-E29D-6EA0-8925-E0780BE24842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: 圆角 11">
              <a:extLst>
                <a:ext uri="{FF2B5EF4-FFF2-40B4-BE49-F238E27FC236}">
                  <a16:creationId xmlns:a16="http://schemas.microsoft.com/office/drawing/2014/main" id="{E70D95A7-060D-376B-E045-69CC903403E0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: 圆角 12">
              <a:extLst>
                <a:ext uri="{FF2B5EF4-FFF2-40B4-BE49-F238E27FC236}">
                  <a16:creationId xmlns:a16="http://schemas.microsoft.com/office/drawing/2014/main" id="{1F13A050-A5ED-3DD6-4882-750235D7A4EE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15">
            <a:extLst>
              <a:ext uri="{FF2B5EF4-FFF2-40B4-BE49-F238E27FC236}">
                <a16:creationId xmlns:a16="http://schemas.microsoft.com/office/drawing/2014/main" id="{C87625B9-C5F2-28F4-D6A4-3AE2E450F97C}"/>
              </a:ext>
            </a:extLst>
          </p:cNvPr>
          <p:cNvGrpSpPr/>
          <p:nvPr/>
        </p:nvGrpSpPr>
        <p:grpSpPr>
          <a:xfrm>
            <a:off x="4784651" y="6145178"/>
            <a:ext cx="4359349" cy="2944517"/>
            <a:chOff x="3423684" y="2775098"/>
            <a:chExt cx="4359349" cy="3136604"/>
          </a:xfrm>
        </p:grpSpPr>
        <p:sp>
          <p:nvSpPr>
            <p:cNvPr id="22" name="矩形 23">
              <a:extLst>
                <a:ext uri="{FF2B5EF4-FFF2-40B4-BE49-F238E27FC236}">
                  <a16:creationId xmlns:a16="http://schemas.microsoft.com/office/drawing/2014/main" id="{0DE91881-1683-1EAC-5359-A51DA0DEDCD0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7">
              <a:extLst>
                <a:ext uri="{FF2B5EF4-FFF2-40B4-BE49-F238E27FC236}">
                  <a16:creationId xmlns:a16="http://schemas.microsoft.com/office/drawing/2014/main" id="{76044846-948C-F027-8103-D7D826E54639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: 圆角 29">
              <a:extLst>
                <a:ext uri="{FF2B5EF4-FFF2-40B4-BE49-F238E27FC236}">
                  <a16:creationId xmlns:a16="http://schemas.microsoft.com/office/drawing/2014/main" id="{289A4EB4-6F06-5F3A-1333-73150F031ABC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52DC781-2611-0E6A-48D6-C8FF7B02F874}"/>
              </a:ext>
            </a:extLst>
          </p:cNvPr>
          <p:cNvSpPr txBox="1"/>
          <p:nvPr/>
        </p:nvSpPr>
        <p:spPr>
          <a:xfrm>
            <a:off x="9366876" y="6410320"/>
            <a:ext cx="9291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NO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5">
            <a:extLst>
              <a:ext uri="{FF2B5EF4-FFF2-40B4-BE49-F238E27FC236}">
                <a16:creationId xmlns:a16="http://schemas.microsoft.com/office/drawing/2014/main" id="{2C738CDB-51E0-E475-E9E1-31C5A53F9922}"/>
              </a:ext>
            </a:extLst>
          </p:cNvPr>
          <p:cNvSpPr txBox="1"/>
          <p:nvPr/>
        </p:nvSpPr>
        <p:spPr>
          <a:xfrm>
            <a:off x="9297130" y="2892554"/>
            <a:ext cx="9291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NO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3C6A4EEA-2556-441D-B20B-0657893061DE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37</Words>
  <Application>Microsoft Macintosh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Arial</vt:lpstr>
      <vt:lpstr>Wingdings 2</vt:lpstr>
      <vt:lpstr>Breeze</vt:lpstr>
      <vt:lpstr>Tips for Deep Learning</vt:lpstr>
      <vt:lpstr>Overview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20</cp:revision>
  <dcterms:created xsi:type="dcterms:W3CDTF">2019-02-13T16:04:00Z</dcterms:created>
  <dcterms:modified xsi:type="dcterms:W3CDTF">2024-03-20T18:09:35Z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