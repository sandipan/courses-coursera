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66" r:id="rId5"/>
    <p:sldId id="297" r:id="rId6"/>
    <p:sldId id="298" r:id="rId7"/>
    <p:sldId id="299" r:id="rId8"/>
    <p:sldId id="300" r:id="rId9"/>
    <p:sldId id="301" r:id="rId10"/>
  </p:sldIdLst>
  <p:sldSz cx="18288000" cy="10287000"/>
  <p:notesSz cx="6858000" cy="9144000"/>
  <p:custDataLst>
    <p:tags r:id="rId12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AF3785-F522-4607-B878-38A373A2A0D9}" v="12" dt="2024-03-17T22:58:51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ADAF3785-F522-4607-B878-38A373A2A0D9}"/>
    <pc:docChg chg="undo redo custSel addSld delSld modSld">
      <pc:chgData name="Kaiang Wen" userId="a219f04c-ae7d-4ada-9001-a33e528312f1" providerId="ADAL" clId="{ADAF3785-F522-4607-B878-38A373A2A0D9}" dt="2024-03-17T22:58:59.071" v="69" actId="1076"/>
      <pc:docMkLst>
        <pc:docMk/>
      </pc:docMkLst>
      <pc:sldChg chg="modSp add mod">
        <pc:chgData name="Kaiang Wen" userId="a219f04c-ae7d-4ada-9001-a33e528312f1" providerId="ADAL" clId="{ADAF3785-F522-4607-B878-38A373A2A0D9}" dt="2024-03-17T22:58:28.638" v="62" actId="14100"/>
        <pc:sldMkLst>
          <pc:docMk/>
          <pc:sldMk cId="0" sldId="277"/>
        </pc:sldMkLst>
        <pc:spChg chg="mod">
          <ac:chgData name="Kaiang Wen" userId="a219f04c-ae7d-4ada-9001-a33e528312f1" providerId="ADAL" clId="{ADAF3785-F522-4607-B878-38A373A2A0D9}" dt="2024-03-17T22:58:28.638" v="62" actId="14100"/>
          <ac:spMkLst>
            <pc:docMk/>
            <pc:sldMk cId="0" sldId="277"/>
            <ac:spMk id="33" creationId="{808578DC-4815-F27F-E160-46F8C283EDF2}"/>
          </ac:spMkLst>
        </pc:spChg>
      </pc:sldChg>
      <pc:sldChg chg="modSp mod">
        <pc:chgData name="Kaiang Wen" userId="a219f04c-ae7d-4ada-9001-a33e528312f1" providerId="ADAL" clId="{ADAF3785-F522-4607-B878-38A373A2A0D9}" dt="2024-03-17T22:55:26.511" v="28" actId="14100"/>
        <pc:sldMkLst>
          <pc:docMk/>
          <pc:sldMk cId="0" sldId="298"/>
        </pc:sldMkLst>
        <pc:spChg chg="mod">
          <ac:chgData name="Kaiang Wen" userId="a219f04c-ae7d-4ada-9001-a33e528312f1" providerId="ADAL" clId="{ADAF3785-F522-4607-B878-38A373A2A0D9}" dt="2024-03-17T22:55:08.879" v="7" actId="1076"/>
          <ac:spMkLst>
            <pc:docMk/>
            <pc:sldMk cId="0" sldId="298"/>
            <ac:spMk id="33" creationId="{00000000-0000-0000-0000-000000000000}"/>
          </ac:spMkLst>
        </pc:spChg>
        <pc:spChg chg="mod">
          <ac:chgData name="Kaiang Wen" userId="a219f04c-ae7d-4ada-9001-a33e528312f1" providerId="ADAL" clId="{ADAF3785-F522-4607-B878-38A373A2A0D9}" dt="2024-03-17T22:54:40.228" v="3" actId="13822"/>
          <ac:spMkLst>
            <pc:docMk/>
            <pc:sldMk cId="0" sldId="298"/>
            <ac:spMk id="58" creationId="{00000000-0000-0000-0000-000000000000}"/>
          </ac:spMkLst>
        </pc:spChg>
        <pc:spChg chg="mod">
          <ac:chgData name="Kaiang Wen" userId="a219f04c-ae7d-4ada-9001-a33e528312f1" providerId="ADAL" clId="{ADAF3785-F522-4607-B878-38A373A2A0D9}" dt="2024-03-17T22:55:26.511" v="28" actId="14100"/>
          <ac:spMkLst>
            <pc:docMk/>
            <pc:sldMk cId="0" sldId="298"/>
            <ac:spMk id="85" creationId="{00000000-0000-0000-0000-000000000000}"/>
          </ac:spMkLst>
        </pc:spChg>
      </pc:sldChg>
      <pc:sldChg chg="addSp delSp modSp mod modAnim">
        <pc:chgData name="Kaiang Wen" userId="a219f04c-ae7d-4ada-9001-a33e528312f1" providerId="ADAL" clId="{ADAF3785-F522-4607-B878-38A373A2A0D9}" dt="2024-03-17T22:56:19.154" v="45"/>
        <pc:sldMkLst>
          <pc:docMk/>
          <pc:sldMk cId="0" sldId="299"/>
        </pc:sldMkLst>
        <pc:spChg chg="add mod">
          <ac:chgData name="Kaiang Wen" userId="a219f04c-ae7d-4ada-9001-a33e528312f1" providerId="ADAL" clId="{ADAF3785-F522-4607-B878-38A373A2A0D9}" dt="2024-03-17T22:55:41.601" v="37"/>
          <ac:spMkLst>
            <pc:docMk/>
            <pc:sldMk cId="0" sldId="299"/>
            <ac:spMk id="8" creationId="{30C39824-561D-19AB-EF1A-8F2B994608E0}"/>
          </ac:spMkLst>
        </pc:spChg>
        <pc:spChg chg="add mod">
          <ac:chgData name="Kaiang Wen" userId="a219f04c-ae7d-4ada-9001-a33e528312f1" providerId="ADAL" clId="{ADAF3785-F522-4607-B878-38A373A2A0D9}" dt="2024-03-17T22:55:41.601" v="37"/>
          <ac:spMkLst>
            <pc:docMk/>
            <pc:sldMk cId="0" sldId="299"/>
            <ac:spMk id="9" creationId="{13191D62-EBE8-AD9D-E318-652E0D43C08C}"/>
          </ac:spMkLst>
        </pc:spChg>
        <pc:spChg chg="add del">
          <ac:chgData name="Kaiang Wen" userId="a219f04c-ae7d-4ada-9001-a33e528312f1" providerId="ADAL" clId="{ADAF3785-F522-4607-B878-38A373A2A0D9}" dt="2024-03-17T22:56:13.016" v="44" actId="478"/>
          <ac:spMkLst>
            <pc:docMk/>
            <pc:sldMk cId="0" sldId="299"/>
            <ac:spMk id="33" creationId="{00000000-0000-0000-0000-000000000000}"/>
          </ac:spMkLst>
        </pc:spChg>
        <pc:spChg chg="add del">
          <ac:chgData name="Kaiang Wen" userId="a219f04c-ae7d-4ada-9001-a33e528312f1" providerId="ADAL" clId="{ADAF3785-F522-4607-B878-38A373A2A0D9}" dt="2024-03-17T22:56:11.751" v="42" actId="478"/>
          <ac:spMkLst>
            <pc:docMk/>
            <pc:sldMk cId="0" sldId="299"/>
            <ac:spMk id="39" creationId="{00000000-0000-0000-0000-000000000000}"/>
          </ac:spMkLst>
        </pc:spChg>
        <pc:picChg chg="add mod">
          <ac:chgData name="Kaiang Wen" userId="a219f04c-ae7d-4ada-9001-a33e528312f1" providerId="ADAL" clId="{ADAF3785-F522-4607-B878-38A373A2A0D9}" dt="2024-03-17T22:55:37.402" v="36"/>
          <ac:picMkLst>
            <pc:docMk/>
            <pc:sldMk cId="0" sldId="299"/>
            <ac:picMk id="5" creationId="{4512B2C3-BDFE-CF6A-50D1-E4AB559BAFAA}"/>
          </ac:picMkLst>
        </pc:picChg>
        <pc:picChg chg="add mod">
          <ac:chgData name="Kaiang Wen" userId="a219f04c-ae7d-4ada-9001-a33e528312f1" providerId="ADAL" clId="{ADAF3785-F522-4607-B878-38A373A2A0D9}" dt="2024-03-17T22:55:37.402" v="36"/>
          <ac:picMkLst>
            <pc:docMk/>
            <pc:sldMk cId="0" sldId="299"/>
            <ac:picMk id="7" creationId="{DB7ED380-AC3F-7ECF-0286-3326DBB73A19}"/>
          </ac:picMkLst>
        </pc:picChg>
      </pc:sldChg>
      <pc:sldChg chg="modSp mod">
        <pc:chgData name="Kaiang Wen" userId="a219f04c-ae7d-4ada-9001-a33e528312f1" providerId="ADAL" clId="{ADAF3785-F522-4607-B878-38A373A2A0D9}" dt="2024-03-17T22:57:37.117" v="56" actId="14100"/>
        <pc:sldMkLst>
          <pc:docMk/>
          <pc:sldMk cId="0" sldId="300"/>
        </pc:sldMkLst>
        <pc:spChg chg="mod">
          <ac:chgData name="Kaiang Wen" userId="a219f04c-ae7d-4ada-9001-a33e528312f1" providerId="ADAL" clId="{ADAF3785-F522-4607-B878-38A373A2A0D9}" dt="2024-03-17T22:57:20.628" v="52" actId="14100"/>
          <ac:spMkLst>
            <pc:docMk/>
            <pc:sldMk cId="0" sldId="300"/>
            <ac:spMk id="5" creationId="{00000000-0000-0000-0000-000000000000}"/>
          </ac:spMkLst>
        </pc:spChg>
        <pc:spChg chg="mod">
          <ac:chgData name="Kaiang Wen" userId="a219f04c-ae7d-4ada-9001-a33e528312f1" providerId="ADAL" clId="{ADAF3785-F522-4607-B878-38A373A2A0D9}" dt="2024-03-17T22:57:23.190" v="53" actId="1076"/>
          <ac:spMkLst>
            <pc:docMk/>
            <pc:sldMk cId="0" sldId="300"/>
            <ac:spMk id="30" creationId="{00000000-0000-0000-0000-000000000000}"/>
          </ac:spMkLst>
        </pc:spChg>
        <pc:spChg chg="mod">
          <ac:chgData name="Kaiang Wen" userId="a219f04c-ae7d-4ada-9001-a33e528312f1" providerId="ADAL" clId="{ADAF3785-F522-4607-B878-38A373A2A0D9}" dt="2024-03-17T22:57:37.117" v="56" actId="14100"/>
          <ac:spMkLst>
            <pc:docMk/>
            <pc:sldMk cId="0" sldId="300"/>
            <ac:spMk id="53" creationId="{00000000-0000-0000-0000-000000000000}"/>
          </ac:spMkLst>
        </pc:spChg>
      </pc:sldChg>
      <pc:sldChg chg="modSp mod">
        <pc:chgData name="Kaiang Wen" userId="a219f04c-ae7d-4ada-9001-a33e528312f1" providerId="ADAL" clId="{ADAF3785-F522-4607-B878-38A373A2A0D9}" dt="2024-03-17T22:57:49.137" v="59" actId="13822"/>
        <pc:sldMkLst>
          <pc:docMk/>
          <pc:sldMk cId="0" sldId="301"/>
        </pc:sldMkLst>
        <pc:spChg chg="mod">
          <ac:chgData name="Kaiang Wen" userId="a219f04c-ae7d-4ada-9001-a33e528312f1" providerId="ADAL" clId="{ADAF3785-F522-4607-B878-38A373A2A0D9}" dt="2024-03-17T22:57:49.137" v="59" actId="13822"/>
          <ac:spMkLst>
            <pc:docMk/>
            <pc:sldMk cId="0" sldId="301"/>
            <ac:spMk id="8" creationId="{00000000-0000-0000-0000-000000000000}"/>
          </ac:spMkLst>
        </pc:spChg>
      </pc:sldChg>
      <pc:sldChg chg="del">
        <pc:chgData name="Kaiang Wen" userId="a219f04c-ae7d-4ada-9001-a33e528312f1" providerId="ADAL" clId="{ADAF3785-F522-4607-B878-38A373A2A0D9}" dt="2024-03-17T22:58:32.221" v="63" actId="47"/>
        <pc:sldMkLst>
          <pc:docMk/>
          <pc:sldMk cId="0" sldId="302"/>
        </pc:sldMkLst>
      </pc:sldChg>
      <pc:sldChg chg="addSp delSp modSp mod">
        <pc:chgData name="Kaiang Wen" userId="a219f04c-ae7d-4ada-9001-a33e528312f1" providerId="ADAL" clId="{ADAF3785-F522-4607-B878-38A373A2A0D9}" dt="2024-03-17T22:58:59.071" v="69" actId="1076"/>
        <pc:sldMkLst>
          <pc:docMk/>
          <pc:sldMk cId="0" sldId="303"/>
        </pc:sldMkLst>
        <pc:spChg chg="mod">
          <ac:chgData name="Kaiang Wen" userId="a219f04c-ae7d-4ada-9001-a33e528312f1" providerId="ADAL" clId="{ADAF3785-F522-4607-B878-38A373A2A0D9}" dt="2024-03-17T22:58:51.876" v="66"/>
          <ac:spMkLst>
            <pc:docMk/>
            <pc:sldMk cId="0" sldId="303"/>
            <ac:spMk id="12" creationId="{F9BB3AA6-E97E-51CF-4B57-A3EECE2158D9}"/>
          </ac:spMkLst>
        </pc:spChg>
        <pc:spChg chg="del topLvl">
          <ac:chgData name="Kaiang Wen" userId="a219f04c-ae7d-4ada-9001-a33e528312f1" providerId="ADAL" clId="{ADAF3785-F522-4607-B878-38A373A2A0D9}" dt="2024-03-17T22:58:44.438" v="64" actId="478"/>
          <ac:spMkLst>
            <pc:docMk/>
            <pc:sldMk cId="0" sldId="303"/>
            <ac:spMk id="15" creationId="{00000000-0000-0000-0000-000000000000}"/>
          </ac:spMkLst>
        </pc:spChg>
        <pc:spChg chg="del topLvl">
          <ac:chgData name="Kaiang Wen" userId="a219f04c-ae7d-4ada-9001-a33e528312f1" providerId="ADAL" clId="{ADAF3785-F522-4607-B878-38A373A2A0D9}" dt="2024-03-17T22:58:51.655" v="65" actId="478"/>
          <ac:spMkLst>
            <pc:docMk/>
            <pc:sldMk cId="0" sldId="303"/>
            <ac:spMk id="16" creationId="{00000000-0000-0000-0000-000000000000}"/>
          </ac:spMkLst>
        </pc:spChg>
        <pc:spChg chg="mod">
          <ac:chgData name="Kaiang Wen" userId="a219f04c-ae7d-4ada-9001-a33e528312f1" providerId="ADAL" clId="{ADAF3785-F522-4607-B878-38A373A2A0D9}" dt="2024-03-17T22:58:51.876" v="66"/>
          <ac:spMkLst>
            <pc:docMk/>
            <pc:sldMk cId="0" sldId="303"/>
            <ac:spMk id="17" creationId="{9CD97BD9-F4C7-769D-AAD8-2259810A55D0}"/>
          </ac:spMkLst>
        </pc:spChg>
        <pc:grpChg chg="add mod">
          <ac:chgData name="Kaiang Wen" userId="a219f04c-ae7d-4ada-9001-a33e528312f1" providerId="ADAL" clId="{ADAF3785-F522-4607-B878-38A373A2A0D9}" dt="2024-03-17T22:58:59.071" v="69" actId="1076"/>
          <ac:grpSpMkLst>
            <pc:docMk/>
            <pc:sldMk cId="0" sldId="303"/>
            <ac:grpSpMk id="3" creationId="{52B59C0E-0D6E-5441-E4ED-478931B93433}"/>
          </ac:grpSpMkLst>
        </pc:grpChg>
        <pc:grpChg chg="del">
          <ac:chgData name="Kaiang Wen" userId="a219f04c-ae7d-4ada-9001-a33e528312f1" providerId="ADAL" clId="{ADAF3785-F522-4607-B878-38A373A2A0D9}" dt="2024-03-17T22:58:44.438" v="64" actId="478"/>
          <ac:grpSpMkLst>
            <pc:docMk/>
            <pc:sldMk cId="0" sldId="303"/>
            <ac:grpSpMk id="14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044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image" Target="../media/image20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27.png"/><Relationship Id="rId10" Type="http://schemas.openxmlformats.org/officeDocument/2006/relationships/image" Target="../media/image21.png"/><Relationship Id="rId4" Type="http://schemas.openxmlformats.org/officeDocument/2006/relationships/image" Target="../media/image26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0325" y="2286000"/>
            <a:ext cx="15667355" cy="17102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Adaptive Learning 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Review: Vanilla Gradient Descent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4419261" y="4075841"/>
            <a:ext cx="2563508" cy="934872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6965786" y="5006237"/>
            <a:ext cx="1362750" cy="1025099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>
            <a:off x="8226873" y="5988435"/>
            <a:ext cx="73916" cy="164405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/>
          <p:nvPr/>
        </p:nvCxnSpPr>
        <p:spPr>
          <a:xfrm flipH="1">
            <a:off x="7079670" y="7468731"/>
            <a:ext cx="1170503" cy="146120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3579317" y="7226945"/>
            <a:ext cx="1035294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3592791" y="6479706"/>
            <a:ext cx="1035294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2997102" y="3502490"/>
            <a:ext cx="1422159" cy="57335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10177562" y="3048516"/>
                <a:ext cx="4582989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Start at position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562" y="3048516"/>
                <a:ext cx="4582989" cy="669290"/>
              </a:xfrm>
              <a:prstGeom prst="rect">
                <a:avLst/>
              </a:prstGeom>
              <a:blipFill rotWithShape="1">
                <a:blip r:embed="rId3"/>
                <a:stretch>
                  <a:fillRect l="-9" t="-77" r="13" b="-5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10177562" y="3929742"/>
                <a:ext cx="6590937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562" y="3929742"/>
                <a:ext cx="6590937" cy="669290"/>
              </a:xfrm>
              <a:prstGeom prst="rect">
                <a:avLst/>
              </a:prstGeom>
              <a:blipFill rotWithShape="1">
                <a:blip r:embed="rId4"/>
                <a:stretch>
                  <a:fillRect l="-6" t="-54" r="1" b="-6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10179758" y="4831569"/>
                <a:ext cx="625352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758" y="4831569"/>
                <a:ext cx="6253528" cy="669290"/>
              </a:xfrm>
              <a:prstGeom prst="rect">
                <a:avLst/>
              </a:prstGeom>
              <a:blipFill rotWithShape="1">
                <a:blip r:embed="rId5"/>
                <a:stretch>
                  <a:fillRect l="-1" t="-73" r="2" b="-59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0202499" y="5668677"/>
                <a:ext cx="5989758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499" y="5668677"/>
                <a:ext cx="5989758" cy="668020"/>
              </a:xfrm>
              <a:prstGeom prst="rect">
                <a:avLst/>
              </a:prstGeom>
              <a:blipFill rotWithShape="1">
                <a:blip r:embed="rId6"/>
                <a:stretch>
                  <a:fillRect l="-10" t="-5" r="7" b="-60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0204695" y="6534104"/>
                <a:ext cx="6253528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–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4695" y="6534104"/>
                <a:ext cx="6253528" cy="668655"/>
              </a:xfrm>
              <a:prstGeom prst="rect">
                <a:avLst/>
              </a:prstGeom>
              <a:blipFill rotWithShape="1">
                <a:blip r:embed="rId7"/>
                <a:stretch>
                  <a:fillRect l="-4" t="-88" r="5" b="-5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 flipH="1" flipV="1">
            <a:off x="6264569" y="4462457"/>
            <a:ext cx="750506" cy="524514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V="1">
            <a:off x="8300789" y="5168357"/>
            <a:ext cx="27747" cy="80405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 flipV="1">
            <a:off x="8266581" y="6621045"/>
            <a:ext cx="618530" cy="84932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4614611" y="6864702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</a:t>
            </a:r>
            <a:endParaRPr lang="zh-TW" altLang="en-US" sz="36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628085" y="6165089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Gradient</a:t>
            </a:r>
            <a:endParaRPr lang="zh-TW" altLang="en-US" sz="3600" dirty="0"/>
          </a:p>
        </p:txBody>
      </p:sp>
      <p:sp>
        <p:nvSpPr>
          <p:cNvPr id="40" name="文字方塊 39"/>
          <p:cNvSpPr txBox="1"/>
          <p:nvPr/>
        </p:nvSpPr>
        <p:spPr>
          <a:xfrm rot="5400000">
            <a:off x="12208737" y="7346154"/>
            <a:ext cx="1163823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/>
              <p:cNvSpPr txBox="1"/>
              <p:nvPr/>
            </p:nvSpPr>
            <p:spPr>
              <a:xfrm>
                <a:off x="3920279" y="4188232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1" name="文字方塊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279" y="4188232"/>
                <a:ext cx="1033632" cy="669290"/>
              </a:xfrm>
              <a:prstGeom prst="rect">
                <a:avLst/>
              </a:prstGeom>
              <a:blipFill rotWithShape="1">
                <a:blip r:embed="rId8"/>
                <a:stretch>
                  <a:fillRect l="-41" t="-61" r="27" b="-60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6232244" y="5000997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2244" y="5000997"/>
                <a:ext cx="1033632" cy="668020"/>
              </a:xfrm>
              <a:prstGeom prst="rect">
                <a:avLst/>
              </a:prstGeom>
              <a:blipFill rotWithShape="1">
                <a:blip r:embed="rId9"/>
                <a:stretch>
                  <a:fillRect l="-34" t="-56" r="20" b="-6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7392971" y="5942798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971" y="5942798"/>
                <a:ext cx="1033632" cy="668655"/>
              </a:xfrm>
              <a:prstGeom prst="rect">
                <a:avLst/>
              </a:prstGeom>
              <a:blipFill rotWithShape="1">
                <a:blip r:embed="rId10"/>
                <a:stretch>
                  <a:fillRect l="-29" t="-70" r="15" b="-6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7278666" y="7200308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666" y="7200308"/>
                <a:ext cx="1033632" cy="669290"/>
              </a:xfrm>
              <a:prstGeom prst="rect">
                <a:avLst/>
              </a:prstGeom>
              <a:blipFill rotWithShape="1">
                <a:blip r:embed="rId11"/>
                <a:stretch>
                  <a:fillRect l="-29" t="-6" r="14" b="-6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3287932" y="2992178"/>
                <a:ext cx="1618060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932" y="2992178"/>
                <a:ext cx="1618060" cy="669290"/>
              </a:xfrm>
              <a:prstGeom prst="rect">
                <a:avLst/>
              </a:prstGeom>
              <a:blipFill rotWithShape="1">
                <a:blip r:embed="rId12"/>
                <a:stretch>
                  <a:fillRect l="-33" t="-9" r="38" b="-6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6578258" y="4017351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258" y="4017351"/>
                <a:ext cx="1033632" cy="668020"/>
              </a:xfrm>
              <a:prstGeom prst="rect">
                <a:avLst/>
              </a:prstGeom>
              <a:blipFill rotWithShape="1">
                <a:blip r:embed="rId13"/>
                <a:stretch>
                  <a:fillRect l="-28" t="-51" r="-41208" b="-6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8386032" y="5193044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032" y="5193044"/>
                <a:ext cx="1033632" cy="668655"/>
              </a:xfrm>
              <a:prstGeom prst="rect">
                <a:avLst/>
              </a:prstGeom>
              <a:blipFill rotWithShape="1">
                <a:blip r:embed="rId14"/>
                <a:stretch>
                  <a:fillRect l="-21" t="-2" r="-41215" b="-6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8535141" y="6777869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141" y="6777869"/>
                <a:ext cx="1033632" cy="669290"/>
              </a:xfrm>
              <a:prstGeom prst="rect">
                <a:avLst/>
              </a:prstGeom>
              <a:blipFill rotWithShape="1">
                <a:blip r:embed="rId15"/>
                <a:stretch>
                  <a:fillRect l="-10" t="-77" r="-41226" b="-5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橢圓 51"/>
          <p:cNvSpPr/>
          <p:nvPr/>
        </p:nvSpPr>
        <p:spPr>
          <a:xfrm>
            <a:off x="4256084" y="3935555"/>
            <a:ext cx="270000" cy="27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0179758" y="8136888"/>
                <a:ext cx="6253528" cy="661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Stop until 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en-US" altLang="zh-TW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9758" y="8136888"/>
                <a:ext cx="6253528" cy="661035"/>
              </a:xfrm>
              <a:prstGeom prst="rect">
                <a:avLst/>
              </a:prstGeom>
              <a:blipFill rotWithShape="1">
                <a:blip r:embed="rId16"/>
                <a:stretch>
                  <a:fillRect l="-1" t="-96" r="2" b="-6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28" grpId="0"/>
      <p:bldP spid="29" grpId="0"/>
      <p:bldP spid="20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8" grpId="0"/>
      <p:bldP spid="49" grpId="0"/>
      <p:bldP spid="50" grpId="0"/>
      <p:bldP spid="51" grpId="0"/>
      <p:bldP spid="52" grpId="0" bldLvl="0" animBg="1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Start at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blipFill rotWithShape="1">
                <a:blip r:embed="rId3"/>
                <a:stretch>
                  <a:fillRect l="-9" t="-84" r="5" b="-5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blipFill rotWithShape="1">
                <a:blip r:embed="rId4"/>
                <a:stretch>
                  <a:fillRect l="-8" t="-66" r="5" b="-60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1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blipFill rotWithShape="1">
                <a:blip r:embed="rId5"/>
                <a:stretch>
                  <a:fillRect l="-10" t="-10330" r="1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blipFill rotWithShape="1">
                <a:blip r:embed="rId6"/>
                <a:stretch>
                  <a:fillRect l="-9" t="-62" r="6" b="-6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/>
          <p:cNvSpPr txBox="1"/>
          <p:nvPr/>
        </p:nvSpPr>
        <p:spPr>
          <a:xfrm>
            <a:off x="9938864" y="2895872"/>
            <a:ext cx="3870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 v</a:t>
            </a:r>
            <a:r>
              <a:rPr lang="en-US" altLang="zh-TW" sz="3600" baseline="30000" dirty="0"/>
              <a:t>0</a:t>
            </a:r>
            <a:r>
              <a:rPr lang="en-US" altLang="zh-TW" sz="3600" dirty="0"/>
              <a:t>=0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0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blipFill rotWithShape="1">
                <a:blip r:embed="rId7"/>
                <a:stretch>
                  <a:fillRect l="-8" t="-10339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2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blipFill rotWithShape="1">
                <a:blip r:embed="rId8"/>
                <a:stretch>
                  <a:fillRect l="-8" t="-10358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2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blipFill>
                <a:blip r:embed="rId9"/>
                <a:stretch>
                  <a:fillRect l="-3628" t="-13636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單箭頭接點 33"/>
          <p:cNvCxnSpPr/>
          <p:nvPr/>
        </p:nvCxnSpPr>
        <p:spPr>
          <a:xfrm>
            <a:off x="4509078" y="4566584"/>
            <a:ext cx="1929396" cy="70362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6420602" y="5268851"/>
            <a:ext cx="1319720" cy="148711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7736076" y="6691041"/>
            <a:ext cx="41583" cy="1869321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H="1">
            <a:off x="7128465" y="8560362"/>
            <a:ext cx="583817" cy="1572764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2964650" y="7916709"/>
            <a:ext cx="1035294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>
            <a:off x="2964650" y="7120148"/>
            <a:ext cx="1035294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 flipH="1" flipV="1">
            <a:off x="2951372" y="3910850"/>
            <a:ext cx="1422159" cy="573351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 flipV="1">
            <a:off x="6343317" y="4557053"/>
            <a:ext cx="49290" cy="664902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V="1">
            <a:off x="7736076" y="6089127"/>
            <a:ext cx="675026" cy="59044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>
            <a:off x="7840848" y="8462310"/>
            <a:ext cx="485535" cy="51399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3999944" y="7554466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</a:t>
            </a:r>
            <a:endParaRPr lang="zh-TW" altLang="en-US" sz="36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3999944" y="6805530"/>
            <a:ext cx="288497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Gradient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/>
              <p:cNvSpPr txBox="1"/>
              <p:nvPr/>
            </p:nvSpPr>
            <p:spPr>
              <a:xfrm>
                <a:off x="3868529" y="4467149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6" name="文字方塊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529" y="4467149"/>
                <a:ext cx="1033632" cy="669290"/>
              </a:xfrm>
              <a:prstGeom prst="rect">
                <a:avLst/>
              </a:prstGeom>
              <a:blipFill rotWithShape="1">
                <a:blip r:embed="rId10"/>
                <a:stretch>
                  <a:fillRect l="-11" t="-84" r="58" b="-5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/>
              <p:cNvSpPr txBox="1"/>
              <p:nvPr/>
            </p:nvSpPr>
            <p:spPr>
              <a:xfrm>
                <a:off x="5501979" y="5305296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7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979" y="5305296"/>
                <a:ext cx="1033632" cy="668020"/>
              </a:xfrm>
              <a:prstGeom prst="rect">
                <a:avLst/>
              </a:prstGeom>
              <a:blipFill rotWithShape="1">
                <a:blip r:embed="rId11"/>
                <a:stretch>
                  <a:fillRect l="-33" t="-76" r="18" b="-6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/>
              <p:cNvSpPr txBox="1"/>
              <p:nvPr/>
            </p:nvSpPr>
            <p:spPr>
              <a:xfrm>
                <a:off x="6646808" y="6287903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808" y="6287903"/>
                <a:ext cx="1033632" cy="668655"/>
              </a:xfrm>
              <a:prstGeom prst="rect">
                <a:avLst/>
              </a:prstGeom>
              <a:blipFill rotWithShape="1">
                <a:blip r:embed="rId12"/>
                <a:stretch>
                  <a:fillRect l="-25" t="-20" r="11" b="-6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6856077" y="7778741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6077" y="7778741"/>
                <a:ext cx="1033632" cy="669290"/>
              </a:xfrm>
              <a:prstGeom prst="rect">
                <a:avLst/>
              </a:prstGeom>
              <a:blipFill rotWithShape="1">
                <a:blip r:embed="rId13"/>
                <a:stretch>
                  <a:fillRect l="-60" t="-94" r="45" b="-5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/>
              <p:cNvSpPr txBox="1"/>
              <p:nvPr/>
            </p:nvSpPr>
            <p:spPr>
              <a:xfrm>
                <a:off x="3700824" y="3600449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0" name="文字方塊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824" y="3600449"/>
                <a:ext cx="1033632" cy="669290"/>
              </a:xfrm>
              <a:prstGeom prst="rect">
                <a:avLst/>
              </a:prstGeom>
              <a:blipFill rotWithShape="1">
                <a:blip r:embed="rId14"/>
                <a:stretch>
                  <a:fillRect l="-4" t="-95" r="-41232" b="-5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/>
              <p:cNvSpPr txBox="1"/>
              <p:nvPr/>
            </p:nvSpPr>
            <p:spPr>
              <a:xfrm>
                <a:off x="6042521" y="3858806"/>
                <a:ext cx="1033632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521" y="3858806"/>
                <a:ext cx="1033632" cy="668020"/>
              </a:xfrm>
              <a:prstGeom prst="rect">
                <a:avLst/>
              </a:prstGeom>
              <a:blipFill rotWithShape="1">
                <a:blip r:embed="rId15"/>
                <a:stretch>
                  <a:fillRect l="-48" t="-82" r="-41188" b="-60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/>
              <p:cNvSpPr txBox="1"/>
              <p:nvPr/>
            </p:nvSpPr>
            <p:spPr>
              <a:xfrm>
                <a:off x="8269466" y="5459697"/>
                <a:ext cx="1033632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466" y="5459697"/>
                <a:ext cx="1033632" cy="668655"/>
              </a:xfrm>
              <a:prstGeom prst="rect">
                <a:avLst/>
              </a:prstGeom>
              <a:blipFill rotWithShape="1">
                <a:blip r:embed="rId16"/>
                <a:stretch>
                  <a:fillRect l="-48" t="-90" r="-41188" b="-5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/>
              <p:cNvSpPr txBox="1"/>
              <p:nvPr/>
            </p:nvSpPr>
            <p:spPr>
              <a:xfrm>
                <a:off x="8258780" y="8071940"/>
                <a:ext cx="1033632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53" name="文字方塊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780" y="8071940"/>
                <a:ext cx="1033632" cy="669290"/>
              </a:xfrm>
              <a:prstGeom prst="rect">
                <a:avLst/>
              </a:prstGeom>
              <a:blipFill rotWithShape="1">
                <a:blip r:embed="rId17"/>
                <a:stretch>
                  <a:fillRect l="-59" t="-68" r="-41178" b="-60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橢圓 53"/>
          <p:cNvSpPr/>
          <p:nvPr/>
        </p:nvSpPr>
        <p:spPr>
          <a:xfrm>
            <a:off x="4210353" y="4343915"/>
            <a:ext cx="270000" cy="27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9" name="直線單箭頭接點 58"/>
          <p:cNvCxnSpPr/>
          <p:nvPr/>
        </p:nvCxnSpPr>
        <p:spPr>
          <a:xfrm>
            <a:off x="6439685" y="5243796"/>
            <a:ext cx="1512462" cy="586107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6379392" y="5269031"/>
            <a:ext cx="118166" cy="1121576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7755605" y="6755961"/>
            <a:ext cx="1141557" cy="1298622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/>
          <p:nvPr/>
        </p:nvCxnSpPr>
        <p:spPr>
          <a:xfrm flipH="1">
            <a:off x="6743421" y="6738600"/>
            <a:ext cx="935135" cy="660705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H="1" flipV="1">
            <a:off x="7210988" y="8427050"/>
            <a:ext cx="467570" cy="35261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>
            <a:off x="7786886" y="8560362"/>
            <a:ext cx="46200" cy="1566725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9917303" y="8590487"/>
            <a:ext cx="7126688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ysClr val="windowText" lastClr="000000"/>
                </a:solidFill>
              </a:rPr>
              <a:t>Movement not just based on gradient, but previous movement.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cxnSp>
        <p:nvCxnSpPr>
          <p:cNvPr id="55" name="直線單箭頭接點 54"/>
          <p:cNvCxnSpPr/>
          <p:nvPr/>
        </p:nvCxnSpPr>
        <p:spPr>
          <a:xfrm>
            <a:off x="2944322" y="8664729"/>
            <a:ext cx="1035294" cy="0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/>
          <p:nvPr/>
        </p:nvSpPr>
        <p:spPr>
          <a:xfrm>
            <a:off x="3999944" y="8303403"/>
            <a:ext cx="454655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</a:t>
            </a:r>
          </a:p>
          <a:p>
            <a:r>
              <a:rPr lang="en-US" altLang="zh-TW" sz="3600" dirty="0"/>
              <a:t>of last step</a:t>
            </a:r>
            <a:endParaRPr lang="zh-TW" altLang="en-US" sz="36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3200064" y="2313130"/>
            <a:ext cx="6335794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tx1"/>
                </a:solidFill>
              </a:rPr>
              <a:t>Movement: movement of last step minus gradient at present 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28" grpId="0"/>
      <p:bldP spid="29" grpId="0"/>
      <p:bldP spid="30" grpId="0"/>
      <p:bldP spid="31" grpId="0"/>
      <p:bldP spid="32" grpId="0"/>
      <p:bldP spid="3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 bldLvl="0" animBg="1"/>
      <p:bldP spid="85" grpId="0" bldLvl="0" animBg="1"/>
      <p:bldP spid="57" grpId="0"/>
      <p:bldP spid="5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114398" y="3951055"/>
                <a:ext cx="6456540" cy="1867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i</a:t>
                </a:r>
                <a:r>
                  <a:rPr lang="en-US" altLang="zh-TW" sz="3600" dirty="0"/>
                  <a:t> is actually the weighted sum of all the previous gradient: 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,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, …</m:t>
                    </m:r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398" y="3951055"/>
                <a:ext cx="6456540" cy="1867535"/>
              </a:xfrm>
              <a:prstGeom prst="rect">
                <a:avLst/>
              </a:prstGeom>
              <a:blipFill rotWithShape="1">
                <a:blip r:embed="rId3"/>
                <a:stretch>
                  <a:fillRect l="-6" t="-3677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57"/>
          <p:cNvSpPr txBox="1"/>
          <p:nvPr/>
        </p:nvSpPr>
        <p:spPr>
          <a:xfrm>
            <a:off x="3697412" y="5937609"/>
            <a:ext cx="3870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v</a:t>
            </a:r>
            <a:r>
              <a:rPr lang="en-US" altLang="zh-TW" sz="3600" baseline="30000" dirty="0"/>
              <a:t>0 </a:t>
            </a:r>
            <a:r>
              <a:rPr lang="en-US" altLang="zh-TW" sz="3600" dirty="0"/>
              <a:t>= 0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/>
              <p:cNvSpPr txBox="1"/>
              <p:nvPr/>
            </p:nvSpPr>
            <p:spPr>
              <a:xfrm>
                <a:off x="3697412" y="6853761"/>
                <a:ext cx="401873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=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60" name="文字方塊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412" y="6853761"/>
                <a:ext cx="4018738" cy="669290"/>
              </a:xfrm>
              <a:prstGeom prst="rect">
                <a:avLst/>
              </a:prstGeom>
              <a:blipFill rotWithShape="1">
                <a:blip r:embed="rId4"/>
                <a:stretch>
                  <a:fillRect l="-11" t="-10277" r="7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/>
              <p:cNvSpPr txBox="1"/>
              <p:nvPr/>
            </p:nvSpPr>
            <p:spPr>
              <a:xfrm>
                <a:off x="3701294" y="7871555"/>
                <a:ext cx="6066093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2</a:t>
                </a:r>
                <a:r>
                  <a:rPr lang="en-US" altLang="zh-TW" sz="3600" dirty="0"/>
                  <a:t> = - </a:t>
                </a:r>
                <a:r>
                  <a:rPr lang="el-GR" altLang="zh-TW" sz="3600" dirty="0"/>
                  <a:t>λ 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62" name="文字方塊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294" y="7871555"/>
                <a:ext cx="6066093" cy="669290"/>
              </a:xfrm>
              <a:prstGeom prst="rect">
                <a:avLst/>
              </a:prstGeom>
              <a:blipFill rotWithShape="1">
                <a:blip r:embed="rId5"/>
                <a:stretch>
                  <a:fillRect l="-8" t="-10261" r="7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/>
          <p:cNvSpPr txBox="1"/>
          <p:nvPr/>
        </p:nvSpPr>
        <p:spPr>
          <a:xfrm rot="5400000">
            <a:off x="3947416" y="8931590"/>
            <a:ext cx="1197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……</a:t>
            </a:r>
            <a:endParaRPr lang="zh-TW" altLang="en-US" sz="3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Start at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481" y="2203374"/>
                <a:ext cx="3870813" cy="669290"/>
              </a:xfrm>
              <a:prstGeom prst="rect">
                <a:avLst/>
              </a:prstGeom>
              <a:blipFill rotWithShape="1">
                <a:blip r:embed="rId6"/>
                <a:stretch>
                  <a:fillRect l="-9" t="-84" r="5" b="-5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3603429"/>
                <a:ext cx="5989758" cy="669290"/>
              </a:xfrm>
              <a:prstGeom prst="rect">
                <a:avLst/>
              </a:prstGeom>
              <a:blipFill rotWithShape="1">
                <a:blip r:embed="rId7"/>
                <a:stretch>
                  <a:fillRect l="-8" t="-66" r="5" b="-60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1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4" y="5164379"/>
                <a:ext cx="5040189" cy="669290"/>
              </a:xfrm>
              <a:prstGeom prst="rect">
                <a:avLst/>
              </a:prstGeom>
              <a:blipFill rotWithShape="1">
                <a:blip r:embed="rId8"/>
                <a:stretch>
                  <a:fillRect l="-10" t="-10330" r="1" b="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Compute gradient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876" y="5940836"/>
                <a:ext cx="5989758" cy="668020"/>
              </a:xfrm>
              <a:prstGeom prst="rect">
                <a:avLst/>
              </a:prstGeom>
              <a:blipFill rotWithShape="1">
                <a:blip r:embed="rId9"/>
                <a:stretch>
                  <a:fillRect l="-9" t="-62" r="6" b="-6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/>
          <p:cNvSpPr txBox="1"/>
          <p:nvPr/>
        </p:nvSpPr>
        <p:spPr>
          <a:xfrm>
            <a:off x="9938864" y="2895872"/>
            <a:ext cx="387081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 v</a:t>
            </a:r>
            <a:r>
              <a:rPr lang="en-US" altLang="zh-TW" sz="3600" baseline="30000" dirty="0"/>
              <a:t>0</a:t>
            </a:r>
            <a:r>
              <a:rPr lang="en-US" altLang="zh-TW" sz="3600" dirty="0"/>
              <a:t>=0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0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303" y="4388468"/>
                <a:ext cx="6088907" cy="669290"/>
              </a:xfrm>
              <a:prstGeom prst="rect">
                <a:avLst/>
              </a:prstGeom>
              <a:blipFill rotWithShape="1">
                <a:blip r:embed="rId10"/>
                <a:stretch>
                  <a:fillRect l="-8" t="-10339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Movement v</a:t>
                </a:r>
                <a:r>
                  <a:rPr lang="en-US" altLang="zh-TW" sz="3600" baseline="30000" dirty="0"/>
                  <a:t>2</a:t>
                </a:r>
                <a:r>
                  <a:rPr lang="en-US" altLang="zh-TW" sz="3600" dirty="0"/>
                  <a:t> = </a:t>
                </a:r>
                <a:r>
                  <a:rPr lang="el-GR" altLang="zh-TW" sz="3600" dirty="0"/>
                  <a:t>λ</a:t>
                </a:r>
                <a:r>
                  <a:rPr lang="en-US" altLang="zh-TW" sz="3600" dirty="0"/>
                  <a:t>v</a:t>
                </a:r>
                <a:r>
                  <a:rPr lang="en-US" altLang="zh-TW" sz="3600" baseline="30000" dirty="0"/>
                  <a:t>1</a:t>
                </a:r>
                <a:r>
                  <a:rPr lang="en-US" altLang="zh-TW" sz="3600" dirty="0"/>
                  <a:t> - </a:t>
                </a:r>
                <a:r>
                  <a:rPr lang="el-GR" altLang="zh-TW" sz="3600" dirty="0"/>
                  <a:t>η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3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709" y="6738600"/>
                <a:ext cx="6066093" cy="668020"/>
              </a:xfrm>
              <a:prstGeom prst="rect">
                <a:avLst/>
              </a:prstGeom>
              <a:blipFill rotWithShape="1">
                <a:blip r:embed="rId11"/>
                <a:stretch>
                  <a:fillRect l="-8" t="-10358" r="7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Move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3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3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TW" sz="3600" dirty="0"/>
                  <a:t> + v</a:t>
                </a:r>
                <a:r>
                  <a:rPr lang="en-US" altLang="zh-TW" sz="3600" baseline="30000" dirty="0"/>
                  <a:t>2</a:t>
                </a:r>
                <a:endParaRPr lang="zh-TW" altLang="en-US" sz="3600" baseline="-250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864" y="7432491"/>
                <a:ext cx="5040189" cy="668655"/>
              </a:xfrm>
              <a:prstGeom prst="rect">
                <a:avLst/>
              </a:prstGeom>
              <a:blipFill rotWithShape="1">
                <a:blip r:embed="rId12"/>
                <a:stretch>
                  <a:fillRect l="-10" t="-10324" r="1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84">
            <a:extLst>
              <a:ext uri="{FF2B5EF4-FFF2-40B4-BE49-F238E27FC236}">
                <a16:creationId xmlns:a16="http://schemas.microsoft.com/office/drawing/2014/main" id="{30C39824-561D-19AB-EF1A-8F2B994608E0}"/>
              </a:ext>
            </a:extLst>
          </p:cNvPr>
          <p:cNvSpPr txBox="1"/>
          <p:nvPr/>
        </p:nvSpPr>
        <p:spPr>
          <a:xfrm>
            <a:off x="9917303" y="8590487"/>
            <a:ext cx="7126688" cy="1200329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ysClr val="windowText" lastClr="000000"/>
                </a:solidFill>
              </a:rPr>
              <a:t>Movement not just based on gradient, but previous movement.</a:t>
            </a:r>
            <a:endParaRPr lang="zh-TW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9" name="文字方塊 57">
            <a:extLst>
              <a:ext uri="{FF2B5EF4-FFF2-40B4-BE49-F238E27FC236}">
                <a16:creationId xmlns:a16="http://schemas.microsoft.com/office/drawing/2014/main" id="{13191D62-EBE8-AD9D-E318-652E0D43C08C}"/>
              </a:ext>
            </a:extLst>
          </p:cNvPr>
          <p:cNvSpPr txBox="1"/>
          <p:nvPr/>
        </p:nvSpPr>
        <p:spPr>
          <a:xfrm>
            <a:off x="3200064" y="2313130"/>
            <a:ext cx="6335794" cy="11988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chemeClr val="tx1"/>
                </a:solidFill>
              </a:rPr>
              <a:t>Movement: movement of last step minus gradient at present 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8" grpId="0"/>
      <p:bldP spid="60" grpId="0"/>
      <p:bldP spid="62" grpId="0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960964" y="3440497"/>
            <a:ext cx="2446152" cy="6403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30" name="文字方塊 29"/>
          <p:cNvSpPr txBox="1"/>
          <p:nvPr/>
        </p:nvSpPr>
        <p:spPr>
          <a:xfrm>
            <a:off x="7657096" y="2863239"/>
            <a:ext cx="751242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Movement = </a:t>
            </a:r>
          </a:p>
          <a:p>
            <a:r>
              <a:rPr lang="en-US" altLang="zh-TW" sz="3600" dirty="0"/>
              <a:t>Negative of </a:t>
            </a:r>
            <a:r>
              <a:rPr lang="zh-TW" alt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𝜕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𝐿</a:t>
            </a:r>
            <a:r>
              <a:rPr lang="zh-TW" alt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∕𝜕</a:t>
            </a:r>
            <a:r>
              <a:rPr lang="en-US" altLang="zh-TW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𝑤</a:t>
            </a:r>
            <a:r>
              <a:rPr lang="en-US" altLang="zh-TW" sz="3600" dirty="0"/>
              <a:t> + Momentum </a:t>
            </a:r>
            <a:endParaRPr lang="zh-TW" altLang="en-US" sz="3600" dirty="0"/>
          </a:p>
        </p:txBody>
      </p:sp>
      <p:cxnSp>
        <p:nvCxnSpPr>
          <p:cNvPr id="52" name="直線接點 51"/>
          <p:cNvCxnSpPr/>
          <p:nvPr/>
        </p:nvCxnSpPr>
        <p:spPr>
          <a:xfrm>
            <a:off x="13153736" y="6461759"/>
            <a:ext cx="0" cy="1980624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>
            <a:off x="7307313" y="6461759"/>
            <a:ext cx="0" cy="1998545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>
            <a:off x="10453623" y="7552626"/>
            <a:ext cx="0" cy="90767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Momentum</a:t>
            </a:r>
            <a:endParaRPr lang="zh-TW" altLang="en-US" dirty="0"/>
          </a:p>
        </p:txBody>
      </p:sp>
      <p:sp>
        <p:nvSpPr>
          <p:cNvPr id="4" name="手繪多邊形 3"/>
          <p:cNvSpPr/>
          <p:nvPr/>
        </p:nvSpPr>
        <p:spPr>
          <a:xfrm>
            <a:off x="4023110" y="3169104"/>
            <a:ext cx="11632224" cy="6312401"/>
          </a:xfrm>
          <a:custGeom>
            <a:avLst/>
            <a:gdLst>
              <a:gd name="connsiteX0" fmla="*/ 0 w 7754816"/>
              <a:gd name="connsiteY0" fmla="*/ 0 h 4208267"/>
              <a:gd name="connsiteX1" fmla="*/ 1019908 w 7754816"/>
              <a:gd name="connsiteY1" fmla="*/ 2356339 h 4208267"/>
              <a:gd name="connsiteX2" fmla="*/ 3499339 w 7754816"/>
              <a:gd name="connsiteY2" fmla="*/ 2760785 h 4208267"/>
              <a:gd name="connsiteX3" fmla="*/ 4783016 w 7754816"/>
              <a:gd name="connsiteY3" fmla="*/ 3130062 h 4208267"/>
              <a:gd name="connsiteX4" fmla="*/ 5820508 w 7754816"/>
              <a:gd name="connsiteY4" fmla="*/ 2602523 h 4208267"/>
              <a:gd name="connsiteX5" fmla="*/ 6664570 w 7754816"/>
              <a:gd name="connsiteY5" fmla="*/ 2391508 h 4208267"/>
              <a:gd name="connsiteX6" fmla="*/ 7561385 w 7754816"/>
              <a:gd name="connsiteY6" fmla="*/ 3991708 h 4208267"/>
              <a:gd name="connsiteX7" fmla="*/ 7754816 w 7754816"/>
              <a:gd name="connsiteY7" fmla="*/ 4149970 h 4208267"/>
              <a:gd name="connsiteX0-1" fmla="*/ 0 w 7754816"/>
              <a:gd name="connsiteY0-2" fmla="*/ 0 h 4208267"/>
              <a:gd name="connsiteX1-3" fmla="*/ 1019908 w 7754816"/>
              <a:gd name="connsiteY1-4" fmla="*/ 2356339 h 4208267"/>
              <a:gd name="connsiteX2-5" fmla="*/ 3499339 w 7754816"/>
              <a:gd name="connsiteY2-6" fmla="*/ 2760785 h 4208267"/>
              <a:gd name="connsiteX3-7" fmla="*/ 4245987 w 7754816"/>
              <a:gd name="connsiteY3-8" fmla="*/ 3072005 h 4208267"/>
              <a:gd name="connsiteX4-9" fmla="*/ 5820508 w 7754816"/>
              <a:gd name="connsiteY4-10" fmla="*/ 2602523 h 4208267"/>
              <a:gd name="connsiteX5-11" fmla="*/ 6664570 w 7754816"/>
              <a:gd name="connsiteY5-12" fmla="*/ 2391508 h 4208267"/>
              <a:gd name="connsiteX6-13" fmla="*/ 7561385 w 7754816"/>
              <a:gd name="connsiteY6-14" fmla="*/ 3991708 h 4208267"/>
              <a:gd name="connsiteX7-15" fmla="*/ 7754816 w 7754816"/>
              <a:gd name="connsiteY7-16" fmla="*/ 4149970 h 4208267"/>
              <a:gd name="connsiteX0-17" fmla="*/ 0 w 7754816"/>
              <a:gd name="connsiteY0-18" fmla="*/ 0 h 4208267"/>
              <a:gd name="connsiteX1-19" fmla="*/ 1019908 w 7754816"/>
              <a:gd name="connsiteY1-20" fmla="*/ 2356339 h 4208267"/>
              <a:gd name="connsiteX2-21" fmla="*/ 3499339 w 7754816"/>
              <a:gd name="connsiteY2-22" fmla="*/ 2760785 h 4208267"/>
              <a:gd name="connsiteX3-23" fmla="*/ 4245987 w 7754816"/>
              <a:gd name="connsiteY3-24" fmla="*/ 3072005 h 4208267"/>
              <a:gd name="connsiteX4-25" fmla="*/ 5820508 w 7754816"/>
              <a:gd name="connsiteY4-26" fmla="*/ 2602523 h 4208267"/>
              <a:gd name="connsiteX5-27" fmla="*/ 6664570 w 7754816"/>
              <a:gd name="connsiteY5-28" fmla="*/ 2391508 h 4208267"/>
              <a:gd name="connsiteX6-29" fmla="*/ 7561385 w 7754816"/>
              <a:gd name="connsiteY6-30" fmla="*/ 3991708 h 4208267"/>
              <a:gd name="connsiteX7-31" fmla="*/ 7754816 w 7754816"/>
              <a:gd name="connsiteY7-32" fmla="*/ 4149970 h 4208267"/>
              <a:gd name="connsiteX0-33" fmla="*/ 0 w 7754816"/>
              <a:gd name="connsiteY0-34" fmla="*/ 0 h 4208267"/>
              <a:gd name="connsiteX1-35" fmla="*/ 1019908 w 7754816"/>
              <a:gd name="connsiteY1-36" fmla="*/ 2356339 h 4208267"/>
              <a:gd name="connsiteX2-37" fmla="*/ 3296139 w 7754816"/>
              <a:gd name="connsiteY2-38" fmla="*/ 2804328 h 4208267"/>
              <a:gd name="connsiteX3-39" fmla="*/ 4245987 w 7754816"/>
              <a:gd name="connsiteY3-40" fmla="*/ 3072005 h 4208267"/>
              <a:gd name="connsiteX4-41" fmla="*/ 5820508 w 7754816"/>
              <a:gd name="connsiteY4-42" fmla="*/ 2602523 h 4208267"/>
              <a:gd name="connsiteX5-43" fmla="*/ 6664570 w 7754816"/>
              <a:gd name="connsiteY5-44" fmla="*/ 2391508 h 4208267"/>
              <a:gd name="connsiteX6-45" fmla="*/ 7561385 w 7754816"/>
              <a:gd name="connsiteY6-46" fmla="*/ 3991708 h 4208267"/>
              <a:gd name="connsiteX7-47" fmla="*/ 7754816 w 7754816"/>
              <a:gd name="connsiteY7-48" fmla="*/ 4149970 h 4208267"/>
              <a:gd name="connsiteX0-49" fmla="*/ 0 w 7754816"/>
              <a:gd name="connsiteY0-50" fmla="*/ 0 h 4208267"/>
              <a:gd name="connsiteX1-51" fmla="*/ 1019908 w 7754816"/>
              <a:gd name="connsiteY1-52" fmla="*/ 2356339 h 4208267"/>
              <a:gd name="connsiteX2-53" fmla="*/ 3296139 w 7754816"/>
              <a:gd name="connsiteY2-54" fmla="*/ 2804328 h 4208267"/>
              <a:gd name="connsiteX3-55" fmla="*/ 4245987 w 7754816"/>
              <a:gd name="connsiteY3-56" fmla="*/ 3072005 h 4208267"/>
              <a:gd name="connsiteX4-57" fmla="*/ 5820508 w 7754816"/>
              <a:gd name="connsiteY4-58" fmla="*/ 2602523 h 4208267"/>
              <a:gd name="connsiteX5-59" fmla="*/ 6664570 w 7754816"/>
              <a:gd name="connsiteY5-60" fmla="*/ 2391508 h 4208267"/>
              <a:gd name="connsiteX6-61" fmla="*/ 7561385 w 7754816"/>
              <a:gd name="connsiteY6-62" fmla="*/ 3991708 h 4208267"/>
              <a:gd name="connsiteX7-63" fmla="*/ 7754816 w 7754816"/>
              <a:gd name="connsiteY7-64" fmla="*/ 4149970 h 4208267"/>
              <a:gd name="connsiteX0-65" fmla="*/ 0 w 7754816"/>
              <a:gd name="connsiteY0-66" fmla="*/ 0 h 4208267"/>
              <a:gd name="connsiteX1-67" fmla="*/ 1019908 w 7754816"/>
              <a:gd name="connsiteY1-68" fmla="*/ 2356339 h 4208267"/>
              <a:gd name="connsiteX2-69" fmla="*/ 3296139 w 7754816"/>
              <a:gd name="connsiteY2-70" fmla="*/ 2804328 h 4208267"/>
              <a:gd name="connsiteX3-71" fmla="*/ 4304044 w 7754816"/>
              <a:gd name="connsiteY3-72" fmla="*/ 3202633 h 4208267"/>
              <a:gd name="connsiteX4-73" fmla="*/ 5820508 w 7754816"/>
              <a:gd name="connsiteY4-74" fmla="*/ 2602523 h 4208267"/>
              <a:gd name="connsiteX5-75" fmla="*/ 6664570 w 7754816"/>
              <a:gd name="connsiteY5-76" fmla="*/ 2391508 h 4208267"/>
              <a:gd name="connsiteX6-77" fmla="*/ 7561385 w 7754816"/>
              <a:gd name="connsiteY6-78" fmla="*/ 3991708 h 4208267"/>
              <a:gd name="connsiteX7-79" fmla="*/ 7754816 w 7754816"/>
              <a:gd name="connsiteY7-80" fmla="*/ 4149970 h 4208267"/>
              <a:gd name="connsiteX0-81" fmla="*/ 0 w 7754816"/>
              <a:gd name="connsiteY0-82" fmla="*/ 0 h 4208267"/>
              <a:gd name="connsiteX1-83" fmla="*/ 1019908 w 7754816"/>
              <a:gd name="connsiteY1-84" fmla="*/ 2356339 h 4208267"/>
              <a:gd name="connsiteX2-85" fmla="*/ 3296139 w 7754816"/>
              <a:gd name="connsiteY2-86" fmla="*/ 2804328 h 4208267"/>
              <a:gd name="connsiteX3-87" fmla="*/ 4304044 w 7754816"/>
              <a:gd name="connsiteY3-88" fmla="*/ 3202633 h 4208267"/>
              <a:gd name="connsiteX4-89" fmla="*/ 5820508 w 7754816"/>
              <a:gd name="connsiteY4-90" fmla="*/ 2602523 h 4208267"/>
              <a:gd name="connsiteX5-91" fmla="*/ 6664570 w 7754816"/>
              <a:gd name="connsiteY5-92" fmla="*/ 2391508 h 4208267"/>
              <a:gd name="connsiteX6-93" fmla="*/ 7561385 w 7754816"/>
              <a:gd name="connsiteY6-94" fmla="*/ 3991708 h 4208267"/>
              <a:gd name="connsiteX7-95" fmla="*/ 7754816 w 7754816"/>
              <a:gd name="connsiteY7-96" fmla="*/ 4149970 h 42082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7754816" h="4208267">
                <a:moveTo>
                  <a:pt x="0" y="0"/>
                </a:moveTo>
                <a:cubicBezTo>
                  <a:pt x="218342" y="948104"/>
                  <a:pt x="470552" y="1888951"/>
                  <a:pt x="1019908" y="2356339"/>
                </a:cubicBezTo>
                <a:cubicBezTo>
                  <a:pt x="1569264" y="2823727"/>
                  <a:pt x="2748783" y="2663279"/>
                  <a:pt x="3296139" y="2804328"/>
                </a:cubicBezTo>
                <a:cubicBezTo>
                  <a:pt x="3843495" y="2945377"/>
                  <a:pt x="3781716" y="3192725"/>
                  <a:pt x="4304044" y="3202633"/>
                </a:cubicBezTo>
                <a:cubicBezTo>
                  <a:pt x="4826372" y="3212541"/>
                  <a:pt x="5427087" y="2737711"/>
                  <a:pt x="5820508" y="2602523"/>
                </a:cubicBezTo>
                <a:cubicBezTo>
                  <a:pt x="6213929" y="2467335"/>
                  <a:pt x="6374424" y="2159977"/>
                  <a:pt x="6664570" y="2391508"/>
                </a:cubicBezTo>
                <a:cubicBezTo>
                  <a:pt x="6954716" y="2623039"/>
                  <a:pt x="7379677" y="3698631"/>
                  <a:pt x="7561385" y="3991708"/>
                </a:cubicBezTo>
                <a:cubicBezTo>
                  <a:pt x="7743093" y="4284785"/>
                  <a:pt x="7748954" y="4217377"/>
                  <a:pt x="7754816" y="4149970"/>
                </a:cubicBezTo>
              </a:path>
            </a:pathLst>
          </a:custGeom>
          <a:noFill/>
          <a:ln w="635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3579099" y="8482920"/>
            <a:ext cx="1207623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3579099" y="3216351"/>
            <a:ext cx="0" cy="52665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958905" y="2547486"/>
            <a:ext cx="1143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cost</a:t>
            </a:r>
            <a:endParaRPr lang="zh-TW" altLang="en-US" sz="3600" dirty="0"/>
          </a:p>
        </p:txBody>
      </p:sp>
      <p:sp>
        <p:nvSpPr>
          <p:cNvPr id="15" name="橢圓 14"/>
          <p:cNvSpPr/>
          <p:nvPr/>
        </p:nvSpPr>
        <p:spPr>
          <a:xfrm>
            <a:off x="9986651" y="7077842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4180700" y="3216351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4" name="直線單箭頭接點 33"/>
          <p:cNvCxnSpPr/>
          <p:nvPr/>
        </p:nvCxnSpPr>
        <p:spPr>
          <a:xfrm flipV="1">
            <a:off x="4822109" y="8728188"/>
            <a:ext cx="887561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4822109" y="8247762"/>
            <a:ext cx="928497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/>
          <p:cNvSpPr/>
          <p:nvPr/>
        </p:nvSpPr>
        <p:spPr>
          <a:xfrm>
            <a:off x="12665795" y="5864520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58" name="直線單箭頭接點 57"/>
          <p:cNvCxnSpPr/>
          <p:nvPr/>
        </p:nvCxnSpPr>
        <p:spPr>
          <a:xfrm flipH="1">
            <a:off x="12409863" y="8219255"/>
            <a:ext cx="688683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>
            <a:off x="13257588" y="8702091"/>
            <a:ext cx="514062" cy="6297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8995149" y="9050571"/>
            <a:ext cx="287355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𝜕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𝐿</a:t>
            </a:r>
            <a:r>
              <a:rPr lang="zh-TW" altLang="en-US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∕𝜕</a:t>
            </a:r>
            <a:r>
              <a:rPr lang="en-US" altLang="zh-TW" sz="36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𝑤</a:t>
            </a:r>
            <a:r>
              <a:rPr lang="en-US" altLang="zh-TW" sz="3600" dirty="0">
                <a:solidFill>
                  <a:srgbClr val="FF0000"/>
                </a:solidFill>
              </a:rPr>
              <a:t> = 0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6810483" y="6224139"/>
            <a:ext cx="949569" cy="94956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8" name="直線單箭頭接點 37"/>
          <p:cNvCxnSpPr/>
          <p:nvPr/>
        </p:nvCxnSpPr>
        <p:spPr>
          <a:xfrm>
            <a:off x="7511285" y="8223333"/>
            <a:ext cx="509745" cy="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/>
          <p:nvPr/>
        </p:nvCxnSpPr>
        <p:spPr>
          <a:xfrm flipV="1">
            <a:off x="8021030" y="8219255"/>
            <a:ext cx="1272680" cy="23543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/>
          <p:nvPr/>
        </p:nvCxnSpPr>
        <p:spPr>
          <a:xfrm>
            <a:off x="10650003" y="8750552"/>
            <a:ext cx="1165869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>
            <a:off x="4626746" y="4097658"/>
            <a:ext cx="0" cy="4558187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4497933" y="8328665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7" name="橢圓 46"/>
          <p:cNvSpPr/>
          <p:nvPr/>
        </p:nvSpPr>
        <p:spPr>
          <a:xfrm>
            <a:off x="7145226" y="8328164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49" name="橢圓 48"/>
          <p:cNvSpPr/>
          <p:nvPr/>
        </p:nvSpPr>
        <p:spPr>
          <a:xfrm>
            <a:off x="10325828" y="8354102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0" name="橢圓 49"/>
          <p:cNvSpPr/>
          <p:nvPr/>
        </p:nvSpPr>
        <p:spPr>
          <a:xfrm>
            <a:off x="13005659" y="8300664"/>
            <a:ext cx="324176" cy="3241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3" name="文字方塊 52"/>
          <p:cNvSpPr txBox="1"/>
          <p:nvPr/>
        </p:nvSpPr>
        <p:spPr>
          <a:xfrm>
            <a:off x="9014723" y="1649351"/>
            <a:ext cx="901809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3600" dirty="0"/>
              <a:t>Still not guarantee reaching global minima, but give some hope ……</a:t>
            </a:r>
            <a:endParaRPr lang="zh-TW" altLang="en-US" sz="3600" dirty="0"/>
          </a:p>
        </p:txBody>
      </p:sp>
      <p:grpSp>
        <p:nvGrpSpPr>
          <p:cNvPr id="78" name="群組 77"/>
          <p:cNvGrpSpPr/>
          <p:nvPr/>
        </p:nvGrpSpPr>
        <p:grpSpPr>
          <a:xfrm>
            <a:off x="7959855" y="4220733"/>
            <a:ext cx="5952729" cy="1998333"/>
            <a:chOff x="4244734" y="2308754"/>
            <a:chExt cx="3968486" cy="1332222"/>
          </a:xfrm>
        </p:grpSpPr>
        <p:cxnSp>
          <p:nvCxnSpPr>
            <p:cNvPr id="28" name="直線單箭頭接點 27"/>
            <p:cNvCxnSpPr/>
            <p:nvPr/>
          </p:nvCxnSpPr>
          <p:spPr>
            <a:xfrm>
              <a:off x="4257783" y="3482737"/>
              <a:ext cx="690196" cy="0"/>
            </a:xfrm>
            <a:prstGeom prst="straightConnector1">
              <a:avLst/>
            </a:prstGeom>
            <a:ln w="635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/>
            <p:nvPr/>
          </p:nvCxnSpPr>
          <p:spPr>
            <a:xfrm>
              <a:off x="4244734" y="2561247"/>
              <a:ext cx="690196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/>
                <p:cNvSpPr txBox="1"/>
                <p:nvPr/>
              </p:nvSpPr>
              <p:spPr>
                <a:xfrm>
                  <a:off x="4947979" y="2308754"/>
                  <a:ext cx="3265241" cy="430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3600" dirty="0"/>
                    <a:t>Negative of </a:t>
                  </a:r>
                  <a14:m>
                    <m:oMath xmlns:m="http://schemas.openxmlformats.org/officeDocument/2006/math"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∕</m:t>
                      </m:r>
                      <m:r>
                        <a:rPr lang="zh-TW" alt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1" name="文字方塊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7979" y="2308754"/>
                  <a:ext cx="3265241" cy="43010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直線單箭頭接點 31"/>
            <p:cNvCxnSpPr/>
            <p:nvPr/>
          </p:nvCxnSpPr>
          <p:spPr>
            <a:xfrm>
              <a:off x="4257783" y="3038871"/>
              <a:ext cx="690196" cy="0"/>
            </a:xfrm>
            <a:prstGeom prst="straightConnector1">
              <a:avLst/>
            </a:prstGeom>
            <a:ln w="63500">
              <a:solidFill>
                <a:srgbClr val="00B05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字方塊 32"/>
            <p:cNvSpPr txBox="1"/>
            <p:nvPr/>
          </p:nvSpPr>
          <p:spPr>
            <a:xfrm>
              <a:off x="4955188" y="2754441"/>
              <a:ext cx="2561545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Momentum</a:t>
              </a:r>
              <a:endParaRPr lang="zh-TW" altLang="en-US" sz="3600" dirty="0"/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4947979" y="3210869"/>
              <a:ext cx="2561545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3600" dirty="0"/>
                <a:t>Real Movement</a:t>
              </a:r>
              <a:endParaRPr lang="zh-TW" altLang="en-US" sz="3600" dirty="0"/>
            </a:p>
          </p:txBody>
        </p:sp>
      </p:grpSp>
      <p:cxnSp>
        <p:nvCxnSpPr>
          <p:cNvPr id="62" name="直線單箭頭接點 61"/>
          <p:cNvCxnSpPr/>
          <p:nvPr/>
        </p:nvCxnSpPr>
        <p:spPr>
          <a:xfrm>
            <a:off x="10650003" y="8288975"/>
            <a:ext cx="1165869" cy="0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>
            <a:off x="13221483" y="8214888"/>
            <a:ext cx="978636" cy="16797"/>
          </a:xfrm>
          <a:prstGeom prst="straightConnector1">
            <a:avLst/>
          </a:prstGeom>
          <a:ln w="63500">
            <a:solidFill>
              <a:srgbClr val="00B05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/>
          <p:nvPr/>
        </p:nvCxnSpPr>
        <p:spPr>
          <a:xfrm>
            <a:off x="7557417" y="8735307"/>
            <a:ext cx="1736292" cy="0"/>
          </a:xfrm>
          <a:prstGeom prst="straightConnector1">
            <a:avLst/>
          </a:prstGeom>
          <a:ln w="635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5" grpId="0" bldLvl="0" animBg="1"/>
      <p:bldP spid="18" grpId="0" bldLvl="0" animBg="1"/>
      <p:bldP spid="55" grpId="0" bldLvl="0" animBg="1"/>
      <p:bldP spid="68" grpId="0"/>
      <p:bldP spid="37" grpId="0" bldLvl="0" animBg="1"/>
      <p:bldP spid="46" grpId="0" bldLvl="0" animBg="1"/>
      <p:bldP spid="47" grpId="0" bldLvl="0" animBg="1"/>
      <p:bldP spid="49" grpId="0" bldLvl="0" animBg="1"/>
      <p:bldP spid="50" grpId="0" bldLvl="0" animBg="1"/>
      <p:bldP spid="5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Adam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2337447"/>
            <a:ext cx="10876492" cy="68508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文字方塊 5"/>
          <p:cNvSpPr txBox="1"/>
          <p:nvPr/>
        </p:nvSpPr>
        <p:spPr>
          <a:xfrm>
            <a:off x="16397654" y="8018584"/>
            <a:ext cx="309880" cy="1066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1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10360164" y="1155388"/>
            <a:ext cx="6037490" cy="7372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 err="1"/>
              <a:t>RMSProp</a:t>
            </a:r>
            <a:r>
              <a:rPr lang="en-US" altLang="zh-TW" sz="4200" dirty="0"/>
              <a:t> + Momentum </a:t>
            </a:r>
            <a:endParaRPr lang="zh-TW" altLang="en-US" sz="42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8267147" y="5099771"/>
            <a:ext cx="42141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for momentum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267147" y="5829876"/>
            <a:ext cx="284258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for </a:t>
            </a:r>
            <a:r>
              <a:rPr lang="en-US" altLang="zh-TW" sz="3600" dirty="0" err="1"/>
              <a:t>RMSprop</a:t>
            </a:r>
            <a:endParaRPr lang="zh-TW" altLang="en-US" sz="3600" dirty="0"/>
          </a:p>
        </p:txBody>
      </p:sp>
      <p:cxnSp>
        <p:nvCxnSpPr>
          <p:cNvPr id="10" name="直線單箭頭接點 9"/>
          <p:cNvCxnSpPr>
            <a:cxnSpLocks/>
          </p:cNvCxnSpPr>
          <p:nvPr/>
        </p:nvCxnSpPr>
        <p:spPr>
          <a:xfrm>
            <a:off x="7749086" y="5385052"/>
            <a:ext cx="437322" cy="74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cxnSpLocks/>
          </p:cNvCxnSpPr>
          <p:nvPr/>
        </p:nvCxnSpPr>
        <p:spPr>
          <a:xfrm>
            <a:off x="7749086" y="5762875"/>
            <a:ext cx="437322" cy="277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36FAAA-BCD0-4737-B7BF-714C4CFDEB51}">
  <ds:schemaRefs/>
</ds:datastoreItem>
</file>

<file path=customXml/itemProps2.xml><?xml version="1.0" encoding="utf-8"?>
<ds:datastoreItem xmlns:ds="http://schemas.openxmlformats.org/officeDocument/2006/customXml" ds:itemID="{3C6A4EEA-2556-441D-B20B-0657893061DE}">
  <ds:schemaRefs/>
</ds:datastoreItem>
</file>

<file path=customXml/itemProps3.xml><?xml version="1.0" encoding="utf-8"?>
<ds:datastoreItem xmlns:ds="http://schemas.openxmlformats.org/officeDocument/2006/customXml" ds:itemID="{BFA838ED-C12F-4A42-8E88-98BAC73D214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338</Words>
  <Application>Microsoft Macintosh PowerPoint</Application>
  <PresentationFormat>Custom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等线</vt:lpstr>
      <vt:lpstr>Arial</vt:lpstr>
      <vt:lpstr>Cambria Math</vt:lpstr>
      <vt:lpstr>Wingdings 2</vt:lpstr>
      <vt:lpstr>Breeze</vt:lpstr>
      <vt:lpstr> Adaptive Learning Rate</vt:lpstr>
      <vt:lpstr>Review: Vanilla Gradient Descent</vt:lpstr>
      <vt:lpstr>Momentum</vt:lpstr>
      <vt:lpstr>Momentum</vt:lpstr>
      <vt:lpstr>Momentum</vt:lpstr>
      <vt:lpstr>Adam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27</cp:revision>
  <dcterms:created xsi:type="dcterms:W3CDTF">2019-02-13T16:04:00Z</dcterms:created>
  <dcterms:modified xsi:type="dcterms:W3CDTF">2024-04-02T04:01:44Z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