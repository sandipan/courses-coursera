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66" r:id="rId5"/>
    <p:sldId id="277" r:id="rId6"/>
    <p:sldId id="292" r:id="rId7"/>
    <p:sldId id="293" r:id="rId8"/>
    <p:sldId id="294" r:id="rId9"/>
    <p:sldId id="295" r:id="rId10"/>
    <p:sldId id="296" r:id="rId11"/>
  </p:sldIdLst>
  <p:sldSz cx="18288000" cy="10287000"/>
  <p:notesSz cx="6858000" cy="9144000"/>
  <p:custDataLst>
    <p:tags r:id="rId1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224A5-8010-44C7-B417-9C2D8DCBF607}" v="11" dt="2024-03-17T23:06:58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553224A5-8010-44C7-B417-9C2D8DCBF607}"/>
    <pc:docChg chg="undo custSel addSld delSld modSld">
      <pc:chgData name="Kaiang Wen" userId="a219f04c-ae7d-4ada-9001-a33e528312f1" providerId="ADAL" clId="{553224A5-8010-44C7-B417-9C2D8DCBF607}" dt="2024-03-17T23:06:58.659" v="101" actId="14100"/>
      <pc:docMkLst>
        <pc:docMk/>
      </pc:docMkLst>
      <pc:sldChg chg="modSp add mod">
        <pc:chgData name="Kaiang Wen" userId="a219f04c-ae7d-4ada-9001-a33e528312f1" providerId="ADAL" clId="{553224A5-8010-44C7-B417-9C2D8DCBF607}" dt="2024-03-15T17:39:33.447" v="70" actId="1035"/>
        <pc:sldMkLst>
          <pc:docMk/>
          <pc:sldMk cId="0" sldId="277"/>
        </pc:sldMkLst>
        <pc:spChg chg="mod">
          <ac:chgData name="Kaiang Wen" userId="a219f04c-ae7d-4ada-9001-a33e528312f1" providerId="ADAL" clId="{553224A5-8010-44C7-B417-9C2D8DCBF607}" dt="2024-03-15T17:39:33.447" v="70" actId="1035"/>
          <ac:spMkLst>
            <pc:docMk/>
            <pc:sldMk cId="0" sldId="277"/>
            <ac:spMk id="33" creationId="{808578DC-4815-F27F-E160-46F8C283EDF2}"/>
          </ac:spMkLst>
        </pc:spChg>
      </pc:sldChg>
      <pc:sldChg chg="del">
        <pc:chgData name="Kaiang Wen" userId="a219f04c-ae7d-4ada-9001-a33e528312f1" providerId="ADAL" clId="{553224A5-8010-44C7-B417-9C2D8DCBF607}" dt="2024-03-15T17:39:50.077" v="71" actId="47"/>
        <pc:sldMkLst>
          <pc:docMk/>
          <pc:sldMk cId="0" sldId="291"/>
        </pc:sldMkLst>
      </pc:sldChg>
      <pc:sldChg chg="modSp mod">
        <pc:chgData name="Kaiang Wen" userId="a219f04c-ae7d-4ada-9001-a33e528312f1" providerId="ADAL" clId="{553224A5-8010-44C7-B417-9C2D8DCBF607}" dt="2024-03-17T23:06:58.659" v="101" actId="14100"/>
        <pc:sldMkLst>
          <pc:docMk/>
          <pc:sldMk cId="0" sldId="292"/>
        </pc:sldMkLst>
        <pc:spChg chg="mod">
          <ac:chgData name="Kaiang Wen" userId="a219f04c-ae7d-4ada-9001-a33e528312f1" providerId="ADAL" clId="{553224A5-8010-44C7-B417-9C2D8DCBF607}" dt="2024-03-17T23:06:58.659" v="101" actId="14100"/>
          <ac:spMkLst>
            <pc:docMk/>
            <pc:sldMk cId="0" sldId="292"/>
            <ac:spMk id="2" creationId="{00000000-0000-0000-0000-000000000000}"/>
          </ac:spMkLst>
        </pc:spChg>
        <pc:spChg chg="mod">
          <ac:chgData name="Kaiang Wen" userId="a219f04c-ae7d-4ada-9001-a33e528312f1" providerId="ADAL" clId="{553224A5-8010-44C7-B417-9C2D8DCBF607}" dt="2024-03-15T17:40:32.517" v="73" actId="13822"/>
          <ac:spMkLst>
            <pc:docMk/>
            <pc:sldMk cId="0" sldId="292"/>
            <ac:spMk id="39" creationId="{00000000-0000-0000-0000-000000000000}"/>
          </ac:spMkLst>
        </pc:spChg>
        <pc:spChg chg="mod">
          <ac:chgData name="Kaiang Wen" userId="a219f04c-ae7d-4ada-9001-a33e528312f1" providerId="ADAL" clId="{553224A5-8010-44C7-B417-9C2D8DCBF607}" dt="2024-03-15T17:40:11.083" v="72" actId="13822"/>
          <ac:spMkLst>
            <pc:docMk/>
            <pc:sldMk cId="0" sldId="292"/>
            <ac:spMk id="44" creationId="{00000000-0000-0000-0000-000000000000}"/>
          </ac:spMkLst>
        </pc:spChg>
        <pc:spChg chg="mod">
          <ac:chgData name="Kaiang Wen" userId="a219f04c-ae7d-4ada-9001-a33e528312f1" providerId="ADAL" clId="{553224A5-8010-44C7-B417-9C2D8DCBF607}" dt="2024-03-15T17:40:37.813" v="74" actId="13822"/>
          <ac:spMkLst>
            <pc:docMk/>
            <pc:sldMk cId="0" sldId="292"/>
            <ac:spMk id="48" creationId="{00000000-0000-0000-0000-000000000000}"/>
          </ac:spMkLst>
        </pc:spChg>
        <pc:grpChg chg="ord">
          <ac:chgData name="Kaiang Wen" userId="a219f04c-ae7d-4ada-9001-a33e528312f1" providerId="ADAL" clId="{553224A5-8010-44C7-B417-9C2D8DCBF607}" dt="2024-03-17T23:06:50.636" v="99" actId="167"/>
          <ac:grpSpMkLst>
            <pc:docMk/>
            <pc:sldMk cId="0" sldId="292"/>
            <ac:grpSpMk id="5" creationId="{00000000-0000-0000-0000-000000000000}"/>
          </ac:grpSpMkLst>
        </pc:grpChg>
      </pc:sldChg>
      <pc:sldChg chg="modSp mod">
        <pc:chgData name="Kaiang Wen" userId="a219f04c-ae7d-4ada-9001-a33e528312f1" providerId="ADAL" clId="{553224A5-8010-44C7-B417-9C2D8DCBF607}" dt="2024-03-15T17:42:33.360" v="76" actId="207"/>
        <pc:sldMkLst>
          <pc:docMk/>
          <pc:sldMk cId="0" sldId="293"/>
        </pc:sldMkLst>
        <pc:spChg chg="mod">
          <ac:chgData name="Kaiang Wen" userId="a219f04c-ae7d-4ada-9001-a33e528312f1" providerId="ADAL" clId="{553224A5-8010-44C7-B417-9C2D8DCBF607}" dt="2024-03-15T17:42:33.360" v="76" actId="207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Kaiang Wen" userId="a219f04c-ae7d-4ada-9001-a33e528312f1" providerId="ADAL" clId="{553224A5-8010-44C7-B417-9C2D8DCBF607}" dt="2024-03-15T18:34:05.934" v="87" actId="20577"/>
        <pc:sldMkLst>
          <pc:docMk/>
          <pc:sldMk cId="0" sldId="294"/>
        </pc:sldMkLst>
        <pc:spChg chg="mod">
          <ac:chgData name="Kaiang Wen" userId="a219f04c-ae7d-4ada-9001-a33e528312f1" providerId="ADAL" clId="{553224A5-8010-44C7-B417-9C2D8DCBF607}" dt="2024-03-15T18:34:05.934" v="87" actId="20577"/>
          <ac:spMkLst>
            <pc:docMk/>
            <pc:sldMk cId="0" sldId="294"/>
            <ac:spMk id="15" creationId="{00000000-0000-0000-0000-000000000000}"/>
          </ac:spMkLst>
        </pc:spChg>
      </pc:sldChg>
      <pc:sldChg chg="modSp mod">
        <pc:chgData name="Kaiang Wen" userId="a219f04c-ae7d-4ada-9001-a33e528312f1" providerId="ADAL" clId="{553224A5-8010-44C7-B417-9C2D8DCBF607}" dt="2024-03-15T18:35:36.861" v="98" actId="207"/>
        <pc:sldMkLst>
          <pc:docMk/>
          <pc:sldMk cId="0" sldId="295"/>
        </pc:sldMkLst>
        <pc:spChg chg="mod">
          <ac:chgData name="Kaiang Wen" userId="a219f04c-ae7d-4ada-9001-a33e528312f1" providerId="ADAL" clId="{553224A5-8010-44C7-B417-9C2D8DCBF607}" dt="2024-03-15T18:34:45.038" v="91" actId="207"/>
          <ac:spMkLst>
            <pc:docMk/>
            <pc:sldMk cId="0" sldId="295"/>
            <ac:spMk id="11" creationId="{00000000-0000-0000-0000-000000000000}"/>
          </ac:spMkLst>
        </pc:spChg>
        <pc:spChg chg="mod">
          <ac:chgData name="Kaiang Wen" userId="a219f04c-ae7d-4ada-9001-a33e528312f1" providerId="ADAL" clId="{553224A5-8010-44C7-B417-9C2D8DCBF607}" dt="2024-03-15T18:35:28.277" v="97" actId="207"/>
          <ac:spMkLst>
            <pc:docMk/>
            <pc:sldMk cId="0" sldId="295"/>
            <ac:spMk id="22" creationId="{00000000-0000-0000-0000-000000000000}"/>
          </ac:spMkLst>
        </pc:spChg>
        <pc:spChg chg="mod">
          <ac:chgData name="Kaiang Wen" userId="a219f04c-ae7d-4ada-9001-a33e528312f1" providerId="ADAL" clId="{553224A5-8010-44C7-B417-9C2D8DCBF607}" dt="2024-03-15T18:35:36.861" v="98" actId="207"/>
          <ac:spMkLst>
            <pc:docMk/>
            <pc:sldMk cId="0" sldId="295"/>
            <ac:spMk id="33" creationId="{00000000-0000-0000-0000-000000000000}"/>
          </ac:spMkLst>
        </pc:spChg>
        <pc:cxnChg chg="mod">
          <ac:chgData name="Kaiang Wen" userId="a219f04c-ae7d-4ada-9001-a33e528312f1" providerId="ADAL" clId="{553224A5-8010-44C7-B417-9C2D8DCBF607}" dt="2024-03-15T18:34:34.726" v="89" actId="14100"/>
          <ac:cxnSpMkLst>
            <pc:docMk/>
            <pc:sldMk cId="0" sldId="295"/>
            <ac:cxnSpMk id="37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9134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Adaptive Learning 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201333" y="460556"/>
            <a:ext cx="7564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1" y="7091350"/>
            <a:ext cx="4165368" cy="1419877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>
            <a:off x="7364918" y="193053"/>
            <a:ext cx="8338237" cy="6433859"/>
            <a:chOff x="773413" y="2230720"/>
            <a:chExt cx="5558825" cy="4289239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13" y="2230720"/>
              <a:ext cx="5558825" cy="416911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552825" y="6150812"/>
                  <a:ext cx="39285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2825" y="6150812"/>
                  <a:ext cx="392853" cy="36914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843326" y="4119935"/>
                  <a:ext cx="39666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396663" cy="36914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30496" y="161365"/>
            <a:ext cx="14152606" cy="1551434"/>
          </a:xfrm>
        </p:spPr>
        <p:txBody>
          <a:bodyPr/>
          <a:lstStyle/>
          <a:p>
            <a:pPr algn="l"/>
            <a:r>
              <a:rPr lang="en-US" altLang="zh-TW" dirty="0"/>
              <a:t>Review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 flipH="1">
            <a:off x="8113233" y="3303875"/>
            <a:ext cx="7040697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1644143" y="467103"/>
            <a:ext cx="0" cy="5673543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2307844" y="4096541"/>
            <a:ext cx="3124842" cy="12095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Larger Learning Rate</a:t>
            </a:r>
            <a:endParaRPr lang="zh-TW" altLang="en-US" sz="3600" dirty="0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9307469" y="4762155"/>
            <a:ext cx="3000375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164044" y="1027581"/>
            <a:ext cx="3124842" cy="120958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Smaller Learning Rate</a:t>
            </a:r>
            <a:endParaRPr lang="zh-TW" altLang="en-US" sz="3600" dirty="0"/>
          </a:p>
        </p:txBody>
      </p:sp>
      <p:cxnSp>
        <p:nvCxnSpPr>
          <p:cNvPr id="45" name="直線單箭頭接點 44"/>
          <p:cNvCxnSpPr/>
          <p:nvPr/>
        </p:nvCxnSpPr>
        <p:spPr>
          <a:xfrm rot="5400000" flipH="1">
            <a:off x="8226278" y="3742742"/>
            <a:ext cx="30003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3030496" y="5590484"/>
            <a:ext cx="28529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 err="1"/>
              <a:t>Adagrad</a:t>
            </a:r>
            <a:endParaRPr lang="zh-TW" altLang="en-US" sz="42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6053752" y="6861647"/>
                <a:ext cx="6464300" cy="1899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sz="4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4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4200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4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752" y="6861647"/>
                <a:ext cx="6464300" cy="1899920"/>
              </a:xfrm>
              <a:prstGeom prst="rect">
                <a:avLst/>
              </a:prstGeom>
              <a:blipFill rotWithShape="1">
                <a:blip r:embed="rId6"/>
                <a:stretch>
                  <a:fillRect l="-5" t="-25" r="-821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矩形 47"/>
          <p:cNvSpPr/>
          <p:nvPr/>
        </p:nvSpPr>
        <p:spPr>
          <a:xfrm>
            <a:off x="3629237" y="8992029"/>
            <a:ext cx="10443608" cy="7587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Use first derivative to estimate second derivative</a:t>
            </a:r>
            <a:endParaRPr lang="zh-TW" altLang="en-US" sz="3600" dirty="0"/>
          </a:p>
        </p:txBody>
      </p:sp>
      <p:cxnSp>
        <p:nvCxnSpPr>
          <p:cNvPr id="51" name="直線接點 50"/>
          <p:cNvCxnSpPr/>
          <p:nvPr/>
        </p:nvCxnSpPr>
        <p:spPr>
          <a:xfrm>
            <a:off x="9547893" y="8560029"/>
            <a:ext cx="2465607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10683993" y="8531330"/>
            <a:ext cx="2" cy="432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4" grpId="0" bldLvl="0" animBg="1"/>
      <p:bldP spid="3" grpId="0"/>
      <p:bldP spid="46" grpId="0"/>
      <p:bldP spid="4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RMSProp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610" y="3597593"/>
            <a:ext cx="10744200" cy="5286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9045324" y="8883968"/>
                <a:ext cx="5892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324" y="8883968"/>
                <a:ext cx="58928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65" t="-57" r="-1351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446685" y="5963781"/>
                <a:ext cx="5949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685" y="5963781"/>
                <a:ext cx="5949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91" t="-90" r="-12930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3604883" y="2594693"/>
            <a:ext cx="119559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Error Surface can be very complex when training NN.</a:t>
            </a:r>
            <a:endParaRPr lang="zh-TW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7866642" y="7053578"/>
            <a:ext cx="3124842" cy="12095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Larger Learning Rate</a:t>
            </a:r>
            <a:endParaRPr lang="zh-TW" altLang="en-US" sz="36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7928876" y="6761249"/>
            <a:ext cx="30003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927377" y="4468223"/>
            <a:ext cx="3124842" cy="120958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>
                    <a:lumMod val="90000"/>
                  </a:schemeClr>
                </a:solidFill>
              </a:rPr>
              <a:t>Smaller Learning Rate</a:t>
            </a:r>
            <a:endParaRPr lang="zh-TW" altLang="en-US" sz="36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3989610" y="4175894"/>
            <a:ext cx="30003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RMSProp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3217761" y="2271654"/>
                <a:ext cx="4069715" cy="1111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761" y="2271654"/>
                <a:ext cx="4069715" cy="1111250"/>
              </a:xfrm>
              <a:prstGeom prst="rect">
                <a:avLst/>
              </a:prstGeom>
              <a:blipFill rotWithShape="1">
                <a:blip r:embed="rId3"/>
                <a:stretch>
                  <a:fillRect l="-5" t="-23" r="-57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 rot="5400000">
                <a:off x="5029055" y="6398078"/>
                <a:ext cx="719067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029055" y="6398078"/>
                <a:ext cx="719067" cy="645795"/>
              </a:xfrm>
              <a:prstGeom prst="rect">
                <a:avLst/>
              </a:prstGeom>
              <a:blipFill rotWithShape="1">
                <a:blip r:embed="rId4"/>
                <a:stretch>
                  <a:fillRect l="5054" t="-5675" r="5136" b="-18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217761" y="3619883"/>
                <a:ext cx="4069715" cy="1109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761" y="3619883"/>
                <a:ext cx="4069715" cy="1109980"/>
              </a:xfrm>
              <a:prstGeom prst="rect">
                <a:avLst/>
              </a:prstGeom>
              <a:blipFill rotWithShape="1">
                <a:blip r:embed="rId5"/>
                <a:stretch>
                  <a:fillRect l="-5" t="-35" r="-57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2879844" y="7367370"/>
                <a:ext cx="4323715" cy="1103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844" y="7367370"/>
                <a:ext cx="4323715" cy="1103630"/>
              </a:xfrm>
              <a:prstGeom prst="rect">
                <a:avLst/>
              </a:prstGeom>
              <a:blipFill rotWithShape="1">
                <a:blip r:embed="rId6"/>
                <a:stretch>
                  <a:fillRect l="-3" t="-9" r="-98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8010631" y="2547361"/>
                <a:ext cx="1917065" cy="630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31" y="2547361"/>
                <a:ext cx="1917065" cy="630555"/>
              </a:xfrm>
              <a:prstGeom prst="rect">
                <a:avLst/>
              </a:prstGeom>
              <a:blipFill rotWithShape="1">
                <a:blip r:embed="rId7"/>
                <a:stretch>
                  <a:fillRect l="-6" t="-60" r="-377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8010632" y="3721853"/>
                <a:ext cx="6944995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4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32" y="3721853"/>
                <a:ext cx="6944995" cy="772160"/>
              </a:xfrm>
              <a:prstGeom prst="rect">
                <a:avLst/>
              </a:prstGeom>
              <a:blipFill rotWithShape="1">
                <a:blip r:embed="rId8"/>
                <a:stretch>
                  <a:fillRect l="-2" t="-15" r="-71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252236" y="5038778"/>
                <a:ext cx="4075430" cy="1111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236" y="5038778"/>
                <a:ext cx="4075430" cy="1111250"/>
              </a:xfrm>
              <a:prstGeom prst="rect">
                <a:avLst/>
              </a:prstGeom>
              <a:blipFill rotWithShape="1">
                <a:blip r:embed="rId9"/>
                <a:stretch>
                  <a:fillRect l="-10" t="-5" r="-48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957382" y="5202752"/>
                <a:ext cx="7016750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4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82" y="5202752"/>
                <a:ext cx="7016750" cy="772160"/>
              </a:xfrm>
              <a:prstGeom prst="rect">
                <a:avLst/>
              </a:prstGeom>
              <a:blipFill rotWithShape="1">
                <a:blip r:embed="rId10"/>
                <a:stretch>
                  <a:fillRect l="-3" t="-26" r="-18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8010632" y="7430634"/>
                <a:ext cx="7336155" cy="772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sz="4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32" y="7430634"/>
                <a:ext cx="7336155" cy="772160"/>
              </a:xfrm>
              <a:prstGeom prst="rect">
                <a:avLst/>
              </a:prstGeom>
              <a:blipFill rotWithShape="1">
                <a:blip r:embed="rId11"/>
                <a:stretch>
                  <a:fillRect l="-1" t="-65" r="-362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5680378" y="8471000"/>
            <a:ext cx="8494636" cy="13974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Root Mean Square of the gradients with previous gradients being decayed</a:t>
            </a:r>
            <a:endParaRPr lang="zh-TW" altLang="en-US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/>
      <p:bldP spid="12" grpId="0"/>
      <p:bldP spid="13" grpId="0"/>
      <p:bldP spid="1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接點 42"/>
          <p:cNvCxnSpPr/>
          <p:nvPr/>
        </p:nvCxnSpPr>
        <p:spPr>
          <a:xfrm>
            <a:off x="12002871" y="7672883"/>
            <a:ext cx="0" cy="109063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11506316" y="7198098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2" name="直線接點 41"/>
          <p:cNvCxnSpPr/>
          <p:nvPr/>
        </p:nvCxnSpPr>
        <p:spPr>
          <a:xfrm>
            <a:off x="9099993" y="6137156"/>
            <a:ext cx="0" cy="264392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6497691" y="6119603"/>
            <a:ext cx="0" cy="264392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4239402" y="4490273"/>
            <a:ext cx="0" cy="432009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4401491" y="8763522"/>
            <a:ext cx="1015466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 to find </a:t>
            </a:r>
            <a:br>
              <a:rPr lang="en-US" altLang="zh-TW" dirty="0"/>
            </a:br>
            <a:r>
              <a:rPr lang="en-US" altLang="zh-TW" dirty="0"/>
              <a:t>optimal network parameters</a:t>
            </a:r>
            <a:endParaRPr lang="zh-TW" altLang="en-US" dirty="0"/>
          </a:p>
        </p:txBody>
      </p:sp>
      <p:sp>
        <p:nvSpPr>
          <p:cNvPr id="6" name="手繪多邊形 5"/>
          <p:cNvSpPr/>
          <p:nvPr/>
        </p:nvSpPr>
        <p:spPr>
          <a:xfrm>
            <a:off x="3187214" y="2907846"/>
            <a:ext cx="11871813" cy="6312401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-1" fmla="*/ 0 w 7754816"/>
              <a:gd name="connsiteY0-2" fmla="*/ 0 h 4208267"/>
              <a:gd name="connsiteX1-3" fmla="*/ 1019908 w 7754816"/>
              <a:gd name="connsiteY1-4" fmla="*/ 2356339 h 4208267"/>
              <a:gd name="connsiteX2-5" fmla="*/ 3499339 w 7754816"/>
              <a:gd name="connsiteY2-6" fmla="*/ 2760785 h 4208267"/>
              <a:gd name="connsiteX3-7" fmla="*/ 5732254 w 7754816"/>
              <a:gd name="connsiteY3-8" fmla="*/ 3511062 h 4208267"/>
              <a:gd name="connsiteX4-9" fmla="*/ 5820508 w 7754816"/>
              <a:gd name="connsiteY4-10" fmla="*/ 2602523 h 4208267"/>
              <a:gd name="connsiteX5-11" fmla="*/ 6664570 w 7754816"/>
              <a:gd name="connsiteY5-12" fmla="*/ 2391508 h 4208267"/>
              <a:gd name="connsiteX6-13" fmla="*/ 7561385 w 7754816"/>
              <a:gd name="connsiteY6-14" fmla="*/ 3991708 h 4208267"/>
              <a:gd name="connsiteX7-15" fmla="*/ 7754816 w 7754816"/>
              <a:gd name="connsiteY7-16" fmla="*/ 4149970 h 4208267"/>
              <a:gd name="connsiteX0-17" fmla="*/ 0 w 7754816"/>
              <a:gd name="connsiteY0-18" fmla="*/ 0 h 4208267"/>
              <a:gd name="connsiteX1-19" fmla="*/ 1019908 w 7754816"/>
              <a:gd name="connsiteY1-20" fmla="*/ 2356339 h 4208267"/>
              <a:gd name="connsiteX2-21" fmla="*/ 3499339 w 7754816"/>
              <a:gd name="connsiteY2-22" fmla="*/ 2760785 h 4208267"/>
              <a:gd name="connsiteX3-23" fmla="*/ 5732254 w 7754816"/>
              <a:gd name="connsiteY3-24" fmla="*/ 3511062 h 4208267"/>
              <a:gd name="connsiteX4-25" fmla="*/ 6289268 w 7754816"/>
              <a:gd name="connsiteY4-26" fmla="*/ 2754923 h 4208267"/>
              <a:gd name="connsiteX5-27" fmla="*/ 6664570 w 7754816"/>
              <a:gd name="connsiteY5-28" fmla="*/ 2391508 h 4208267"/>
              <a:gd name="connsiteX6-29" fmla="*/ 7561385 w 7754816"/>
              <a:gd name="connsiteY6-30" fmla="*/ 3991708 h 4208267"/>
              <a:gd name="connsiteX7-31" fmla="*/ 7754816 w 7754816"/>
              <a:gd name="connsiteY7-32" fmla="*/ 4149970 h 4208267"/>
              <a:gd name="connsiteX0-33" fmla="*/ 0 w 7754816"/>
              <a:gd name="connsiteY0-34" fmla="*/ 0 h 4208267"/>
              <a:gd name="connsiteX1-35" fmla="*/ 1019908 w 7754816"/>
              <a:gd name="connsiteY1-36" fmla="*/ 2356339 h 4208267"/>
              <a:gd name="connsiteX2-37" fmla="*/ 3941312 w 7754816"/>
              <a:gd name="connsiteY2-38" fmla="*/ 2760785 h 4208267"/>
              <a:gd name="connsiteX3-39" fmla="*/ 5732254 w 7754816"/>
              <a:gd name="connsiteY3-40" fmla="*/ 3511062 h 4208267"/>
              <a:gd name="connsiteX4-41" fmla="*/ 6289268 w 7754816"/>
              <a:gd name="connsiteY4-42" fmla="*/ 2754923 h 4208267"/>
              <a:gd name="connsiteX5-43" fmla="*/ 6664570 w 7754816"/>
              <a:gd name="connsiteY5-44" fmla="*/ 2391508 h 4208267"/>
              <a:gd name="connsiteX6-45" fmla="*/ 7561385 w 7754816"/>
              <a:gd name="connsiteY6-46" fmla="*/ 3991708 h 4208267"/>
              <a:gd name="connsiteX7-47" fmla="*/ 7754816 w 7754816"/>
              <a:gd name="connsiteY7-48" fmla="*/ 4149970 h 4208267"/>
              <a:gd name="connsiteX0-49" fmla="*/ 0 w 7754816"/>
              <a:gd name="connsiteY0-50" fmla="*/ 0 h 4208267"/>
              <a:gd name="connsiteX1-51" fmla="*/ 1019908 w 7754816"/>
              <a:gd name="connsiteY1-52" fmla="*/ 2356339 h 4208267"/>
              <a:gd name="connsiteX2-53" fmla="*/ 3941312 w 7754816"/>
              <a:gd name="connsiteY2-54" fmla="*/ 2760785 h 4208267"/>
              <a:gd name="connsiteX3-55" fmla="*/ 5732254 w 7754816"/>
              <a:gd name="connsiteY3-56" fmla="*/ 3511062 h 4208267"/>
              <a:gd name="connsiteX4-57" fmla="*/ 6289268 w 7754816"/>
              <a:gd name="connsiteY4-58" fmla="*/ 2754923 h 4208267"/>
              <a:gd name="connsiteX5-59" fmla="*/ 6664570 w 7754816"/>
              <a:gd name="connsiteY5-60" fmla="*/ 2391508 h 4208267"/>
              <a:gd name="connsiteX6-61" fmla="*/ 7561385 w 7754816"/>
              <a:gd name="connsiteY6-62" fmla="*/ 3991708 h 4208267"/>
              <a:gd name="connsiteX7-63" fmla="*/ 7754816 w 7754816"/>
              <a:gd name="connsiteY7-64" fmla="*/ 4149970 h 4208267"/>
              <a:gd name="connsiteX0-65" fmla="*/ 0 w 7754816"/>
              <a:gd name="connsiteY0-66" fmla="*/ 0 h 4208267"/>
              <a:gd name="connsiteX1-67" fmla="*/ 1314558 w 7754816"/>
              <a:gd name="connsiteY1-68" fmla="*/ 2225710 h 4208267"/>
              <a:gd name="connsiteX2-69" fmla="*/ 3941312 w 7754816"/>
              <a:gd name="connsiteY2-70" fmla="*/ 2760785 h 4208267"/>
              <a:gd name="connsiteX3-71" fmla="*/ 5732254 w 7754816"/>
              <a:gd name="connsiteY3-72" fmla="*/ 3511062 h 4208267"/>
              <a:gd name="connsiteX4-73" fmla="*/ 6289268 w 7754816"/>
              <a:gd name="connsiteY4-74" fmla="*/ 2754923 h 4208267"/>
              <a:gd name="connsiteX5-75" fmla="*/ 6664570 w 7754816"/>
              <a:gd name="connsiteY5-76" fmla="*/ 2391508 h 4208267"/>
              <a:gd name="connsiteX6-77" fmla="*/ 7561385 w 7754816"/>
              <a:gd name="connsiteY6-78" fmla="*/ 3991708 h 4208267"/>
              <a:gd name="connsiteX7-79" fmla="*/ 7754816 w 7754816"/>
              <a:gd name="connsiteY7-80" fmla="*/ 4149970 h 4208267"/>
              <a:gd name="connsiteX0-81" fmla="*/ 0 w 7754816"/>
              <a:gd name="connsiteY0-82" fmla="*/ 0 h 4208267"/>
              <a:gd name="connsiteX1-83" fmla="*/ 1314558 w 7754816"/>
              <a:gd name="connsiteY1-84" fmla="*/ 2225710 h 4208267"/>
              <a:gd name="connsiteX2-85" fmla="*/ 3767202 w 7754816"/>
              <a:gd name="connsiteY2-86" fmla="*/ 2717243 h 4208267"/>
              <a:gd name="connsiteX3-87" fmla="*/ 5732254 w 7754816"/>
              <a:gd name="connsiteY3-88" fmla="*/ 3511062 h 4208267"/>
              <a:gd name="connsiteX4-89" fmla="*/ 6289268 w 7754816"/>
              <a:gd name="connsiteY4-90" fmla="*/ 2754923 h 4208267"/>
              <a:gd name="connsiteX5-91" fmla="*/ 6664570 w 7754816"/>
              <a:gd name="connsiteY5-92" fmla="*/ 2391508 h 4208267"/>
              <a:gd name="connsiteX6-93" fmla="*/ 7561385 w 7754816"/>
              <a:gd name="connsiteY6-94" fmla="*/ 3991708 h 4208267"/>
              <a:gd name="connsiteX7-95" fmla="*/ 7754816 w 7754816"/>
              <a:gd name="connsiteY7-96" fmla="*/ 4149970 h 4208267"/>
              <a:gd name="connsiteX0-97" fmla="*/ 0 w 7754816"/>
              <a:gd name="connsiteY0-98" fmla="*/ 0 h 4208267"/>
              <a:gd name="connsiteX1-99" fmla="*/ 1314558 w 7754816"/>
              <a:gd name="connsiteY1-100" fmla="*/ 2225710 h 4208267"/>
              <a:gd name="connsiteX2-101" fmla="*/ 3767202 w 7754816"/>
              <a:gd name="connsiteY2-102" fmla="*/ 2717243 h 4208267"/>
              <a:gd name="connsiteX3-103" fmla="*/ 5732254 w 7754816"/>
              <a:gd name="connsiteY3-104" fmla="*/ 3511062 h 4208267"/>
              <a:gd name="connsiteX4-105" fmla="*/ 6289268 w 7754816"/>
              <a:gd name="connsiteY4-106" fmla="*/ 2754923 h 4208267"/>
              <a:gd name="connsiteX5-107" fmla="*/ 6664570 w 7754816"/>
              <a:gd name="connsiteY5-108" fmla="*/ 2391508 h 4208267"/>
              <a:gd name="connsiteX6-109" fmla="*/ 7561385 w 7754816"/>
              <a:gd name="connsiteY6-110" fmla="*/ 3991708 h 4208267"/>
              <a:gd name="connsiteX7-111" fmla="*/ 7754816 w 7754816"/>
              <a:gd name="connsiteY7-112" fmla="*/ 4149970 h 4208267"/>
              <a:gd name="connsiteX0-113" fmla="*/ 0 w 7754816"/>
              <a:gd name="connsiteY0-114" fmla="*/ 0 h 4208267"/>
              <a:gd name="connsiteX1-115" fmla="*/ 1314558 w 7754816"/>
              <a:gd name="connsiteY1-116" fmla="*/ 2225710 h 4208267"/>
              <a:gd name="connsiteX2-117" fmla="*/ 3823199 w 7754816"/>
              <a:gd name="connsiteY2-118" fmla="*/ 2698193 h 4208267"/>
              <a:gd name="connsiteX3-119" fmla="*/ 5732254 w 7754816"/>
              <a:gd name="connsiteY3-120" fmla="*/ 3511062 h 4208267"/>
              <a:gd name="connsiteX4-121" fmla="*/ 6289268 w 7754816"/>
              <a:gd name="connsiteY4-122" fmla="*/ 2754923 h 4208267"/>
              <a:gd name="connsiteX5-123" fmla="*/ 6664570 w 7754816"/>
              <a:gd name="connsiteY5-124" fmla="*/ 2391508 h 4208267"/>
              <a:gd name="connsiteX6-125" fmla="*/ 7561385 w 7754816"/>
              <a:gd name="connsiteY6-126" fmla="*/ 3991708 h 4208267"/>
              <a:gd name="connsiteX7-127" fmla="*/ 7754816 w 7754816"/>
              <a:gd name="connsiteY7-128" fmla="*/ 4149970 h 42082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8625210" y="6002309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2902764" y="8976090"/>
            <a:ext cx="1264203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3530112" y="2745627"/>
            <a:ext cx="0" cy="65442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3456814" y="2610867"/>
            <a:ext cx="145240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Total</a:t>
            </a:r>
          </a:p>
          <a:p>
            <a:pPr algn="ctr"/>
            <a:r>
              <a:rPr lang="en-US" altLang="zh-TW" sz="3600" dirty="0"/>
              <a:t>Loss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583796" y="9235022"/>
            <a:ext cx="779366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The value of a network parameter w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606085" y="2961408"/>
            <a:ext cx="4054749" cy="1383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Very slow at the </a:t>
            </a:r>
            <a:r>
              <a:rPr lang="en-US" altLang="zh-TW" sz="4200" b="1" dirty="0">
                <a:solidFill>
                  <a:schemeClr val="bg2"/>
                </a:solidFill>
              </a:rPr>
              <a:t>plateau</a:t>
            </a:r>
            <a:endParaRPr lang="zh-TW" altLang="en-US" sz="4200" dirty="0">
              <a:solidFill>
                <a:schemeClr val="bg2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864778" y="5455683"/>
            <a:ext cx="5658032" cy="73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chemeClr val="bg2"/>
                </a:solidFill>
              </a:rPr>
              <a:t>Stuck at local minima</a:t>
            </a:r>
            <a:endParaRPr lang="zh-TW" altLang="en-US" sz="4200" dirty="0">
              <a:solidFill>
                <a:schemeClr val="bg2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3800207" y="4015488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12179265" y="7558976"/>
                <a:ext cx="1933037" cy="119888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9265" y="7558976"/>
                <a:ext cx="1933037" cy="1198880"/>
              </a:xfrm>
              <a:prstGeom prst="rect">
                <a:avLst/>
              </a:prstGeom>
              <a:blipFill rotWithShape="1">
                <a:blip r:embed="rId3"/>
                <a:stretch>
                  <a:fillRect l="-360" t="-577" r="-325" b="-291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/>
          <p:cNvSpPr/>
          <p:nvPr/>
        </p:nvSpPr>
        <p:spPr>
          <a:xfrm>
            <a:off x="6022907" y="5814513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8767382" y="4272063"/>
            <a:ext cx="5433647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Stuck at saddle point</a:t>
            </a:r>
            <a:endParaRPr lang="zh-TW" altLang="en-US" sz="4200" dirty="0">
              <a:solidFill>
                <a:schemeClr val="bg2"/>
              </a:solidFill>
            </a:endParaRPr>
          </a:p>
        </p:txBody>
      </p:sp>
      <p:cxnSp>
        <p:nvCxnSpPr>
          <p:cNvPr id="34" name="直線單箭頭接點 33"/>
          <p:cNvCxnSpPr>
            <a:stCxn id="24" idx="7"/>
          </p:cNvCxnSpPr>
          <p:nvPr/>
        </p:nvCxnSpPr>
        <p:spPr>
          <a:xfrm flipV="1">
            <a:off x="12316824" y="6240515"/>
            <a:ext cx="513351" cy="10966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9341819" y="4965057"/>
            <a:ext cx="517410" cy="115454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cxnSpLocks/>
            <a:stCxn id="30" idx="7"/>
            <a:endCxn id="11" idx="2"/>
          </p:cNvCxnSpPr>
          <p:nvPr/>
        </p:nvCxnSpPr>
        <p:spPr>
          <a:xfrm flipV="1">
            <a:off x="6833415" y="4345073"/>
            <a:ext cx="800045" cy="160850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9255437" y="7547372"/>
                <a:ext cx="1939027" cy="119888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437" y="7547372"/>
                <a:ext cx="1939027" cy="1198880"/>
              </a:xfrm>
              <a:prstGeom prst="rect">
                <a:avLst/>
              </a:prstGeom>
              <a:blipFill rotWithShape="1">
                <a:blip r:embed="rId4"/>
                <a:stretch>
                  <a:fillRect l="-344" t="-563" r="-325" b="-2933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6596258" y="7558788"/>
                <a:ext cx="1954788" cy="119888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258" y="7558788"/>
                <a:ext cx="1954788" cy="1198880"/>
              </a:xfrm>
              <a:prstGeom prst="rect">
                <a:avLst/>
              </a:prstGeom>
              <a:blipFill rotWithShape="1">
                <a:blip r:embed="rId5"/>
                <a:stretch>
                  <a:fillRect l="-351" t="-562" r="-318" b="-2934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橢圓 34"/>
          <p:cNvSpPr/>
          <p:nvPr/>
        </p:nvSpPr>
        <p:spPr>
          <a:xfrm>
            <a:off x="4077315" y="8814002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橢圓 37"/>
          <p:cNvSpPr/>
          <p:nvPr/>
        </p:nvSpPr>
        <p:spPr>
          <a:xfrm>
            <a:off x="6345207" y="8805453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9" name="橢圓 38"/>
          <p:cNvSpPr/>
          <p:nvPr/>
        </p:nvSpPr>
        <p:spPr>
          <a:xfrm>
            <a:off x="8937906" y="8768781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橢圓 39"/>
          <p:cNvSpPr/>
          <p:nvPr/>
        </p:nvSpPr>
        <p:spPr>
          <a:xfrm>
            <a:off x="11849774" y="8781075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9" grpId="0" bldLvl="0" animBg="1"/>
      <p:bldP spid="11" grpId="0" bldLvl="0" animBg="1"/>
      <p:bldP spid="22" grpId="0" bldLvl="0" animBg="1"/>
      <p:bldP spid="28" grpId="0" bldLvl="0" animBg="1"/>
      <p:bldP spid="30" grpId="0" bldLvl="0" animBg="1"/>
      <p:bldP spid="33" grpId="0" bldLvl="0" animBg="1"/>
      <p:bldP spid="26" grpId="0" bldLvl="0" animBg="1"/>
      <p:bldP spid="29" grpId="0" bldLvl="0" animBg="1"/>
      <p:bldP spid="38" grpId="0" bldLvl="0" animBg="1"/>
      <p:bldP spid="39" grpId="0" bldLvl="0" animBg="1"/>
      <p:bldP spid="4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 physical world</a:t>
            </a:r>
            <a:r>
              <a:rPr lang="zh-TW" altLang="en-US" dirty="0"/>
              <a:t> </a:t>
            </a:r>
            <a:r>
              <a:rPr lang="en-US" altLang="zh-TW" dirty="0"/>
              <a:t>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p:sp>
        <p:nvSpPr>
          <p:cNvPr id="6" name="手繪多邊形 5"/>
          <p:cNvSpPr/>
          <p:nvPr/>
        </p:nvSpPr>
        <p:spPr>
          <a:xfrm>
            <a:off x="3631223" y="3778704"/>
            <a:ext cx="11632224" cy="6312401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436685" y="1896208"/>
                  <a:pt x="1019908" y="2356339"/>
                </a:cubicBezTo>
                <a:cubicBezTo>
                  <a:pt x="1603131" y="2816470"/>
                  <a:pt x="2872154" y="2631831"/>
                  <a:pt x="3499339" y="2760785"/>
                </a:cubicBezTo>
                <a:cubicBezTo>
                  <a:pt x="4126524" y="2889739"/>
                  <a:pt x="4396154" y="3156439"/>
                  <a:pt x="4783016" y="3130062"/>
                </a:cubicBezTo>
                <a:cubicBezTo>
                  <a:pt x="5169878" y="3103685"/>
                  <a:pt x="5506916" y="2725615"/>
                  <a:pt x="5820508" y="2602523"/>
                </a:cubicBezTo>
                <a:cubicBezTo>
                  <a:pt x="6134100" y="2479431"/>
                  <a:pt x="6374424" y="2159977"/>
                  <a:pt x="6664570" y="2391508"/>
                </a:cubicBezTo>
                <a:cubicBezTo>
                  <a:pt x="6954716" y="26230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橢圓 6"/>
          <p:cNvSpPr/>
          <p:nvPr/>
        </p:nvSpPr>
        <p:spPr>
          <a:xfrm>
            <a:off x="3868614" y="3576300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6180992" y="6706362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10769475" y="6934904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4580790" y="4728273"/>
            <a:ext cx="474785" cy="166174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7429494" y="7338642"/>
            <a:ext cx="1200969" cy="9724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11857517" y="7040414"/>
            <a:ext cx="743763" cy="21910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7429494" y="4218681"/>
            <a:ext cx="762953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How about put this phenomenon in gradient descent?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196</Words>
  <Application>Microsoft Macintosh PowerPoint</Application>
  <PresentationFormat>Custom</PresentationFormat>
  <Paragraphs>58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Arial</vt:lpstr>
      <vt:lpstr>Cambria Math</vt:lpstr>
      <vt:lpstr>Wingdings 2</vt:lpstr>
      <vt:lpstr>Breeze</vt:lpstr>
      <vt:lpstr>Adaptive Learning Rate</vt:lpstr>
      <vt:lpstr>PowerPoint Presentation</vt:lpstr>
      <vt:lpstr>Review</vt:lpstr>
      <vt:lpstr>RMSProp</vt:lpstr>
      <vt:lpstr>RMSProp</vt:lpstr>
      <vt:lpstr>Hard to find  optimal network parameters</vt:lpstr>
      <vt:lpstr>In physical world ……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26</cp:revision>
  <dcterms:created xsi:type="dcterms:W3CDTF">2019-02-13T16:04:00Z</dcterms:created>
  <dcterms:modified xsi:type="dcterms:W3CDTF">2024-04-02T03:43:18Z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