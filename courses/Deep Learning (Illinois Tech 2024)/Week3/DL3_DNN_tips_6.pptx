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8"/>
  </p:notesMasterIdLst>
  <p:sldIdLst>
    <p:sldId id="266" r:id="rId5"/>
    <p:sldId id="277" r:id="rId6"/>
    <p:sldId id="310" r:id="rId7"/>
    <p:sldId id="311" r:id="rId8"/>
    <p:sldId id="312" r:id="rId9"/>
    <p:sldId id="313" r:id="rId10"/>
    <p:sldId id="314" r:id="rId11"/>
    <p:sldId id="315" r:id="rId12"/>
    <p:sldId id="316" r:id="rId13"/>
    <p:sldId id="317" r:id="rId14"/>
    <p:sldId id="318" r:id="rId15"/>
    <p:sldId id="319" r:id="rId16"/>
    <p:sldId id="274" r:id="rId17"/>
  </p:sldIdLst>
  <p:sldSz cx="18288000" cy="10287000"/>
  <p:notesSz cx="6858000" cy="9144000"/>
  <p:custDataLst>
    <p:tags r:id="rId19"/>
  </p:custDataLst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1" userDrawn="1">
          <p15:clr>
            <a:srgbClr val="A4A3A4"/>
          </p15:clr>
        </p15:guide>
        <p15:guide id="2" pos="575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CD3D3E-2EBA-46DB-9167-46A8B2D1D251}" v="4" dt="2024-03-17T23:05:54.6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7"/>
    <p:restoredTop sz="93741"/>
  </p:normalViewPr>
  <p:slideViewPr>
    <p:cSldViewPr snapToGrid="0" snapToObjects="1" showGuides="1">
      <p:cViewPr varScale="1">
        <p:scale>
          <a:sx n="75" d="100"/>
          <a:sy n="75" d="100"/>
        </p:scale>
        <p:origin x="624" y="168"/>
      </p:cViewPr>
      <p:guideLst>
        <p:guide orient="horz" pos="3241"/>
        <p:guide pos="57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iang Wen" userId="a219f04c-ae7d-4ada-9001-a33e528312f1" providerId="ADAL" clId="{E7CD3D3E-2EBA-46DB-9167-46A8B2D1D251}"/>
    <pc:docChg chg="addSld delSld modSld">
      <pc:chgData name="Kaiang Wen" userId="a219f04c-ae7d-4ada-9001-a33e528312f1" providerId="ADAL" clId="{E7CD3D3E-2EBA-46DB-9167-46A8B2D1D251}" dt="2024-03-17T23:06:11.008" v="117" actId="47"/>
      <pc:docMkLst>
        <pc:docMk/>
      </pc:docMkLst>
      <pc:sldChg chg="add">
        <pc:chgData name="Kaiang Wen" userId="a219f04c-ae7d-4ada-9001-a33e528312f1" providerId="ADAL" clId="{E7CD3D3E-2EBA-46DB-9167-46A8B2D1D251}" dt="2024-03-17T23:05:54.625" v="116"/>
        <pc:sldMkLst>
          <pc:docMk/>
          <pc:sldMk cId="0" sldId="274"/>
        </pc:sldMkLst>
      </pc:sldChg>
      <pc:sldChg chg="modSp add mod">
        <pc:chgData name="Kaiang Wen" userId="a219f04c-ae7d-4ada-9001-a33e528312f1" providerId="ADAL" clId="{E7CD3D3E-2EBA-46DB-9167-46A8B2D1D251}" dt="2024-03-17T23:02:00.138" v="1" actId="1076"/>
        <pc:sldMkLst>
          <pc:docMk/>
          <pc:sldMk cId="0" sldId="277"/>
        </pc:sldMkLst>
        <pc:spChg chg="mod">
          <ac:chgData name="Kaiang Wen" userId="a219f04c-ae7d-4ada-9001-a33e528312f1" providerId="ADAL" clId="{E7CD3D3E-2EBA-46DB-9167-46A8B2D1D251}" dt="2024-03-17T23:02:00.138" v="1" actId="1076"/>
          <ac:spMkLst>
            <pc:docMk/>
            <pc:sldMk cId="0" sldId="277"/>
            <ac:spMk id="33" creationId="{808578DC-4815-F27F-E160-46F8C283EDF2}"/>
          </ac:spMkLst>
        </pc:spChg>
      </pc:sldChg>
      <pc:sldChg chg="del">
        <pc:chgData name="Kaiang Wen" userId="a219f04c-ae7d-4ada-9001-a33e528312f1" providerId="ADAL" clId="{E7CD3D3E-2EBA-46DB-9167-46A8B2D1D251}" dt="2024-03-17T23:02:02.381" v="2" actId="47"/>
        <pc:sldMkLst>
          <pc:docMk/>
          <pc:sldMk cId="0" sldId="309"/>
        </pc:sldMkLst>
      </pc:sldChg>
      <pc:sldChg chg="modSp mod">
        <pc:chgData name="Kaiang Wen" userId="a219f04c-ae7d-4ada-9001-a33e528312f1" providerId="ADAL" clId="{E7CD3D3E-2EBA-46DB-9167-46A8B2D1D251}" dt="2024-03-17T23:02:13.976" v="3" actId="14100"/>
        <pc:sldMkLst>
          <pc:docMk/>
          <pc:sldMk cId="0" sldId="310"/>
        </pc:sldMkLst>
        <pc:spChg chg="mod">
          <ac:chgData name="Kaiang Wen" userId="a219f04c-ae7d-4ada-9001-a33e528312f1" providerId="ADAL" clId="{E7CD3D3E-2EBA-46DB-9167-46A8B2D1D251}" dt="2024-03-17T23:02:13.976" v="3" actId="14100"/>
          <ac:spMkLst>
            <pc:docMk/>
            <pc:sldMk cId="0" sldId="310"/>
            <ac:spMk id="119" creationId="{00000000-0000-0000-0000-000000000000}"/>
          </ac:spMkLst>
        </pc:spChg>
      </pc:sldChg>
      <pc:sldChg chg="modSp mod">
        <pc:chgData name="Kaiang Wen" userId="a219f04c-ae7d-4ada-9001-a33e528312f1" providerId="ADAL" clId="{E7CD3D3E-2EBA-46DB-9167-46A8B2D1D251}" dt="2024-03-17T23:02:29.307" v="6" actId="14100"/>
        <pc:sldMkLst>
          <pc:docMk/>
          <pc:sldMk cId="0" sldId="311"/>
        </pc:sldMkLst>
        <pc:spChg chg="mod">
          <ac:chgData name="Kaiang Wen" userId="a219f04c-ae7d-4ada-9001-a33e528312f1" providerId="ADAL" clId="{E7CD3D3E-2EBA-46DB-9167-46A8B2D1D251}" dt="2024-03-17T23:02:29.307" v="6" actId="14100"/>
          <ac:spMkLst>
            <pc:docMk/>
            <pc:sldMk cId="0" sldId="311"/>
            <ac:spMk id="40" creationId="{00000000-0000-0000-0000-000000000000}"/>
          </ac:spMkLst>
        </pc:spChg>
        <pc:spChg chg="mod">
          <ac:chgData name="Kaiang Wen" userId="a219f04c-ae7d-4ada-9001-a33e528312f1" providerId="ADAL" clId="{E7CD3D3E-2EBA-46DB-9167-46A8B2D1D251}" dt="2024-03-17T23:02:23.529" v="4" actId="14100"/>
          <ac:spMkLst>
            <pc:docMk/>
            <pc:sldMk cId="0" sldId="311"/>
            <ac:spMk id="117" creationId="{00000000-0000-0000-0000-000000000000}"/>
          </ac:spMkLst>
        </pc:spChg>
        <pc:spChg chg="mod">
          <ac:chgData name="Kaiang Wen" userId="a219f04c-ae7d-4ada-9001-a33e528312f1" providerId="ADAL" clId="{E7CD3D3E-2EBA-46DB-9167-46A8B2D1D251}" dt="2024-03-17T23:02:26.575" v="5" actId="14100"/>
          <ac:spMkLst>
            <pc:docMk/>
            <pc:sldMk cId="0" sldId="311"/>
            <ac:spMk id="123" creationId="{00000000-0000-0000-0000-000000000000}"/>
          </ac:spMkLst>
        </pc:spChg>
      </pc:sldChg>
      <pc:sldChg chg="modSp mod">
        <pc:chgData name="Kaiang Wen" userId="a219f04c-ae7d-4ada-9001-a33e528312f1" providerId="ADAL" clId="{E7CD3D3E-2EBA-46DB-9167-46A8B2D1D251}" dt="2024-03-17T23:03:06.278" v="80" actId="1035"/>
        <pc:sldMkLst>
          <pc:docMk/>
          <pc:sldMk cId="0" sldId="312"/>
        </pc:sldMkLst>
        <pc:spChg chg="mod">
          <ac:chgData name="Kaiang Wen" userId="a219f04c-ae7d-4ada-9001-a33e528312f1" providerId="ADAL" clId="{E7CD3D3E-2EBA-46DB-9167-46A8B2D1D251}" dt="2024-03-17T23:03:03.787" v="75" actId="1035"/>
          <ac:spMkLst>
            <pc:docMk/>
            <pc:sldMk cId="0" sldId="312"/>
            <ac:spMk id="71" creationId="{00000000-0000-0000-0000-000000000000}"/>
          </ac:spMkLst>
        </pc:spChg>
        <pc:spChg chg="mod">
          <ac:chgData name="Kaiang Wen" userId="a219f04c-ae7d-4ada-9001-a33e528312f1" providerId="ADAL" clId="{E7CD3D3E-2EBA-46DB-9167-46A8B2D1D251}" dt="2024-03-17T23:03:06.278" v="80" actId="1035"/>
          <ac:spMkLst>
            <pc:docMk/>
            <pc:sldMk cId="0" sldId="312"/>
            <ac:spMk id="73" creationId="{00000000-0000-0000-0000-000000000000}"/>
          </ac:spMkLst>
        </pc:spChg>
        <pc:spChg chg="mod">
          <ac:chgData name="Kaiang Wen" userId="a219f04c-ae7d-4ada-9001-a33e528312f1" providerId="ADAL" clId="{E7CD3D3E-2EBA-46DB-9167-46A8B2D1D251}" dt="2024-03-17T23:02:55.625" v="29" actId="1036"/>
          <ac:spMkLst>
            <pc:docMk/>
            <pc:sldMk cId="0" sldId="312"/>
            <ac:spMk id="77" creationId="{00000000-0000-0000-0000-000000000000}"/>
          </ac:spMkLst>
        </pc:spChg>
      </pc:sldChg>
      <pc:sldChg chg="modSp mod">
        <pc:chgData name="Kaiang Wen" userId="a219f04c-ae7d-4ada-9001-a33e528312f1" providerId="ADAL" clId="{E7CD3D3E-2EBA-46DB-9167-46A8B2D1D251}" dt="2024-03-17T23:03:29.058" v="82" actId="207"/>
        <pc:sldMkLst>
          <pc:docMk/>
          <pc:sldMk cId="0" sldId="313"/>
        </pc:sldMkLst>
        <pc:spChg chg="mod">
          <ac:chgData name="Kaiang Wen" userId="a219f04c-ae7d-4ada-9001-a33e528312f1" providerId="ADAL" clId="{E7CD3D3E-2EBA-46DB-9167-46A8B2D1D251}" dt="2024-03-17T23:03:29.058" v="82" actId="207"/>
          <ac:spMkLst>
            <pc:docMk/>
            <pc:sldMk cId="0" sldId="313"/>
            <ac:spMk id="66" creationId="{00000000-0000-0000-0000-000000000000}"/>
          </ac:spMkLst>
        </pc:spChg>
      </pc:sldChg>
      <pc:sldChg chg="modSp mod">
        <pc:chgData name="Kaiang Wen" userId="a219f04c-ae7d-4ada-9001-a33e528312f1" providerId="ADAL" clId="{E7CD3D3E-2EBA-46DB-9167-46A8B2D1D251}" dt="2024-03-17T23:03:54.327" v="83" actId="1076"/>
        <pc:sldMkLst>
          <pc:docMk/>
          <pc:sldMk cId="0" sldId="314"/>
        </pc:sldMkLst>
        <pc:grpChg chg="mod">
          <ac:chgData name="Kaiang Wen" userId="a219f04c-ae7d-4ada-9001-a33e528312f1" providerId="ADAL" clId="{E7CD3D3E-2EBA-46DB-9167-46A8B2D1D251}" dt="2024-03-17T23:03:54.327" v="83" actId="1076"/>
          <ac:grpSpMkLst>
            <pc:docMk/>
            <pc:sldMk cId="0" sldId="314"/>
            <ac:grpSpMk id="93" creationId="{00000000-0000-0000-0000-000000000000}"/>
          </ac:grpSpMkLst>
        </pc:grpChg>
      </pc:sldChg>
      <pc:sldChg chg="modSp mod">
        <pc:chgData name="Kaiang Wen" userId="a219f04c-ae7d-4ada-9001-a33e528312f1" providerId="ADAL" clId="{E7CD3D3E-2EBA-46DB-9167-46A8B2D1D251}" dt="2024-03-17T23:04:24.767" v="108" actId="1038"/>
        <pc:sldMkLst>
          <pc:docMk/>
          <pc:sldMk cId="0" sldId="317"/>
        </pc:sldMkLst>
        <pc:spChg chg="mod">
          <ac:chgData name="Kaiang Wen" userId="a219f04c-ae7d-4ada-9001-a33e528312f1" providerId="ADAL" clId="{E7CD3D3E-2EBA-46DB-9167-46A8B2D1D251}" dt="2024-03-17T23:04:16.210" v="84" actId="207"/>
          <ac:spMkLst>
            <pc:docMk/>
            <pc:sldMk cId="0" sldId="317"/>
            <ac:spMk id="447" creationId="{00000000-0000-0000-0000-000000000000}"/>
          </ac:spMkLst>
        </pc:spChg>
        <pc:spChg chg="mod">
          <ac:chgData name="Kaiang Wen" userId="a219f04c-ae7d-4ada-9001-a33e528312f1" providerId="ADAL" clId="{E7CD3D3E-2EBA-46DB-9167-46A8B2D1D251}" dt="2024-03-17T23:04:24.767" v="108" actId="1038"/>
          <ac:spMkLst>
            <pc:docMk/>
            <pc:sldMk cId="0" sldId="317"/>
            <ac:spMk id="453" creationId="{00000000-0000-0000-0000-000000000000}"/>
          </ac:spMkLst>
        </pc:spChg>
        <pc:spChg chg="mod">
          <ac:chgData name="Kaiang Wen" userId="a219f04c-ae7d-4ada-9001-a33e528312f1" providerId="ADAL" clId="{E7CD3D3E-2EBA-46DB-9167-46A8B2D1D251}" dt="2024-03-17T23:04:24.767" v="108" actId="1038"/>
          <ac:spMkLst>
            <pc:docMk/>
            <pc:sldMk cId="0" sldId="317"/>
            <ac:spMk id="454" creationId="{00000000-0000-0000-0000-000000000000}"/>
          </ac:spMkLst>
        </pc:spChg>
        <pc:spChg chg="mod">
          <ac:chgData name="Kaiang Wen" userId="a219f04c-ae7d-4ada-9001-a33e528312f1" providerId="ADAL" clId="{E7CD3D3E-2EBA-46DB-9167-46A8B2D1D251}" dt="2024-03-17T23:04:16.210" v="84" actId="207"/>
          <ac:spMkLst>
            <pc:docMk/>
            <pc:sldMk cId="0" sldId="317"/>
            <ac:spMk id="455" creationId="{00000000-0000-0000-0000-000000000000}"/>
          </ac:spMkLst>
        </pc:spChg>
        <pc:spChg chg="mod">
          <ac:chgData name="Kaiang Wen" userId="a219f04c-ae7d-4ada-9001-a33e528312f1" providerId="ADAL" clId="{E7CD3D3E-2EBA-46DB-9167-46A8B2D1D251}" dt="2024-03-17T23:04:16.210" v="84" actId="207"/>
          <ac:spMkLst>
            <pc:docMk/>
            <pc:sldMk cId="0" sldId="317"/>
            <ac:spMk id="456" creationId="{00000000-0000-0000-0000-000000000000}"/>
          </ac:spMkLst>
        </pc:spChg>
        <pc:spChg chg="mod">
          <ac:chgData name="Kaiang Wen" userId="a219f04c-ae7d-4ada-9001-a33e528312f1" providerId="ADAL" clId="{E7CD3D3E-2EBA-46DB-9167-46A8B2D1D251}" dt="2024-03-17T23:04:16.210" v="84" actId="207"/>
          <ac:spMkLst>
            <pc:docMk/>
            <pc:sldMk cId="0" sldId="317"/>
            <ac:spMk id="457" creationId="{00000000-0000-0000-0000-000000000000}"/>
          </ac:spMkLst>
        </pc:spChg>
      </pc:sldChg>
      <pc:sldChg chg="modSp mod">
        <pc:chgData name="Kaiang Wen" userId="a219f04c-ae7d-4ada-9001-a33e528312f1" providerId="ADAL" clId="{E7CD3D3E-2EBA-46DB-9167-46A8B2D1D251}" dt="2024-03-17T23:05:08.886" v="115" actId="13822"/>
        <pc:sldMkLst>
          <pc:docMk/>
          <pc:sldMk cId="0" sldId="319"/>
        </pc:sldMkLst>
        <pc:cxnChg chg="mod">
          <ac:chgData name="Kaiang Wen" userId="a219f04c-ae7d-4ada-9001-a33e528312f1" providerId="ADAL" clId="{E7CD3D3E-2EBA-46DB-9167-46A8B2D1D251}" dt="2024-03-17T23:05:06.377" v="114" actId="13822"/>
          <ac:cxnSpMkLst>
            <pc:docMk/>
            <pc:sldMk cId="0" sldId="319"/>
            <ac:cxnSpMk id="10" creationId="{00000000-0000-0000-0000-000000000000}"/>
          </ac:cxnSpMkLst>
        </pc:cxnChg>
        <pc:cxnChg chg="mod">
          <ac:chgData name="Kaiang Wen" userId="a219f04c-ae7d-4ada-9001-a33e528312f1" providerId="ADAL" clId="{E7CD3D3E-2EBA-46DB-9167-46A8B2D1D251}" dt="2024-03-17T23:04:50.127" v="110" actId="13822"/>
          <ac:cxnSpMkLst>
            <pc:docMk/>
            <pc:sldMk cId="0" sldId="319"/>
            <ac:cxnSpMk id="24" creationId="{00000000-0000-0000-0000-000000000000}"/>
          </ac:cxnSpMkLst>
        </pc:cxnChg>
        <pc:cxnChg chg="mod">
          <ac:chgData name="Kaiang Wen" userId="a219f04c-ae7d-4ada-9001-a33e528312f1" providerId="ADAL" clId="{E7CD3D3E-2EBA-46DB-9167-46A8B2D1D251}" dt="2024-03-17T23:04:53.776" v="111" actId="13822"/>
          <ac:cxnSpMkLst>
            <pc:docMk/>
            <pc:sldMk cId="0" sldId="319"/>
            <ac:cxnSpMk id="31" creationId="{00000000-0000-0000-0000-000000000000}"/>
          </ac:cxnSpMkLst>
        </pc:cxnChg>
        <pc:cxnChg chg="mod">
          <ac:chgData name="Kaiang Wen" userId="a219f04c-ae7d-4ada-9001-a33e528312f1" providerId="ADAL" clId="{E7CD3D3E-2EBA-46DB-9167-46A8B2D1D251}" dt="2024-03-17T23:05:00.801" v="112" actId="13822"/>
          <ac:cxnSpMkLst>
            <pc:docMk/>
            <pc:sldMk cId="0" sldId="319"/>
            <ac:cxnSpMk id="38" creationId="{00000000-0000-0000-0000-000000000000}"/>
          </ac:cxnSpMkLst>
        </pc:cxnChg>
        <pc:cxnChg chg="mod">
          <ac:chgData name="Kaiang Wen" userId="a219f04c-ae7d-4ada-9001-a33e528312f1" providerId="ADAL" clId="{E7CD3D3E-2EBA-46DB-9167-46A8B2D1D251}" dt="2024-03-17T23:05:03.585" v="113" actId="13822"/>
          <ac:cxnSpMkLst>
            <pc:docMk/>
            <pc:sldMk cId="0" sldId="319"/>
            <ac:cxnSpMk id="45" creationId="{00000000-0000-0000-0000-000000000000}"/>
          </ac:cxnSpMkLst>
        </pc:cxnChg>
        <pc:cxnChg chg="mod">
          <ac:chgData name="Kaiang Wen" userId="a219f04c-ae7d-4ada-9001-a33e528312f1" providerId="ADAL" clId="{E7CD3D3E-2EBA-46DB-9167-46A8B2D1D251}" dt="2024-03-17T23:05:08.886" v="115" actId="13822"/>
          <ac:cxnSpMkLst>
            <pc:docMk/>
            <pc:sldMk cId="0" sldId="319"/>
            <ac:cxnSpMk id="76" creationId="{00000000-0000-0000-0000-000000000000}"/>
          </ac:cxnSpMkLst>
        </pc:cxnChg>
      </pc:sldChg>
      <pc:sldChg chg="del">
        <pc:chgData name="Kaiang Wen" userId="a219f04c-ae7d-4ada-9001-a33e528312f1" providerId="ADAL" clId="{E7CD3D3E-2EBA-46DB-9167-46A8B2D1D251}" dt="2024-03-17T23:06:11.008" v="117" actId="47"/>
        <pc:sldMkLst>
          <pc:docMk/>
          <pc:sldMk cId="0" sldId="320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#1">
  <dgm:title val=""/>
  <dgm:desc val=""/>
  <dgm:catLst>
    <dgm:cat type="colorful" pri="10400"/>
  </dgm:catLst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ABBEAF7-C373-4176-BC82-DCCB6D5E3E26}" type="doc">
      <dgm:prSet loTypeId="urn:microsoft.com/office/officeart/2005/8/layout/process4" loCatId="process" qsTypeId="urn:microsoft.com/office/officeart/2005/8/quickstyle/simple4#1" qsCatId="simple" csTypeId="urn:microsoft.com/office/officeart/2005/8/colors/colorful4#1" csCatId="colorful" phldr="1"/>
      <dgm:spPr/>
      <dgm:t>
        <a:bodyPr/>
        <a:lstStyle/>
        <a:p>
          <a:endParaRPr lang="zh-TW" altLang="en-US"/>
        </a:p>
      </dgm:t>
    </dgm:pt>
    <dgm:pt modelId="{801111EC-7761-4006-9B8D-BDD3478D6A0C}">
      <dgm:prSet phldrT="[文字]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dgm:style>
      </dgm:prSet>
      <dgm:spPr>
        <a:noFill/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dgm:spPr>
      <dgm:t>
        <a:bodyPr/>
        <a:lstStyle/>
        <a:p>
          <a:r>
            <a:rPr lang="en-US" altLang="zh-TW" sz="2800" dirty="0"/>
            <a:t>Step 1: define a set of function              </a:t>
          </a:r>
          <a:endParaRPr lang="zh-TW" altLang="en-US" sz="2800" dirty="0"/>
        </a:p>
      </dgm:t>
    </dgm:pt>
    <dgm:pt modelId="{741192AF-66D8-44B3-8D71-D609A9576CFF}" type="parTrans" cxnId="{7021B101-6AE5-4EA4-923F-149909DC3C09}">
      <dgm:prSet/>
      <dgm:spPr/>
      <dgm:t>
        <a:bodyPr/>
        <a:lstStyle/>
        <a:p>
          <a:endParaRPr lang="zh-TW" altLang="en-US" sz="2800"/>
        </a:p>
      </dgm:t>
    </dgm:pt>
    <dgm:pt modelId="{E857221A-734F-4396-A642-04F985B7D590}" type="sibTrans" cxnId="{7021B101-6AE5-4EA4-923F-149909DC3C09}">
      <dgm:prSet custT="1"/>
      <dgm:spPr/>
      <dgm:t>
        <a:bodyPr/>
        <a:lstStyle/>
        <a:p>
          <a:endParaRPr lang="zh-TW" altLang="en-US" sz="2800"/>
        </a:p>
      </dgm:t>
    </dgm:pt>
    <dgm:pt modelId="{68AF6AC4-A157-413E-A943-77A2B593809A}">
      <dgm:prSet phldrT="[文字]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dgm:style>
      </dgm:prSet>
      <dgm:spPr>
        <a:noFill/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</dgm:spPr>
      <dgm:t>
        <a:bodyPr/>
        <a:lstStyle/>
        <a:p>
          <a:r>
            <a:rPr lang="en-US" altLang="zh-TW" sz="2800" dirty="0"/>
            <a:t>Step 2: goodness of function</a:t>
          </a:r>
          <a:endParaRPr lang="zh-TW" altLang="en-US" sz="2800" dirty="0"/>
        </a:p>
      </dgm:t>
    </dgm:pt>
    <dgm:pt modelId="{A0FB97BE-4134-4DB4-88C2-019F601E5B07}" type="parTrans" cxnId="{E0F0CC33-1AFF-4E6F-8A92-7DBADF24B6A2}">
      <dgm:prSet/>
      <dgm:spPr/>
      <dgm:t>
        <a:bodyPr/>
        <a:lstStyle/>
        <a:p>
          <a:endParaRPr lang="zh-TW" altLang="en-US"/>
        </a:p>
      </dgm:t>
    </dgm:pt>
    <dgm:pt modelId="{B74A4E88-AC00-472F-AA92-0C3BFAD673FA}" type="sibTrans" cxnId="{E0F0CC33-1AFF-4E6F-8A92-7DBADF24B6A2}">
      <dgm:prSet/>
      <dgm:spPr/>
      <dgm:t>
        <a:bodyPr/>
        <a:lstStyle/>
        <a:p>
          <a:endParaRPr lang="zh-TW" altLang="en-US"/>
        </a:p>
      </dgm:t>
    </dgm:pt>
    <dgm:pt modelId="{838C9766-C422-41F6-872C-5F3EAAA9A94F}">
      <dgm:prSet phldrT="[文字]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dgm:style>
      </dgm:prSet>
      <dgm:spPr>
        <a:noFill/>
        <a:ln w="9525" cap="flat" cmpd="sng" algn="ctr">
          <a:solidFill>
            <a:schemeClr val="accent6"/>
          </a:solidFill>
          <a:prstDash val="solid"/>
          <a:round/>
          <a:headEnd type="none" w="med" len="med"/>
          <a:tailEnd type="none" w="med" len="med"/>
        </a:ln>
      </dgm:spPr>
      <dgm:t>
        <a:bodyPr/>
        <a:lstStyle/>
        <a:p>
          <a:r>
            <a:rPr lang="en-US" altLang="zh-TW" sz="2800" dirty="0"/>
            <a:t>Step 3: pick the best function</a:t>
          </a:r>
          <a:endParaRPr lang="zh-TW" altLang="en-US" sz="2800" dirty="0"/>
        </a:p>
      </dgm:t>
    </dgm:pt>
    <dgm:pt modelId="{ED85ABCC-1599-46D5-8D79-5F8D47102174}" type="parTrans" cxnId="{5DD8715A-6FCC-48EE-B11F-00E577A24C88}">
      <dgm:prSet/>
      <dgm:spPr/>
      <dgm:t>
        <a:bodyPr/>
        <a:lstStyle/>
        <a:p>
          <a:endParaRPr lang="zh-TW" altLang="en-US"/>
        </a:p>
      </dgm:t>
    </dgm:pt>
    <dgm:pt modelId="{0FA9D5B3-0255-46FC-86B3-C2800C42F094}" type="sibTrans" cxnId="{5DD8715A-6FCC-48EE-B11F-00E577A24C88}">
      <dgm:prSet/>
      <dgm:spPr/>
      <dgm:t>
        <a:bodyPr/>
        <a:lstStyle/>
        <a:p>
          <a:endParaRPr lang="zh-TW" altLang="en-US"/>
        </a:p>
      </dgm:t>
    </dgm:pt>
    <dgm:pt modelId="{6A493627-A8CE-458E-9FA6-3A00EC3686A2}" type="pres">
      <dgm:prSet presAssocID="{7ABBEAF7-C373-4176-BC82-DCCB6D5E3E26}" presName="Name0" presStyleCnt="0">
        <dgm:presLayoutVars>
          <dgm:dir/>
          <dgm:animLvl val="lvl"/>
          <dgm:resizeHandles val="exact"/>
        </dgm:presLayoutVars>
      </dgm:prSet>
      <dgm:spPr/>
    </dgm:pt>
    <dgm:pt modelId="{39CF3BA0-AA23-4949-AFA0-BDD50F26DB42}" type="pres">
      <dgm:prSet presAssocID="{838C9766-C422-41F6-872C-5F3EAAA9A94F}" presName="boxAndChildren" presStyleCnt="0"/>
      <dgm:spPr/>
    </dgm:pt>
    <dgm:pt modelId="{984FAD53-B753-4A58-A177-0DF55E30F75D}" type="pres">
      <dgm:prSet presAssocID="{838C9766-C422-41F6-872C-5F3EAAA9A94F}" presName="parentTextBox" presStyleLbl="node1" presStyleIdx="0" presStyleCnt="3"/>
      <dgm:spPr/>
    </dgm:pt>
    <dgm:pt modelId="{A1663AA5-740E-4FDF-ADD2-27E43D433575}" type="pres">
      <dgm:prSet presAssocID="{B74A4E88-AC00-472F-AA92-0C3BFAD673FA}" presName="sp" presStyleCnt="0"/>
      <dgm:spPr/>
    </dgm:pt>
    <dgm:pt modelId="{5C2994BA-95EC-4AC2-AFA4-1B22FBEBB354}" type="pres">
      <dgm:prSet presAssocID="{68AF6AC4-A157-413E-A943-77A2B593809A}" presName="arrowAndChildren" presStyleCnt="0"/>
      <dgm:spPr/>
    </dgm:pt>
    <dgm:pt modelId="{1E9D90BD-C08F-4B8E-BA1A-67740CDA9EFC}" type="pres">
      <dgm:prSet presAssocID="{68AF6AC4-A157-413E-A943-77A2B593809A}" presName="parentTextArrow" presStyleLbl="node1" presStyleIdx="1" presStyleCnt="3"/>
      <dgm:spPr/>
    </dgm:pt>
    <dgm:pt modelId="{6B7612A3-1F46-4536-B12F-8EF141796DD7}" type="pres">
      <dgm:prSet presAssocID="{E857221A-734F-4396-A642-04F985B7D590}" presName="sp" presStyleCnt="0"/>
      <dgm:spPr/>
    </dgm:pt>
    <dgm:pt modelId="{CF8B7011-CFF3-437B-8D62-509F4A4CAC99}" type="pres">
      <dgm:prSet presAssocID="{801111EC-7761-4006-9B8D-BDD3478D6A0C}" presName="arrowAndChildren" presStyleCnt="0"/>
      <dgm:spPr/>
    </dgm:pt>
    <dgm:pt modelId="{E824EC70-AE1E-4100-B32E-97CD66F66319}" type="pres">
      <dgm:prSet presAssocID="{801111EC-7761-4006-9B8D-BDD3478D6A0C}" presName="parentTextArrow" presStyleLbl="node1" presStyleIdx="2" presStyleCnt="3"/>
      <dgm:spPr/>
    </dgm:pt>
  </dgm:ptLst>
  <dgm:cxnLst>
    <dgm:cxn modelId="{7021B101-6AE5-4EA4-923F-149909DC3C09}" srcId="{7ABBEAF7-C373-4176-BC82-DCCB6D5E3E26}" destId="{801111EC-7761-4006-9B8D-BDD3478D6A0C}" srcOrd="0" destOrd="0" parTransId="{741192AF-66D8-44B3-8D71-D609A9576CFF}" sibTransId="{E857221A-734F-4396-A642-04F985B7D590}"/>
    <dgm:cxn modelId="{E0F0CC33-1AFF-4E6F-8A92-7DBADF24B6A2}" srcId="{7ABBEAF7-C373-4176-BC82-DCCB6D5E3E26}" destId="{68AF6AC4-A157-413E-A943-77A2B593809A}" srcOrd="1" destOrd="0" parTransId="{A0FB97BE-4134-4DB4-88C2-019F601E5B07}" sibTransId="{B74A4E88-AC00-472F-AA92-0C3BFAD673FA}"/>
    <dgm:cxn modelId="{C4C06B3F-5FD2-4A64-824C-3E63187AF6BF}" type="presOf" srcId="{801111EC-7761-4006-9B8D-BDD3478D6A0C}" destId="{E824EC70-AE1E-4100-B32E-97CD66F66319}" srcOrd="0" destOrd="0" presId="urn:microsoft.com/office/officeart/2005/8/layout/process4"/>
    <dgm:cxn modelId="{5DD8715A-6FCC-48EE-B11F-00E577A24C88}" srcId="{7ABBEAF7-C373-4176-BC82-DCCB6D5E3E26}" destId="{838C9766-C422-41F6-872C-5F3EAAA9A94F}" srcOrd="2" destOrd="0" parTransId="{ED85ABCC-1599-46D5-8D79-5F8D47102174}" sibTransId="{0FA9D5B3-0255-46FC-86B3-C2800C42F094}"/>
    <dgm:cxn modelId="{027E675B-E36E-41CB-AF05-682124408BAC}" type="presOf" srcId="{68AF6AC4-A157-413E-A943-77A2B593809A}" destId="{1E9D90BD-C08F-4B8E-BA1A-67740CDA9EFC}" srcOrd="0" destOrd="0" presId="urn:microsoft.com/office/officeart/2005/8/layout/process4"/>
    <dgm:cxn modelId="{B9B3E985-332A-4722-9ADB-FD213F46FD24}" type="presOf" srcId="{7ABBEAF7-C373-4176-BC82-DCCB6D5E3E26}" destId="{6A493627-A8CE-458E-9FA6-3A00EC3686A2}" srcOrd="0" destOrd="0" presId="urn:microsoft.com/office/officeart/2005/8/layout/process4"/>
    <dgm:cxn modelId="{AF6B36D7-D1B2-4822-AE51-2A8BBE43E86B}" type="presOf" srcId="{838C9766-C422-41F6-872C-5F3EAAA9A94F}" destId="{984FAD53-B753-4A58-A177-0DF55E30F75D}" srcOrd="0" destOrd="0" presId="urn:microsoft.com/office/officeart/2005/8/layout/process4"/>
    <dgm:cxn modelId="{37D5568F-2CDE-4094-ACEE-99280B0E7851}" type="presParOf" srcId="{6A493627-A8CE-458E-9FA6-3A00EC3686A2}" destId="{39CF3BA0-AA23-4949-AFA0-BDD50F26DB42}" srcOrd="0" destOrd="0" presId="urn:microsoft.com/office/officeart/2005/8/layout/process4"/>
    <dgm:cxn modelId="{E327B1AA-3D83-4F75-923B-5D9578FCAB83}" type="presParOf" srcId="{39CF3BA0-AA23-4949-AFA0-BDD50F26DB42}" destId="{984FAD53-B753-4A58-A177-0DF55E30F75D}" srcOrd="0" destOrd="0" presId="urn:microsoft.com/office/officeart/2005/8/layout/process4"/>
    <dgm:cxn modelId="{B78FE124-B6A5-4B5A-A82F-0DB8AC56F942}" type="presParOf" srcId="{6A493627-A8CE-458E-9FA6-3A00EC3686A2}" destId="{A1663AA5-740E-4FDF-ADD2-27E43D433575}" srcOrd="1" destOrd="0" presId="urn:microsoft.com/office/officeart/2005/8/layout/process4"/>
    <dgm:cxn modelId="{BA46F452-6351-456C-A882-CC746B8F4780}" type="presParOf" srcId="{6A493627-A8CE-458E-9FA6-3A00EC3686A2}" destId="{5C2994BA-95EC-4AC2-AFA4-1B22FBEBB354}" srcOrd="2" destOrd="0" presId="urn:microsoft.com/office/officeart/2005/8/layout/process4"/>
    <dgm:cxn modelId="{AC365965-F79F-4FB7-A4E8-7D97607DF9A9}" type="presParOf" srcId="{5C2994BA-95EC-4AC2-AFA4-1B22FBEBB354}" destId="{1E9D90BD-C08F-4B8E-BA1A-67740CDA9EFC}" srcOrd="0" destOrd="0" presId="urn:microsoft.com/office/officeart/2005/8/layout/process4"/>
    <dgm:cxn modelId="{C6120EB1-931A-4136-8254-7E9DC3E0FD20}" type="presParOf" srcId="{6A493627-A8CE-458E-9FA6-3A00EC3686A2}" destId="{6B7612A3-1F46-4536-B12F-8EF141796DD7}" srcOrd="3" destOrd="0" presId="urn:microsoft.com/office/officeart/2005/8/layout/process4"/>
    <dgm:cxn modelId="{22EA36C0-78EB-4763-B997-275F1E5B6BDB}" type="presParOf" srcId="{6A493627-A8CE-458E-9FA6-3A00EC3686A2}" destId="{CF8B7011-CFF3-437B-8D62-509F4A4CAC99}" srcOrd="4" destOrd="0" presId="urn:microsoft.com/office/officeart/2005/8/layout/process4"/>
    <dgm:cxn modelId="{5010DCE6-7AA6-43D0-8088-47EA07072850}" type="presParOf" srcId="{CF8B7011-CFF3-437B-8D62-509F4A4CAC99}" destId="{E824EC70-AE1E-4100-B32E-97CD66F66319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4FAD53-B753-4A58-A177-0DF55E30F75D}">
      <dsp:nvSpPr>
        <dsp:cNvPr id="0" name=""/>
        <dsp:cNvSpPr/>
      </dsp:nvSpPr>
      <dsp:spPr>
        <a:xfrm>
          <a:off x="0" y="3804772"/>
          <a:ext cx="4707198" cy="1248811"/>
        </a:xfrm>
        <a:prstGeom prst="rect">
          <a:avLst/>
        </a:prstGeom>
        <a:noFill/>
        <a:ln w="9525" cap="flat" cmpd="sng" algn="ctr">
          <a:solidFill>
            <a:schemeClr val="accent6"/>
          </a:solidFill>
          <a:prstDash val="solid"/>
          <a:round/>
          <a:headEnd type="none" w="med" len="med"/>
          <a:tailEnd type="non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6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800" kern="1200" dirty="0"/>
            <a:t>Step 3: pick the best function</a:t>
          </a:r>
          <a:endParaRPr lang="zh-TW" altLang="en-US" sz="2800" kern="1200" dirty="0"/>
        </a:p>
      </dsp:txBody>
      <dsp:txXfrm>
        <a:off x="0" y="3804772"/>
        <a:ext cx="4707198" cy="1248811"/>
      </dsp:txXfrm>
    </dsp:sp>
    <dsp:sp modelId="{1E9D90BD-C08F-4B8E-BA1A-67740CDA9EFC}">
      <dsp:nvSpPr>
        <dsp:cNvPr id="0" name=""/>
        <dsp:cNvSpPr/>
      </dsp:nvSpPr>
      <dsp:spPr>
        <a:xfrm rot="10800000">
          <a:off x="0" y="1902832"/>
          <a:ext cx="4707198" cy="1920671"/>
        </a:xfrm>
        <a:prstGeom prst="upArrowCallout">
          <a:avLst/>
        </a:prstGeom>
        <a:noFill/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2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800" kern="1200" dirty="0"/>
            <a:t>Step 2: goodness of function</a:t>
          </a:r>
          <a:endParaRPr lang="zh-TW" altLang="en-US" sz="2800" kern="1200" dirty="0"/>
        </a:p>
      </dsp:txBody>
      <dsp:txXfrm rot="10800000">
        <a:off x="0" y="1902832"/>
        <a:ext cx="4707198" cy="1247994"/>
      </dsp:txXfrm>
    </dsp:sp>
    <dsp:sp modelId="{E824EC70-AE1E-4100-B32E-97CD66F66319}">
      <dsp:nvSpPr>
        <dsp:cNvPr id="0" name=""/>
        <dsp:cNvSpPr/>
      </dsp:nvSpPr>
      <dsp:spPr>
        <a:xfrm rot="10800000">
          <a:off x="0" y="893"/>
          <a:ext cx="4707198" cy="1920671"/>
        </a:xfrm>
        <a:prstGeom prst="upArrowCallout">
          <a:avLst/>
        </a:prstGeom>
        <a:noFill/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800" kern="1200" dirty="0"/>
            <a:t>Step 1: define a set of function              </a:t>
          </a:r>
          <a:endParaRPr lang="zh-TW" altLang="en-US" sz="2800" kern="1200" dirty="0"/>
        </a:p>
      </dsp:txBody>
      <dsp:txXfrm rot="10800000">
        <a:off x="0" y="893"/>
        <a:ext cx="4707198" cy="12479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#1">
  <dgm:title val=""/>
  <dgm:desc val=""/>
  <dgm:catLst>
    <dgm:cat type="simple" pri="104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7B3EA9-8A8A-4E6A-8D24-8CF68123622F}" type="datetimeFigureOut">
              <a:rPr lang="zh-CN" altLang="en-US" smtClean="0"/>
              <a:t>2024/4/1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82F45B-314B-45C8-B772-D24407714C7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3B472-B66E-431C-811F-64FEA2AB6C54}" type="slidenum">
              <a:rPr lang="zh-TW" altLang="en-US" smtClean="0"/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3B472-B66E-431C-811F-64FEA2AB6C54}" type="slidenum">
              <a:rPr lang="zh-TW" altLang="en-US" smtClean="0"/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3B472-B66E-431C-811F-64FEA2AB6C54}" type="slidenum">
              <a:rPr lang="zh-TW" altLang="en-US" smtClean="0"/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3B472-B66E-431C-811F-64FEA2AB6C54}" type="slidenum">
              <a:rPr lang="zh-TW" altLang="en-US" smtClean="0"/>
              <a:t>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3B472-B66E-431C-811F-64FEA2AB6C54}" type="slidenum">
              <a:rPr lang="zh-TW" altLang="en-US" smtClean="0"/>
              <a:t>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82F45B-314B-45C8-B772-D24407714C7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25415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3B472-B66E-431C-811F-64FEA2AB6C54}" type="slidenum">
              <a:rPr lang="zh-TW" altLang="en-US" smtClean="0"/>
              <a:t>10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3B472-B66E-431C-811F-64FEA2AB6C54}" type="slidenum">
              <a:rPr lang="zh-TW" altLang="en-US" smtClean="0"/>
              <a:t>11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82F45B-314B-45C8-B772-D24407714C71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3208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1D52DD-5747-49A1-9B72-395A65AA9687}" type="slidenum">
              <a:rPr lang="zh-TW" altLang="en-US" smtClean="0"/>
              <a:t>13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915900" y="9534527"/>
            <a:ext cx="4114800" cy="547688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MS PGothic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2" charset="2"/>
        <a:buChar char=""/>
        <a:defRPr sz="4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anose="05020102010507070707" pitchFamily="2" charset="2"/>
        <a:buChar char=""/>
        <a:defRPr sz="4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anose="05020102010507070707" pitchFamily="2" charset="2"/>
        <a:buChar char=""/>
        <a:defRPr sz="4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anose="05020102010507070707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anose="05020102010507070707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5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anose="05020102010507070707" pitchFamily="2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7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0325" y="2286000"/>
            <a:ext cx="15667355" cy="1811867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br>
              <a:rPr lang="en-US" sz="6600" dirty="0"/>
            </a:br>
            <a:r>
              <a:rPr lang="en-US" sz="6600" dirty="0"/>
              <a:t>Dropout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4777" y="5401733"/>
            <a:ext cx="12998450" cy="1118448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Instructor: Dr. Yan Yan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11281751" y="2442432"/>
            <a:ext cx="3804755" cy="1993013"/>
          </a:xfrm>
          <a:prstGeom prst="rect">
            <a:avLst/>
          </a:prstGeom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1003">
            <a:schemeClr val="lt2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Good Results on Testing Data?</a:t>
            </a:r>
            <a:endParaRPr lang="zh-TW" altLang="en-US" sz="3600" dirty="0"/>
          </a:p>
        </p:txBody>
      </p:sp>
      <p:sp>
        <p:nvSpPr>
          <p:cNvPr id="10" name="矩形 9"/>
          <p:cNvSpPr/>
          <p:nvPr/>
        </p:nvSpPr>
        <p:spPr>
          <a:xfrm>
            <a:off x="11295731" y="5751270"/>
            <a:ext cx="3790775" cy="1921647"/>
          </a:xfrm>
          <a:prstGeom prst="rect">
            <a:avLst/>
          </a:prstGeom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1003">
            <a:schemeClr val="lt2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Good Results on Training Data?</a:t>
            </a:r>
            <a:endParaRPr lang="zh-TW" altLang="en-US" sz="3600" dirty="0"/>
          </a:p>
        </p:txBody>
      </p:sp>
      <p:sp>
        <p:nvSpPr>
          <p:cNvPr id="20" name="向下箭號 19"/>
          <p:cNvSpPr/>
          <p:nvPr/>
        </p:nvSpPr>
        <p:spPr>
          <a:xfrm rot="10800000">
            <a:off x="12767705" y="1380420"/>
            <a:ext cx="818865" cy="1062012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1" name="向下箭號 20"/>
          <p:cNvSpPr/>
          <p:nvPr/>
        </p:nvSpPr>
        <p:spPr>
          <a:xfrm rot="10800000">
            <a:off x="12781685" y="4488201"/>
            <a:ext cx="818865" cy="1189952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pic>
        <p:nvPicPr>
          <p:cNvPr id="22" name="圖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1067" y="220569"/>
            <a:ext cx="1092140" cy="1029893"/>
          </a:xfrm>
          <a:prstGeom prst="rect">
            <a:avLst/>
          </a:prstGeom>
        </p:spPr>
      </p:pic>
      <p:sp>
        <p:nvSpPr>
          <p:cNvPr id="25" name="右彎箭號 24"/>
          <p:cNvSpPr/>
          <p:nvPr/>
        </p:nvSpPr>
        <p:spPr>
          <a:xfrm rot="16200000" flipV="1">
            <a:off x="12016112" y="7721123"/>
            <a:ext cx="1575099" cy="1478687"/>
          </a:xfrm>
          <a:prstGeom prst="ben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chemeClr val="tx1"/>
              </a:solidFill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13586569" y="4862661"/>
            <a:ext cx="115484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YES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13586569" y="1553823"/>
            <a:ext cx="115484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YES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11082365" y="5603748"/>
            <a:ext cx="4244721" cy="2216691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3" name="文字方塊 22"/>
          <p:cNvSpPr txBox="1"/>
          <p:nvPr/>
        </p:nvSpPr>
        <p:spPr>
          <a:xfrm>
            <a:off x="2353733" y="460556"/>
            <a:ext cx="74116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b="1" i="1" u="sng" dirty="0"/>
              <a:t>Recipe of Deep Learning</a:t>
            </a:r>
            <a:endParaRPr lang="zh-TW" altLang="en-US" sz="4800" b="1" i="1" u="sng" dirty="0"/>
          </a:p>
        </p:txBody>
      </p:sp>
      <p:sp>
        <p:nvSpPr>
          <p:cNvPr id="32" name="矩形 31"/>
          <p:cNvSpPr/>
          <p:nvPr/>
        </p:nvSpPr>
        <p:spPr>
          <a:xfrm>
            <a:off x="11082365" y="2351124"/>
            <a:ext cx="4244721" cy="2216691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1" name="向右箭號 10"/>
          <p:cNvSpPr/>
          <p:nvPr/>
        </p:nvSpPr>
        <p:spPr>
          <a:xfrm flipH="1">
            <a:off x="9930366" y="6443144"/>
            <a:ext cx="1365365" cy="1125621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9" name="向右箭號 10"/>
          <p:cNvSpPr/>
          <p:nvPr/>
        </p:nvSpPr>
        <p:spPr>
          <a:xfrm flipH="1">
            <a:off x="9912308" y="2937995"/>
            <a:ext cx="1365365" cy="1125621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D1678EE8-2A60-AFF4-1396-4FA720F4B1D6}"/>
              </a:ext>
            </a:extLst>
          </p:cNvPr>
          <p:cNvGrpSpPr/>
          <p:nvPr/>
        </p:nvGrpSpPr>
        <p:grpSpPr>
          <a:xfrm>
            <a:off x="5520296" y="2198983"/>
            <a:ext cx="4359349" cy="2944517"/>
            <a:chOff x="3423684" y="2775098"/>
            <a:chExt cx="4359349" cy="3136604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4795C05B-CBA3-4BE0-8A95-7EB28FC98D0A}"/>
                </a:ext>
              </a:extLst>
            </p:cNvPr>
            <p:cNvSpPr/>
            <p:nvPr/>
          </p:nvSpPr>
          <p:spPr>
            <a:xfrm>
              <a:off x="3423684" y="2775098"/>
              <a:ext cx="4359349" cy="3136604"/>
            </a:xfrm>
            <a:prstGeom prst="rect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D1F8FECD-318E-942F-AE28-1993ADF8AE31}"/>
                </a:ext>
              </a:extLst>
            </p:cNvPr>
            <p:cNvSpPr/>
            <p:nvPr/>
          </p:nvSpPr>
          <p:spPr>
            <a:xfrm>
              <a:off x="3753293" y="2937995"/>
              <a:ext cx="3700130" cy="719605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tx1"/>
                  </a:solidFill>
                </a:rPr>
                <a:t>Early Stopping</a:t>
              </a:r>
              <a:endParaRPr lang="zh-CN" altLang="en-US" sz="3200" dirty="0">
                <a:solidFill>
                  <a:schemeClr val="tx1"/>
                </a:solidFill>
              </a:endParaRPr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618B1553-7041-8332-262E-6879DF92CC73}"/>
                </a:ext>
              </a:extLst>
            </p:cNvPr>
            <p:cNvSpPr/>
            <p:nvPr/>
          </p:nvSpPr>
          <p:spPr>
            <a:xfrm>
              <a:off x="3753293" y="3999384"/>
              <a:ext cx="3700130" cy="719605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tx1"/>
                  </a:solidFill>
                </a:rPr>
                <a:t>Regularization</a:t>
              </a:r>
              <a:endParaRPr lang="zh-CN" altLang="en-US" sz="3200" dirty="0">
                <a:solidFill>
                  <a:schemeClr val="tx1"/>
                </a:solidFill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E19C2211-08D8-6D31-BC78-A02795AECA1D}"/>
                </a:ext>
              </a:extLst>
            </p:cNvPr>
            <p:cNvSpPr/>
            <p:nvPr/>
          </p:nvSpPr>
          <p:spPr>
            <a:xfrm>
              <a:off x="3753293" y="5031665"/>
              <a:ext cx="3700130" cy="719605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tx1"/>
                  </a:solidFill>
                </a:rPr>
                <a:t>Dropout</a:t>
              </a:r>
              <a:endParaRPr lang="zh-CN" altLang="en-US" sz="3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A2FAADB2-F936-0BD8-4F6D-976F2A335B0A}"/>
              </a:ext>
            </a:extLst>
          </p:cNvPr>
          <p:cNvGrpSpPr/>
          <p:nvPr/>
        </p:nvGrpSpPr>
        <p:grpSpPr>
          <a:xfrm>
            <a:off x="5520296" y="5603748"/>
            <a:ext cx="4359349" cy="2944517"/>
            <a:chOff x="3423684" y="2775098"/>
            <a:chExt cx="4359349" cy="3136604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9756ED22-5B04-27B7-27A4-6322FD4FBB21}"/>
                </a:ext>
              </a:extLst>
            </p:cNvPr>
            <p:cNvSpPr/>
            <p:nvPr/>
          </p:nvSpPr>
          <p:spPr>
            <a:xfrm>
              <a:off x="3423684" y="2775098"/>
              <a:ext cx="4359349" cy="3136604"/>
            </a:xfrm>
            <a:prstGeom prst="rect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E16C72EC-8C30-4D5B-EB58-F95BB8937290}"/>
                </a:ext>
              </a:extLst>
            </p:cNvPr>
            <p:cNvSpPr/>
            <p:nvPr/>
          </p:nvSpPr>
          <p:spPr>
            <a:xfrm>
              <a:off x="3753293" y="2994627"/>
              <a:ext cx="3700130" cy="1218481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tx1"/>
                  </a:solidFill>
                </a:rPr>
                <a:t>New Activation Function</a:t>
              </a:r>
              <a:endParaRPr lang="zh-CN" altLang="en-US" sz="3200" dirty="0">
                <a:solidFill>
                  <a:schemeClr val="tx1"/>
                </a:solidFill>
              </a:endParaRPr>
            </a:p>
          </p:txBody>
        </p:sp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2ABEB5B9-BF66-F4B9-E5E5-14CDB1D35A86}"/>
                </a:ext>
              </a:extLst>
            </p:cNvPr>
            <p:cNvSpPr/>
            <p:nvPr/>
          </p:nvSpPr>
          <p:spPr>
            <a:xfrm>
              <a:off x="3753293" y="4590114"/>
              <a:ext cx="3700130" cy="1104522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tx1"/>
                  </a:solidFill>
                </a:rPr>
                <a:t>Adaptive </a:t>
              </a:r>
            </a:p>
            <a:p>
              <a:pPr algn="ctr"/>
              <a:r>
                <a:rPr lang="en-US" altLang="zh-CN" sz="3200" dirty="0">
                  <a:solidFill>
                    <a:schemeClr val="tx1"/>
                  </a:solidFill>
                </a:rPr>
                <a:t>Learning Rate</a:t>
              </a:r>
              <a:endParaRPr lang="zh-CN" altLang="en-US" sz="3200" dirty="0">
                <a:solidFill>
                  <a:schemeClr val="tx1"/>
                </a:solidFill>
              </a:endParaRPr>
            </a:p>
          </p:txBody>
        </p:sp>
      </p:grpSp>
      <p:sp>
        <p:nvSpPr>
          <p:cNvPr id="33" name="矩形 32">
            <a:extLst>
              <a:ext uri="{FF2B5EF4-FFF2-40B4-BE49-F238E27FC236}">
                <a16:creationId xmlns:a16="http://schemas.microsoft.com/office/drawing/2014/main" id="{808578DC-4815-F27F-E160-46F8C283EDF2}"/>
              </a:ext>
            </a:extLst>
          </p:cNvPr>
          <p:cNvSpPr/>
          <p:nvPr/>
        </p:nvSpPr>
        <p:spPr>
          <a:xfrm>
            <a:off x="5599990" y="4198299"/>
            <a:ext cx="4165368" cy="868271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Dropout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2953146" y="2250856"/>
            <a:ext cx="3481754" cy="737235"/>
          </a:xfrm>
          <a:prstGeom prst="rect">
            <a:avLst/>
          </a:prstGeom>
          <a:noFill/>
          <a:ln w="762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4200" b="1" u="sng" dirty="0">
                <a:solidFill>
                  <a:srgbClr val="0000FF"/>
                </a:solidFill>
              </a:rPr>
              <a:t>Training:</a:t>
            </a:r>
            <a:endParaRPr lang="zh-TW" altLang="en-US" sz="4200" b="1" u="sng" dirty="0">
              <a:solidFill>
                <a:srgbClr val="0000FF"/>
              </a:solidFill>
            </a:endParaRPr>
          </a:p>
        </p:txBody>
      </p:sp>
      <p:sp>
        <p:nvSpPr>
          <p:cNvPr id="63" name="橢圓 62"/>
          <p:cNvSpPr/>
          <p:nvPr/>
        </p:nvSpPr>
        <p:spPr>
          <a:xfrm>
            <a:off x="8128608" y="2310165"/>
            <a:ext cx="764931" cy="7649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4" name="橢圓 63"/>
          <p:cNvSpPr/>
          <p:nvPr/>
        </p:nvSpPr>
        <p:spPr>
          <a:xfrm>
            <a:off x="8128608" y="3361394"/>
            <a:ext cx="764931" cy="7649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65" name="橢圓 64"/>
          <p:cNvSpPr/>
          <p:nvPr/>
        </p:nvSpPr>
        <p:spPr>
          <a:xfrm>
            <a:off x="8128608" y="4408775"/>
            <a:ext cx="764931" cy="7649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66" name="橢圓 65"/>
          <p:cNvSpPr/>
          <p:nvPr/>
        </p:nvSpPr>
        <p:spPr>
          <a:xfrm>
            <a:off x="8128608" y="5456156"/>
            <a:ext cx="764931" cy="7649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67" name="橢圓 66"/>
          <p:cNvSpPr/>
          <p:nvPr/>
        </p:nvSpPr>
        <p:spPr>
          <a:xfrm>
            <a:off x="12938630" y="3229506"/>
            <a:ext cx="764931" cy="7649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68" name="橢圓 67"/>
          <p:cNvSpPr/>
          <p:nvPr/>
        </p:nvSpPr>
        <p:spPr>
          <a:xfrm>
            <a:off x="12938630" y="4487907"/>
            <a:ext cx="764931" cy="7649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69" name="矩形 68"/>
          <p:cNvSpPr/>
          <p:nvPr/>
        </p:nvSpPr>
        <p:spPr>
          <a:xfrm>
            <a:off x="5840877" y="2460443"/>
            <a:ext cx="399503" cy="399503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70" name="直線單箭頭接點 69"/>
          <p:cNvCxnSpPr>
            <a:stCxn id="69" idx="3"/>
            <a:endCxn id="63" idx="2"/>
          </p:cNvCxnSpPr>
          <p:nvPr/>
        </p:nvCxnSpPr>
        <p:spPr>
          <a:xfrm>
            <a:off x="6240380" y="2660195"/>
            <a:ext cx="1888229" cy="3243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單箭頭接點 70"/>
          <p:cNvCxnSpPr>
            <a:stCxn id="69" idx="3"/>
            <a:endCxn id="64" idx="2"/>
          </p:cNvCxnSpPr>
          <p:nvPr/>
        </p:nvCxnSpPr>
        <p:spPr>
          <a:xfrm>
            <a:off x="6240380" y="2660195"/>
            <a:ext cx="1888229" cy="108366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單箭頭接點 71"/>
          <p:cNvCxnSpPr>
            <a:stCxn id="69" idx="3"/>
            <a:endCxn id="65" idx="2"/>
          </p:cNvCxnSpPr>
          <p:nvPr/>
        </p:nvCxnSpPr>
        <p:spPr>
          <a:xfrm>
            <a:off x="6240380" y="2660195"/>
            <a:ext cx="1888229" cy="213104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單箭頭接點 72"/>
          <p:cNvCxnSpPr>
            <a:stCxn id="69" idx="3"/>
            <a:endCxn id="66" idx="2"/>
          </p:cNvCxnSpPr>
          <p:nvPr/>
        </p:nvCxnSpPr>
        <p:spPr>
          <a:xfrm>
            <a:off x="6240380" y="2660195"/>
            <a:ext cx="1888229" cy="317842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單箭頭接點 73"/>
          <p:cNvCxnSpPr>
            <a:endCxn id="67" idx="2"/>
          </p:cNvCxnSpPr>
          <p:nvPr/>
        </p:nvCxnSpPr>
        <p:spPr>
          <a:xfrm flipV="1">
            <a:off x="11540652" y="3611972"/>
            <a:ext cx="1397978" cy="15962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單箭頭接點 74"/>
          <p:cNvCxnSpPr>
            <a:endCxn id="67" idx="2"/>
          </p:cNvCxnSpPr>
          <p:nvPr/>
        </p:nvCxnSpPr>
        <p:spPr>
          <a:xfrm>
            <a:off x="11540651" y="2626686"/>
            <a:ext cx="1397979" cy="98528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單箭頭接點 75"/>
          <p:cNvCxnSpPr>
            <a:endCxn id="68" idx="2"/>
          </p:cNvCxnSpPr>
          <p:nvPr/>
        </p:nvCxnSpPr>
        <p:spPr>
          <a:xfrm>
            <a:off x="11540652" y="2692631"/>
            <a:ext cx="1397978" cy="217774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單箭頭接點 76"/>
          <p:cNvCxnSpPr>
            <a:endCxn id="68" idx="2"/>
          </p:cNvCxnSpPr>
          <p:nvPr/>
        </p:nvCxnSpPr>
        <p:spPr>
          <a:xfrm>
            <a:off x="11540651" y="3824907"/>
            <a:ext cx="1397979" cy="104546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單箭頭接點 77"/>
          <p:cNvCxnSpPr>
            <a:endCxn id="67" idx="2"/>
          </p:cNvCxnSpPr>
          <p:nvPr/>
        </p:nvCxnSpPr>
        <p:spPr>
          <a:xfrm flipV="1">
            <a:off x="11540652" y="3611972"/>
            <a:ext cx="1397978" cy="117926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單箭頭接點 78"/>
          <p:cNvCxnSpPr>
            <a:endCxn id="68" idx="2"/>
          </p:cNvCxnSpPr>
          <p:nvPr/>
        </p:nvCxnSpPr>
        <p:spPr>
          <a:xfrm>
            <a:off x="11540652" y="4791240"/>
            <a:ext cx="1397978" cy="7913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單箭頭接點 79"/>
          <p:cNvCxnSpPr>
            <a:endCxn id="67" idx="2"/>
          </p:cNvCxnSpPr>
          <p:nvPr/>
        </p:nvCxnSpPr>
        <p:spPr>
          <a:xfrm flipV="1">
            <a:off x="11540651" y="3611972"/>
            <a:ext cx="1397979" cy="218516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單箭頭接點 80"/>
          <p:cNvCxnSpPr>
            <a:endCxn id="68" idx="2"/>
          </p:cNvCxnSpPr>
          <p:nvPr/>
        </p:nvCxnSpPr>
        <p:spPr>
          <a:xfrm flipV="1">
            <a:off x="11540652" y="4870373"/>
            <a:ext cx="1397978" cy="96824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>
            <a:stCxn id="86" idx="3"/>
            <a:endCxn id="63" idx="2"/>
          </p:cNvCxnSpPr>
          <p:nvPr/>
        </p:nvCxnSpPr>
        <p:spPr>
          <a:xfrm flipV="1">
            <a:off x="6240380" y="2692631"/>
            <a:ext cx="1888229" cy="99915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單箭頭接點 82"/>
          <p:cNvCxnSpPr>
            <a:stCxn id="86" idx="3"/>
            <a:endCxn id="64" idx="2"/>
          </p:cNvCxnSpPr>
          <p:nvPr/>
        </p:nvCxnSpPr>
        <p:spPr>
          <a:xfrm>
            <a:off x="6240380" y="3691785"/>
            <a:ext cx="1888229" cy="5207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單箭頭接點 83"/>
          <p:cNvCxnSpPr>
            <a:stCxn id="86" idx="3"/>
            <a:endCxn id="65" idx="2"/>
          </p:cNvCxnSpPr>
          <p:nvPr/>
        </p:nvCxnSpPr>
        <p:spPr>
          <a:xfrm>
            <a:off x="6240380" y="3691785"/>
            <a:ext cx="1888229" cy="109945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單箭頭接點 84"/>
          <p:cNvCxnSpPr>
            <a:stCxn id="86" idx="3"/>
            <a:endCxn id="66" idx="2"/>
          </p:cNvCxnSpPr>
          <p:nvPr/>
        </p:nvCxnSpPr>
        <p:spPr>
          <a:xfrm>
            <a:off x="6240380" y="3691785"/>
            <a:ext cx="1888229" cy="214683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矩形 85"/>
          <p:cNvSpPr/>
          <p:nvPr/>
        </p:nvSpPr>
        <p:spPr>
          <a:xfrm>
            <a:off x="5840877" y="3492033"/>
            <a:ext cx="399503" cy="399503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7" name="橢圓 86"/>
          <p:cNvSpPr/>
          <p:nvPr/>
        </p:nvSpPr>
        <p:spPr>
          <a:xfrm>
            <a:off x="10775720" y="2258091"/>
            <a:ext cx="764931" cy="7649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8" name="橢圓 87"/>
          <p:cNvSpPr/>
          <p:nvPr/>
        </p:nvSpPr>
        <p:spPr>
          <a:xfrm>
            <a:off x="10775720" y="3309320"/>
            <a:ext cx="764931" cy="7649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89" name="橢圓 88"/>
          <p:cNvSpPr/>
          <p:nvPr/>
        </p:nvSpPr>
        <p:spPr>
          <a:xfrm>
            <a:off x="10775720" y="4356701"/>
            <a:ext cx="764931" cy="7649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90" name="橢圓 89"/>
          <p:cNvSpPr/>
          <p:nvPr/>
        </p:nvSpPr>
        <p:spPr>
          <a:xfrm>
            <a:off x="10775720" y="5404082"/>
            <a:ext cx="764931" cy="7649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91" name="矩形 90"/>
          <p:cNvSpPr/>
          <p:nvPr/>
        </p:nvSpPr>
        <p:spPr>
          <a:xfrm>
            <a:off x="5840877" y="4623924"/>
            <a:ext cx="399503" cy="399503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92" name="矩形 91"/>
          <p:cNvSpPr/>
          <p:nvPr/>
        </p:nvSpPr>
        <p:spPr>
          <a:xfrm>
            <a:off x="5840877" y="5643027"/>
            <a:ext cx="399503" cy="399503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94" name="直線單箭頭接點 93"/>
          <p:cNvCxnSpPr>
            <a:stCxn id="91" idx="3"/>
            <a:endCxn id="66" idx="2"/>
          </p:cNvCxnSpPr>
          <p:nvPr/>
        </p:nvCxnSpPr>
        <p:spPr>
          <a:xfrm>
            <a:off x="6240380" y="4823676"/>
            <a:ext cx="1888229" cy="101494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單箭頭接點 94"/>
          <p:cNvCxnSpPr>
            <a:stCxn id="92" idx="3"/>
            <a:endCxn id="65" idx="2"/>
          </p:cNvCxnSpPr>
          <p:nvPr/>
        </p:nvCxnSpPr>
        <p:spPr>
          <a:xfrm flipV="1">
            <a:off x="6240380" y="4791240"/>
            <a:ext cx="1888229" cy="105153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單箭頭接點 95"/>
          <p:cNvCxnSpPr>
            <a:stCxn id="92" idx="3"/>
            <a:endCxn id="64" idx="2"/>
          </p:cNvCxnSpPr>
          <p:nvPr/>
        </p:nvCxnSpPr>
        <p:spPr>
          <a:xfrm flipV="1">
            <a:off x="6240380" y="3743859"/>
            <a:ext cx="1888229" cy="209892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單箭頭接點 96"/>
          <p:cNvCxnSpPr>
            <a:stCxn id="92" idx="3"/>
            <a:endCxn id="63" idx="2"/>
          </p:cNvCxnSpPr>
          <p:nvPr/>
        </p:nvCxnSpPr>
        <p:spPr>
          <a:xfrm flipV="1">
            <a:off x="6240380" y="2692631"/>
            <a:ext cx="1888229" cy="315014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單箭頭接點 97"/>
          <p:cNvCxnSpPr>
            <a:stCxn id="91" idx="3"/>
            <a:endCxn id="64" idx="2"/>
          </p:cNvCxnSpPr>
          <p:nvPr/>
        </p:nvCxnSpPr>
        <p:spPr>
          <a:xfrm flipV="1">
            <a:off x="6240380" y="3743859"/>
            <a:ext cx="1888229" cy="107981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單箭頭接點 98"/>
          <p:cNvCxnSpPr>
            <a:stCxn id="91" idx="3"/>
            <a:endCxn id="63" idx="2"/>
          </p:cNvCxnSpPr>
          <p:nvPr/>
        </p:nvCxnSpPr>
        <p:spPr>
          <a:xfrm flipV="1">
            <a:off x="6240380" y="2692631"/>
            <a:ext cx="1888229" cy="213104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線單箭頭接點 99"/>
          <p:cNvCxnSpPr/>
          <p:nvPr/>
        </p:nvCxnSpPr>
        <p:spPr>
          <a:xfrm>
            <a:off x="8893539" y="2660195"/>
            <a:ext cx="1888229" cy="3243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單箭頭接點 100"/>
          <p:cNvCxnSpPr/>
          <p:nvPr/>
        </p:nvCxnSpPr>
        <p:spPr>
          <a:xfrm>
            <a:off x="8893539" y="2660195"/>
            <a:ext cx="1888229" cy="108366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線單箭頭接點 101"/>
          <p:cNvCxnSpPr/>
          <p:nvPr/>
        </p:nvCxnSpPr>
        <p:spPr>
          <a:xfrm>
            <a:off x="8893539" y="2660195"/>
            <a:ext cx="1888229" cy="213104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單箭頭接點 102"/>
          <p:cNvCxnSpPr/>
          <p:nvPr/>
        </p:nvCxnSpPr>
        <p:spPr>
          <a:xfrm>
            <a:off x="8893539" y="2660195"/>
            <a:ext cx="1888229" cy="317842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線單箭頭接點 103"/>
          <p:cNvCxnSpPr/>
          <p:nvPr/>
        </p:nvCxnSpPr>
        <p:spPr>
          <a:xfrm>
            <a:off x="8893539" y="3691785"/>
            <a:ext cx="1888229" cy="5207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單箭頭接點 104"/>
          <p:cNvCxnSpPr/>
          <p:nvPr/>
        </p:nvCxnSpPr>
        <p:spPr>
          <a:xfrm>
            <a:off x="8893539" y="3691785"/>
            <a:ext cx="1888229" cy="109945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線單箭頭接點 105"/>
          <p:cNvCxnSpPr/>
          <p:nvPr/>
        </p:nvCxnSpPr>
        <p:spPr>
          <a:xfrm>
            <a:off x="8893539" y="3691785"/>
            <a:ext cx="1888229" cy="214683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線單箭頭接點 107"/>
          <p:cNvCxnSpPr/>
          <p:nvPr/>
        </p:nvCxnSpPr>
        <p:spPr>
          <a:xfrm>
            <a:off x="8893539" y="4823676"/>
            <a:ext cx="1888229" cy="101494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單箭頭接點 108"/>
          <p:cNvCxnSpPr/>
          <p:nvPr/>
        </p:nvCxnSpPr>
        <p:spPr>
          <a:xfrm flipV="1">
            <a:off x="8893539" y="4791240"/>
            <a:ext cx="1888229" cy="105153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線單箭頭接點 109"/>
          <p:cNvCxnSpPr/>
          <p:nvPr/>
        </p:nvCxnSpPr>
        <p:spPr>
          <a:xfrm flipV="1">
            <a:off x="8893539" y="3743859"/>
            <a:ext cx="1888229" cy="209892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單箭頭接點 110"/>
          <p:cNvCxnSpPr/>
          <p:nvPr/>
        </p:nvCxnSpPr>
        <p:spPr>
          <a:xfrm flipV="1">
            <a:off x="8893539" y="2692631"/>
            <a:ext cx="1888229" cy="315014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線單箭頭接點 111"/>
          <p:cNvCxnSpPr/>
          <p:nvPr/>
        </p:nvCxnSpPr>
        <p:spPr>
          <a:xfrm flipV="1">
            <a:off x="8893539" y="3743859"/>
            <a:ext cx="1888229" cy="107981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線單箭頭接點 112"/>
          <p:cNvCxnSpPr/>
          <p:nvPr/>
        </p:nvCxnSpPr>
        <p:spPr>
          <a:xfrm flipV="1">
            <a:off x="8893539" y="2692631"/>
            <a:ext cx="1888229" cy="213104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線單箭頭接點 113"/>
          <p:cNvCxnSpPr/>
          <p:nvPr/>
        </p:nvCxnSpPr>
        <p:spPr>
          <a:xfrm>
            <a:off x="13727210" y="3630828"/>
            <a:ext cx="69899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單箭頭接點 114"/>
          <p:cNvCxnSpPr/>
          <p:nvPr/>
        </p:nvCxnSpPr>
        <p:spPr>
          <a:xfrm>
            <a:off x="13727210" y="4892144"/>
            <a:ext cx="69899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7" name="群組 126"/>
          <p:cNvGrpSpPr/>
          <p:nvPr/>
        </p:nvGrpSpPr>
        <p:grpSpPr>
          <a:xfrm>
            <a:off x="8234055" y="2400900"/>
            <a:ext cx="547989" cy="551024"/>
            <a:chOff x="-1866900" y="1906630"/>
            <a:chExt cx="365326" cy="367349"/>
          </a:xfrm>
        </p:grpSpPr>
        <p:cxnSp>
          <p:nvCxnSpPr>
            <p:cNvPr id="125" name="直線接點 124"/>
            <p:cNvCxnSpPr/>
            <p:nvPr/>
          </p:nvCxnSpPr>
          <p:spPr>
            <a:xfrm>
              <a:off x="-1866900" y="1906630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線接點 125"/>
            <p:cNvCxnSpPr/>
            <p:nvPr/>
          </p:nvCxnSpPr>
          <p:spPr>
            <a:xfrm rot="5400000">
              <a:off x="-1863524" y="1912029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8" name="群組 127"/>
          <p:cNvGrpSpPr/>
          <p:nvPr/>
        </p:nvGrpSpPr>
        <p:grpSpPr>
          <a:xfrm>
            <a:off x="8241903" y="4515728"/>
            <a:ext cx="547989" cy="551024"/>
            <a:chOff x="-1866900" y="1906630"/>
            <a:chExt cx="365326" cy="367349"/>
          </a:xfrm>
        </p:grpSpPr>
        <p:cxnSp>
          <p:nvCxnSpPr>
            <p:cNvPr id="129" name="直線接點 128"/>
            <p:cNvCxnSpPr/>
            <p:nvPr/>
          </p:nvCxnSpPr>
          <p:spPr>
            <a:xfrm>
              <a:off x="-1866900" y="1906630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線接點 129"/>
            <p:cNvCxnSpPr/>
            <p:nvPr/>
          </p:nvCxnSpPr>
          <p:spPr>
            <a:xfrm rot="5400000">
              <a:off x="-1863524" y="1912029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1" name="群組 130"/>
          <p:cNvGrpSpPr/>
          <p:nvPr/>
        </p:nvGrpSpPr>
        <p:grpSpPr>
          <a:xfrm>
            <a:off x="10884191" y="4472403"/>
            <a:ext cx="547989" cy="551024"/>
            <a:chOff x="-1866900" y="1906630"/>
            <a:chExt cx="365326" cy="367349"/>
          </a:xfrm>
        </p:grpSpPr>
        <p:cxnSp>
          <p:nvCxnSpPr>
            <p:cNvPr id="132" name="直線接點 131"/>
            <p:cNvCxnSpPr/>
            <p:nvPr/>
          </p:nvCxnSpPr>
          <p:spPr>
            <a:xfrm>
              <a:off x="-1866900" y="1906630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線接點 132"/>
            <p:cNvCxnSpPr/>
            <p:nvPr/>
          </p:nvCxnSpPr>
          <p:spPr>
            <a:xfrm rot="5400000">
              <a:off x="-1863524" y="1912029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4" name="群組 133"/>
          <p:cNvGrpSpPr/>
          <p:nvPr/>
        </p:nvGrpSpPr>
        <p:grpSpPr>
          <a:xfrm>
            <a:off x="10898327" y="5511035"/>
            <a:ext cx="547989" cy="551024"/>
            <a:chOff x="-1866900" y="1906630"/>
            <a:chExt cx="365326" cy="367349"/>
          </a:xfrm>
        </p:grpSpPr>
        <p:cxnSp>
          <p:nvCxnSpPr>
            <p:cNvPr id="135" name="直線接點 134"/>
            <p:cNvCxnSpPr/>
            <p:nvPr/>
          </p:nvCxnSpPr>
          <p:spPr>
            <a:xfrm>
              <a:off x="-1866900" y="1906630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線接點 135"/>
            <p:cNvCxnSpPr/>
            <p:nvPr/>
          </p:nvCxnSpPr>
          <p:spPr>
            <a:xfrm rot="5400000">
              <a:off x="-1863524" y="1912029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7" name="群組 136"/>
          <p:cNvGrpSpPr/>
          <p:nvPr/>
        </p:nvGrpSpPr>
        <p:grpSpPr>
          <a:xfrm>
            <a:off x="5760231" y="4535528"/>
            <a:ext cx="547989" cy="551024"/>
            <a:chOff x="-1866900" y="1906630"/>
            <a:chExt cx="365326" cy="367349"/>
          </a:xfrm>
        </p:grpSpPr>
        <p:cxnSp>
          <p:nvCxnSpPr>
            <p:cNvPr id="138" name="直線接點 137"/>
            <p:cNvCxnSpPr/>
            <p:nvPr/>
          </p:nvCxnSpPr>
          <p:spPr>
            <a:xfrm>
              <a:off x="-1866900" y="1906630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線接點 138"/>
            <p:cNvCxnSpPr/>
            <p:nvPr/>
          </p:nvCxnSpPr>
          <p:spPr>
            <a:xfrm rot="5400000">
              <a:off x="-1863524" y="1912029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0" name="群組 139"/>
          <p:cNvGrpSpPr/>
          <p:nvPr/>
        </p:nvGrpSpPr>
        <p:grpSpPr>
          <a:xfrm>
            <a:off x="5795828" y="3441956"/>
            <a:ext cx="547989" cy="551024"/>
            <a:chOff x="-1866900" y="1906630"/>
            <a:chExt cx="365326" cy="367349"/>
          </a:xfrm>
        </p:grpSpPr>
        <p:cxnSp>
          <p:nvCxnSpPr>
            <p:cNvPr id="141" name="直線接點 140"/>
            <p:cNvCxnSpPr/>
            <p:nvPr/>
          </p:nvCxnSpPr>
          <p:spPr>
            <a:xfrm>
              <a:off x="-1866900" y="1906630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線接點 141"/>
            <p:cNvCxnSpPr/>
            <p:nvPr/>
          </p:nvCxnSpPr>
          <p:spPr>
            <a:xfrm rot="5400000">
              <a:off x="-1863524" y="1912029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8" name="直線單箭頭接點 147"/>
          <p:cNvCxnSpPr/>
          <p:nvPr/>
        </p:nvCxnSpPr>
        <p:spPr>
          <a:xfrm flipV="1">
            <a:off x="6260156" y="4810290"/>
            <a:ext cx="1868453" cy="809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線單箭頭接點 149"/>
          <p:cNvCxnSpPr/>
          <p:nvPr/>
        </p:nvCxnSpPr>
        <p:spPr>
          <a:xfrm flipV="1">
            <a:off x="8945580" y="4789269"/>
            <a:ext cx="1868453" cy="809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線單箭頭接點 150"/>
          <p:cNvCxnSpPr/>
          <p:nvPr/>
        </p:nvCxnSpPr>
        <p:spPr>
          <a:xfrm flipV="1">
            <a:off x="8893539" y="2640557"/>
            <a:ext cx="1882181" cy="110330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文字方塊 118"/>
          <p:cNvSpPr txBox="1"/>
          <p:nvPr/>
        </p:nvSpPr>
        <p:spPr>
          <a:xfrm>
            <a:off x="3659220" y="6391286"/>
            <a:ext cx="112795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TW" sz="3600" b="1" dirty="0"/>
              <a:t>Each time before updating the parameters</a:t>
            </a:r>
          </a:p>
        </p:txBody>
      </p:sp>
      <p:sp>
        <p:nvSpPr>
          <p:cNvPr id="120" name="文字方塊 119"/>
          <p:cNvSpPr txBox="1"/>
          <p:nvPr/>
        </p:nvSpPr>
        <p:spPr>
          <a:xfrm>
            <a:off x="4465544" y="7022360"/>
            <a:ext cx="963726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TW" sz="3600" dirty="0"/>
              <a:t>Each neuron has p% to dropout</a:t>
            </a:r>
            <a:endParaRPr lang="zh-TW" altLang="en-US" sz="3600" dirty="0"/>
          </a:p>
        </p:txBody>
      </p:sp>
      <p:cxnSp>
        <p:nvCxnSpPr>
          <p:cNvPr id="93" name="直線單箭頭接點 92"/>
          <p:cNvCxnSpPr/>
          <p:nvPr/>
        </p:nvCxnSpPr>
        <p:spPr>
          <a:xfrm>
            <a:off x="6257540" y="5869086"/>
            <a:ext cx="1888229" cy="3243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單箭頭接點 106"/>
          <p:cNvCxnSpPr/>
          <p:nvPr/>
        </p:nvCxnSpPr>
        <p:spPr>
          <a:xfrm>
            <a:off x="8910699" y="5869086"/>
            <a:ext cx="1888229" cy="3243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  <p:bldP spid="63" grpId="0" bldLvl="0" animBg="1"/>
      <p:bldP spid="65" grpId="0" bldLvl="0" animBg="1"/>
      <p:bldP spid="86" grpId="0" bldLvl="0" animBg="1"/>
      <p:bldP spid="89" grpId="0" bldLvl="0" animBg="1"/>
      <p:bldP spid="90" grpId="0" bldLvl="0" animBg="1"/>
      <p:bldP spid="91" grpId="0" bldLvl="0" animBg="1"/>
      <p:bldP spid="119" grpId="0"/>
      <p:bldP spid="1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Dropout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2953146" y="2250856"/>
            <a:ext cx="3481754" cy="737235"/>
          </a:xfrm>
          <a:prstGeom prst="rect">
            <a:avLst/>
          </a:prstGeom>
          <a:noFill/>
          <a:ln w="762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4200" b="1" u="sng" dirty="0">
                <a:solidFill>
                  <a:srgbClr val="0000FF"/>
                </a:solidFill>
              </a:rPr>
              <a:t>Training:</a:t>
            </a:r>
            <a:endParaRPr lang="zh-TW" altLang="en-US" sz="4200" b="1" u="sng" dirty="0">
              <a:solidFill>
                <a:srgbClr val="0000FF"/>
              </a:solidFill>
            </a:endParaRPr>
          </a:p>
        </p:txBody>
      </p:sp>
      <p:sp>
        <p:nvSpPr>
          <p:cNvPr id="64" name="橢圓 63"/>
          <p:cNvSpPr/>
          <p:nvPr/>
        </p:nvSpPr>
        <p:spPr>
          <a:xfrm>
            <a:off x="8128608" y="3361394"/>
            <a:ext cx="764931" cy="7649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66" name="橢圓 65"/>
          <p:cNvSpPr/>
          <p:nvPr/>
        </p:nvSpPr>
        <p:spPr>
          <a:xfrm>
            <a:off x="8128608" y="5456156"/>
            <a:ext cx="764931" cy="7649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67" name="橢圓 66"/>
          <p:cNvSpPr/>
          <p:nvPr/>
        </p:nvSpPr>
        <p:spPr>
          <a:xfrm>
            <a:off x="12938630" y="3229506"/>
            <a:ext cx="764931" cy="7649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68" name="橢圓 67"/>
          <p:cNvSpPr/>
          <p:nvPr/>
        </p:nvSpPr>
        <p:spPr>
          <a:xfrm>
            <a:off x="12938630" y="4487907"/>
            <a:ext cx="764931" cy="7649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69" name="矩形 68"/>
          <p:cNvSpPr/>
          <p:nvPr/>
        </p:nvSpPr>
        <p:spPr>
          <a:xfrm>
            <a:off x="5840877" y="2460443"/>
            <a:ext cx="399503" cy="399503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71" name="直線單箭頭接點 70"/>
          <p:cNvCxnSpPr>
            <a:stCxn id="69" idx="3"/>
            <a:endCxn id="64" idx="2"/>
          </p:cNvCxnSpPr>
          <p:nvPr/>
        </p:nvCxnSpPr>
        <p:spPr>
          <a:xfrm>
            <a:off x="6240380" y="2660195"/>
            <a:ext cx="1888229" cy="108366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單箭頭接點 72"/>
          <p:cNvCxnSpPr>
            <a:stCxn id="69" idx="3"/>
            <a:endCxn id="66" idx="2"/>
          </p:cNvCxnSpPr>
          <p:nvPr/>
        </p:nvCxnSpPr>
        <p:spPr>
          <a:xfrm>
            <a:off x="6240380" y="2660195"/>
            <a:ext cx="1888229" cy="317842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單箭頭接點 73"/>
          <p:cNvCxnSpPr>
            <a:endCxn id="67" idx="2"/>
          </p:cNvCxnSpPr>
          <p:nvPr/>
        </p:nvCxnSpPr>
        <p:spPr>
          <a:xfrm flipV="1">
            <a:off x="11540652" y="3611972"/>
            <a:ext cx="1397978" cy="15962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單箭頭接點 74"/>
          <p:cNvCxnSpPr>
            <a:endCxn id="67" idx="2"/>
          </p:cNvCxnSpPr>
          <p:nvPr/>
        </p:nvCxnSpPr>
        <p:spPr>
          <a:xfrm>
            <a:off x="11540651" y="2626686"/>
            <a:ext cx="1397979" cy="98528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單箭頭接點 75"/>
          <p:cNvCxnSpPr>
            <a:endCxn id="68" idx="2"/>
          </p:cNvCxnSpPr>
          <p:nvPr/>
        </p:nvCxnSpPr>
        <p:spPr>
          <a:xfrm>
            <a:off x="11540652" y="2692631"/>
            <a:ext cx="1397978" cy="217774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單箭頭接點 76"/>
          <p:cNvCxnSpPr>
            <a:endCxn id="68" idx="2"/>
          </p:cNvCxnSpPr>
          <p:nvPr/>
        </p:nvCxnSpPr>
        <p:spPr>
          <a:xfrm>
            <a:off x="11540651" y="3824907"/>
            <a:ext cx="1397979" cy="104546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橢圓 86"/>
          <p:cNvSpPr/>
          <p:nvPr/>
        </p:nvSpPr>
        <p:spPr>
          <a:xfrm>
            <a:off x="10775720" y="2258091"/>
            <a:ext cx="764931" cy="7649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8" name="橢圓 87"/>
          <p:cNvSpPr/>
          <p:nvPr/>
        </p:nvSpPr>
        <p:spPr>
          <a:xfrm>
            <a:off x="10775720" y="3309320"/>
            <a:ext cx="764931" cy="7649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92" name="矩形 91"/>
          <p:cNvSpPr/>
          <p:nvPr/>
        </p:nvSpPr>
        <p:spPr>
          <a:xfrm>
            <a:off x="5840877" y="5643027"/>
            <a:ext cx="399503" cy="399503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93" name="直線單箭頭接點 92"/>
          <p:cNvCxnSpPr>
            <a:stCxn id="92" idx="3"/>
            <a:endCxn id="66" idx="2"/>
          </p:cNvCxnSpPr>
          <p:nvPr/>
        </p:nvCxnSpPr>
        <p:spPr>
          <a:xfrm flipV="1">
            <a:off x="6240380" y="5838621"/>
            <a:ext cx="1888229" cy="415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單箭頭接點 95"/>
          <p:cNvCxnSpPr>
            <a:stCxn id="92" idx="3"/>
            <a:endCxn id="64" idx="2"/>
          </p:cNvCxnSpPr>
          <p:nvPr/>
        </p:nvCxnSpPr>
        <p:spPr>
          <a:xfrm flipV="1">
            <a:off x="6240380" y="3743859"/>
            <a:ext cx="1888229" cy="209892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線單箭頭接點 103"/>
          <p:cNvCxnSpPr/>
          <p:nvPr/>
        </p:nvCxnSpPr>
        <p:spPr>
          <a:xfrm>
            <a:off x="8893539" y="3691785"/>
            <a:ext cx="1888229" cy="5207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線單箭頭接點 109"/>
          <p:cNvCxnSpPr/>
          <p:nvPr/>
        </p:nvCxnSpPr>
        <p:spPr>
          <a:xfrm flipV="1">
            <a:off x="8893539" y="3743859"/>
            <a:ext cx="1888229" cy="209892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單箭頭接點 110"/>
          <p:cNvCxnSpPr/>
          <p:nvPr/>
        </p:nvCxnSpPr>
        <p:spPr>
          <a:xfrm flipV="1">
            <a:off x="8893539" y="2692631"/>
            <a:ext cx="1888229" cy="315014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線單箭頭接點 113"/>
          <p:cNvCxnSpPr/>
          <p:nvPr/>
        </p:nvCxnSpPr>
        <p:spPr>
          <a:xfrm>
            <a:off x="13727210" y="3630828"/>
            <a:ext cx="69899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單箭頭接點 114"/>
          <p:cNvCxnSpPr/>
          <p:nvPr/>
        </p:nvCxnSpPr>
        <p:spPr>
          <a:xfrm>
            <a:off x="13727210" y="4892144"/>
            <a:ext cx="69899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文字方塊 116"/>
          <p:cNvSpPr txBox="1"/>
          <p:nvPr/>
        </p:nvSpPr>
        <p:spPr>
          <a:xfrm>
            <a:off x="3659219" y="6391286"/>
            <a:ext cx="10992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TW" sz="3600" b="1" dirty="0"/>
              <a:t>Each time before updating the parameters</a:t>
            </a:r>
          </a:p>
        </p:txBody>
      </p:sp>
      <p:sp>
        <p:nvSpPr>
          <p:cNvPr id="118" name="文字方塊 117"/>
          <p:cNvSpPr txBox="1"/>
          <p:nvPr/>
        </p:nvSpPr>
        <p:spPr>
          <a:xfrm>
            <a:off x="4465544" y="7022360"/>
            <a:ext cx="963726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TW" sz="3600" dirty="0"/>
              <a:t>Each neuron has p% to dropout</a:t>
            </a:r>
            <a:endParaRPr lang="zh-TW" altLang="en-US" sz="3600" dirty="0"/>
          </a:p>
        </p:txBody>
      </p:sp>
      <p:sp>
        <p:nvSpPr>
          <p:cNvPr id="120" name="文字方塊 119"/>
          <p:cNvSpPr txBox="1"/>
          <p:nvPr/>
        </p:nvSpPr>
        <p:spPr>
          <a:xfrm>
            <a:off x="4465544" y="8300622"/>
            <a:ext cx="926166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TW" sz="3600" dirty="0"/>
              <a:t>Using the new network for training</a:t>
            </a:r>
            <a:endParaRPr lang="zh-TW" altLang="en-US" sz="3600" dirty="0"/>
          </a:p>
        </p:txBody>
      </p:sp>
      <p:sp>
        <p:nvSpPr>
          <p:cNvPr id="122" name="向右箭號 121"/>
          <p:cNvSpPr/>
          <p:nvPr/>
        </p:nvSpPr>
        <p:spPr>
          <a:xfrm>
            <a:off x="5297784" y="7716467"/>
            <a:ext cx="944114" cy="56335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23" name="文字方塊 122"/>
          <p:cNvSpPr txBox="1"/>
          <p:nvPr/>
        </p:nvSpPr>
        <p:spPr>
          <a:xfrm>
            <a:off x="6305971" y="7677034"/>
            <a:ext cx="9823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0000FF"/>
                </a:solidFill>
              </a:rPr>
              <a:t>The structure of the network is changed.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cxnSp>
        <p:nvCxnSpPr>
          <p:cNvPr id="124" name="直線單箭頭接點 123"/>
          <p:cNvCxnSpPr/>
          <p:nvPr/>
        </p:nvCxnSpPr>
        <p:spPr>
          <a:xfrm flipV="1">
            <a:off x="8893539" y="2640557"/>
            <a:ext cx="1882181" cy="110330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/>
          <p:cNvSpPr txBox="1"/>
          <p:nvPr/>
        </p:nvSpPr>
        <p:spPr>
          <a:xfrm>
            <a:off x="10422457" y="5440259"/>
            <a:ext cx="251617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FF0000"/>
                </a:solidFill>
              </a:rPr>
              <a:t>Thinner!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2175610" y="8912927"/>
            <a:ext cx="11901095" cy="6463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For each mini-batch, we resample the dropout neurons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" grpId="0"/>
      <p:bldP spid="3" grpId="0"/>
      <p:bldP spid="40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Dropout</a:t>
            </a:r>
            <a:endParaRPr lang="zh-TW" altLang="en-US" dirty="0"/>
          </a:p>
        </p:txBody>
      </p:sp>
      <p:grpSp>
        <p:nvGrpSpPr>
          <p:cNvPr id="111" name="群組 110"/>
          <p:cNvGrpSpPr/>
          <p:nvPr/>
        </p:nvGrpSpPr>
        <p:grpSpPr>
          <a:xfrm>
            <a:off x="5840877" y="2258091"/>
            <a:ext cx="8585322" cy="3962996"/>
            <a:chOff x="1904899" y="2535995"/>
            <a:chExt cx="5723548" cy="2641997"/>
          </a:xfrm>
        </p:grpSpPr>
        <p:sp>
          <p:nvSpPr>
            <p:cNvPr id="4" name="橢圓 3"/>
            <p:cNvSpPr/>
            <p:nvPr/>
          </p:nvSpPr>
          <p:spPr>
            <a:xfrm>
              <a:off x="3430053" y="2570711"/>
              <a:ext cx="509954" cy="50995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5" name="橢圓 4"/>
            <p:cNvSpPr/>
            <p:nvPr/>
          </p:nvSpPr>
          <p:spPr>
            <a:xfrm>
              <a:off x="3430053" y="3271530"/>
              <a:ext cx="509954" cy="50995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6" name="橢圓 5"/>
            <p:cNvSpPr/>
            <p:nvPr/>
          </p:nvSpPr>
          <p:spPr>
            <a:xfrm>
              <a:off x="3430053" y="3969784"/>
              <a:ext cx="509954" cy="50995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7" name="橢圓 6"/>
            <p:cNvSpPr/>
            <p:nvPr/>
          </p:nvSpPr>
          <p:spPr>
            <a:xfrm>
              <a:off x="3430053" y="4668038"/>
              <a:ext cx="509954" cy="50995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8" name="橢圓 7"/>
            <p:cNvSpPr/>
            <p:nvPr/>
          </p:nvSpPr>
          <p:spPr>
            <a:xfrm>
              <a:off x="6636734" y="3183605"/>
              <a:ext cx="509954" cy="50995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9" name="橢圓 8"/>
            <p:cNvSpPr/>
            <p:nvPr/>
          </p:nvSpPr>
          <p:spPr>
            <a:xfrm>
              <a:off x="6636734" y="4022539"/>
              <a:ext cx="509954" cy="50995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10" name="矩形 9"/>
            <p:cNvSpPr/>
            <p:nvPr/>
          </p:nvSpPr>
          <p:spPr>
            <a:xfrm>
              <a:off x="1904899" y="2670896"/>
              <a:ext cx="266335" cy="266335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cxnSp>
          <p:nvCxnSpPr>
            <p:cNvPr id="11" name="直線單箭頭接點 10"/>
            <p:cNvCxnSpPr>
              <a:stCxn id="10" idx="3"/>
              <a:endCxn id="4" idx="2"/>
            </p:cNvCxnSpPr>
            <p:nvPr/>
          </p:nvCxnSpPr>
          <p:spPr>
            <a:xfrm>
              <a:off x="2171234" y="2804064"/>
              <a:ext cx="1258819" cy="2162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單箭頭接點 11"/>
            <p:cNvCxnSpPr>
              <a:stCxn id="10" idx="3"/>
              <a:endCxn id="5" idx="2"/>
            </p:cNvCxnSpPr>
            <p:nvPr/>
          </p:nvCxnSpPr>
          <p:spPr>
            <a:xfrm>
              <a:off x="2171234" y="2804064"/>
              <a:ext cx="1258819" cy="72244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單箭頭接點 12"/>
            <p:cNvCxnSpPr>
              <a:stCxn id="10" idx="3"/>
              <a:endCxn id="6" idx="2"/>
            </p:cNvCxnSpPr>
            <p:nvPr/>
          </p:nvCxnSpPr>
          <p:spPr>
            <a:xfrm>
              <a:off x="2171234" y="2804064"/>
              <a:ext cx="1258819" cy="142069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單箭頭接點 13"/>
            <p:cNvCxnSpPr>
              <a:stCxn id="10" idx="3"/>
              <a:endCxn id="7" idx="2"/>
            </p:cNvCxnSpPr>
            <p:nvPr/>
          </p:nvCxnSpPr>
          <p:spPr>
            <a:xfrm>
              <a:off x="2171234" y="2804064"/>
              <a:ext cx="1258819" cy="211895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單箭頭接點 14"/>
            <p:cNvCxnSpPr>
              <a:endCxn id="8" idx="2"/>
            </p:cNvCxnSpPr>
            <p:nvPr/>
          </p:nvCxnSpPr>
          <p:spPr>
            <a:xfrm flipV="1">
              <a:off x="5704749" y="3438582"/>
              <a:ext cx="931985" cy="10641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單箭頭接點 15"/>
            <p:cNvCxnSpPr>
              <a:endCxn id="8" idx="2"/>
            </p:cNvCxnSpPr>
            <p:nvPr/>
          </p:nvCxnSpPr>
          <p:spPr>
            <a:xfrm>
              <a:off x="5704748" y="2781725"/>
              <a:ext cx="931986" cy="65685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單箭頭接點 16"/>
            <p:cNvCxnSpPr>
              <a:endCxn id="9" idx="2"/>
            </p:cNvCxnSpPr>
            <p:nvPr/>
          </p:nvCxnSpPr>
          <p:spPr>
            <a:xfrm>
              <a:off x="5704749" y="2825688"/>
              <a:ext cx="931985" cy="145182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單箭頭接點 17"/>
            <p:cNvCxnSpPr>
              <a:endCxn id="9" idx="2"/>
            </p:cNvCxnSpPr>
            <p:nvPr/>
          </p:nvCxnSpPr>
          <p:spPr>
            <a:xfrm>
              <a:off x="5704748" y="3580539"/>
              <a:ext cx="931986" cy="69697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單箭頭接點 18"/>
            <p:cNvCxnSpPr>
              <a:endCxn id="8" idx="2"/>
            </p:cNvCxnSpPr>
            <p:nvPr/>
          </p:nvCxnSpPr>
          <p:spPr>
            <a:xfrm flipV="1">
              <a:off x="5704749" y="3438582"/>
              <a:ext cx="931985" cy="78617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單箭頭接點 19"/>
            <p:cNvCxnSpPr>
              <a:endCxn id="9" idx="2"/>
            </p:cNvCxnSpPr>
            <p:nvPr/>
          </p:nvCxnSpPr>
          <p:spPr>
            <a:xfrm>
              <a:off x="5704749" y="4224761"/>
              <a:ext cx="931985" cy="5275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單箭頭接點 20"/>
            <p:cNvCxnSpPr>
              <a:endCxn id="8" idx="2"/>
            </p:cNvCxnSpPr>
            <p:nvPr/>
          </p:nvCxnSpPr>
          <p:spPr>
            <a:xfrm flipV="1">
              <a:off x="5704748" y="3438582"/>
              <a:ext cx="931986" cy="145677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單箭頭接點 21"/>
            <p:cNvCxnSpPr>
              <a:endCxn id="9" idx="2"/>
            </p:cNvCxnSpPr>
            <p:nvPr/>
          </p:nvCxnSpPr>
          <p:spPr>
            <a:xfrm flipV="1">
              <a:off x="5704749" y="4277516"/>
              <a:ext cx="931985" cy="64549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單箭頭接點 22"/>
            <p:cNvCxnSpPr>
              <a:stCxn id="27" idx="2"/>
              <a:endCxn id="4" idx="2"/>
            </p:cNvCxnSpPr>
            <p:nvPr/>
          </p:nvCxnSpPr>
          <p:spPr>
            <a:xfrm flipV="1">
              <a:off x="2038067" y="2825688"/>
              <a:ext cx="1391986" cy="7992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單箭頭接點 23"/>
            <p:cNvCxnSpPr>
              <a:stCxn id="27" idx="3"/>
              <a:endCxn id="5" idx="2"/>
            </p:cNvCxnSpPr>
            <p:nvPr/>
          </p:nvCxnSpPr>
          <p:spPr>
            <a:xfrm>
              <a:off x="2171234" y="3491791"/>
              <a:ext cx="1258819" cy="3471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單箭頭接點 24"/>
            <p:cNvCxnSpPr>
              <a:stCxn id="27" idx="3"/>
              <a:endCxn id="6" idx="2"/>
            </p:cNvCxnSpPr>
            <p:nvPr/>
          </p:nvCxnSpPr>
          <p:spPr>
            <a:xfrm>
              <a:off x="2171234" y="3491791"/>
              <a:ext cx="1258819" cy="7329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單箭頭接點 25"/>
            <p:cNvCxnSpPr>
              <a:stCxn id="27" idx="3"/>
              <a:endCxn id="7" idx="2"/>
            </p:cNvCxnSpPr>
            <p:nvPr/>
          </p:nvCxnSpPr>
          <p:spPr>
            <a:xfrm>
              <a:off x="2171234" y="3491791"/>
              <a:ext cx="1258819" cy="143122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矩形 26"/>
            <p:cNvSpPr/>
            <p:nvPr/>
          </p:nvSpPr>
          <p:spPr>
            <a:xfrm>
              <a:off x="1904899" y="3358623"/>
              <a:ext cx="266335" cy="266335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34" name="橢圓 33"/>
            <p:cNvSpPr/>
            <p:nvPr/>
          </p:nvSpPr>
          <p:spPr>
            <a:xfrm>
              <a:off x="5194794" y="2535995"/>
              <a:ext cx="509954" cy="50995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35" name="橢圓 34"/>
            <p:cNvSpPr/>
            <p:nvPr/>
          </p:nvSpPr>
          <p:spPr>
            <a:xfrm>
              <a:off x="5194794" y="3236814"/>
              <a:ext cx="509954" cy="50995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36" name="橢圓 35"/>
            <p:cNvSpPr/>
            <p:nvPr/>
          </p:nvSpPr>
          <p:spPr>
            <a:xfrm>
              <a:off x="5194794" y="3935068"/>
              <a:ext cx="509954" cy="50995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37" name="橢圓 36"/>
            <p:cNvSpPr/>
            <p:nvPr/>
          </p:nvSpPr>
          <p:spPr>
            <a:xfrm>
              <a:off x="5194794" y="4633322"/>
              <a:ext cx="509954" cy="50995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56" name="矩形 55"/>
            <p:cNvSpPr/>
            <p:nvPr/>
          </p:nvSpPr>
          <p:spPr>
            <a:xfrm>
              <a:off x="1904899" y="4113217"/>
              <a:ext cx="266335" cy="266335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57" name="矩形 56"/>
            <p:cNvSpPr/>
            <p:nvPr/>
          </p:nvSpPr>
          <p:spPr>
            <a:xfrm>
              <a:off x="1904899" y="4792619"/>
              <a:ext cx="266335" cy="266335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cxnSp>
          <p:nvCxnSpPr>
            <p:cNvPr id="66" name="直線單箭頭接點 65"/>
            <p:cNvCxnSpPr>
              <a:stCxn id="57" idx="3"/>
              <a:endCxn id="7" idx="2"/>
            </p:cNvCxnSpPr>
            <p:nvPr/>
          </p:nvCxnSpPr>
          <p:spPr>
            <a:xfrm flipV="1">
              <a:off x="2171234" y="4923015"/>
              <a:ext cx="1258819" cy="277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線單箭頭接點 68"/>
            <p:cNvCxnSpPr>
              <a:stCxn id="56" idx="3"/>
              <a:endCxn id="7" idx="2"/>
            </p:cNvCxnSpPr>
            <p:nvPr/>
          </p:nvCxnSpPr>
          <p:spPr>
            <a:xfrm>
              <a:off x="2171234" y="4246385"/>
              <a:ext cx="1258819" cy="67663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線單箭頭接點 71"/>
            <p:cNvCxnSpPr>
              <a:stCxn id="57" idx="3"/>
              <a:endCxn id="6" idx="2"/>
            </p:cNvCxnSpPr>
            <p:nvPr/>
          </p:nvCxnSpPr>
          <p:spPr>
            <a:xfrm flipV="1">
              <a:off x="2171234" y="4224761"/>
              <a:ext cx="1258819" cy="70102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線單箭頭接點 73"/>
            <p:cNvCxnSpPr>
              <a:stCxn id="57" idx="3"/>
              <a:endCxn id="5" idx="2"/>
            </p:cNvCxnSpPr>
            <p:nvPr/>
          </p:nvCxnSpPr>
          <p:spPr>
            <a:xfrm flipV="1">
              <a:off x="2171234" y="3526507"/>
              <a:ext cx="1258819" cy="139928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線單箭頭接點 77"/>
            <p:cNvCxnSpPr>
              <a:stCxn id="57" idx="3"/>
              <a:endCxn id="4" idx="2"/>
            </p:cNvCxnSpPr>
            <p:nvPr/>
          </p:nvCxnSpPr>
          <p:spPr>
            <a:xfrm flipV="1">
              <a:off x="2171234" y="2825688"/>
              <a:ext cx="1258819" cy="210009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線單箭頭接點 80"/>
            <p:cNvCxnSpPr>
              <a:stCxn id="56" idx="3"/>
              <a:endCxn id="5" idx="2"/>
            </p:cNvCxnSpPr>
            <p:nvPr/>
          </p:nvCxnSpPr>
          <p:spPr>
            <a:xfrm flipV="1">
              <a:off x="2171234" y="3526507"/>
              <a:ext cx="1258819" cy="71987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線單箭頭接點 81"/>
            <p:cNvCxnSpPr>
              <a:stCxn id="56" idx="3"/>
              <a:endCxn id="4" idx="2"/>
            </p:cNvCxnSpPr>
            <p:nvPr/>
          </p:nvCxnSpPr>
          <p:spPr>
            <a:xfrm flipV="1">
              <a:off x="2171234" y="2825688"/>
              <a:ext cx="1258819" cy="142069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線單箭頭接點 86"/>
            <p:cNvCxnSpPr/>
            <p:nvPr/>
          </p:nvCxnSpPr>
          <p:spPr>
            <a:xfrm>
              <a:off x="3940007" y="2804064"/>
              <a:ext cx="1258819" cy="2162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線單箭頭接點 87"/>
            <p:cNvCxnSpPr/>
            <p:nvPr/>
          </p:nvCxnSpPr>
          <p:spPr>
            <a:xfrm>
              <a:off x="3940007" y="2804064"/>
              <a:ext cx="1258819" cy="72244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線單箭頭接點 88"/>
            <p:cNvCxnSpPr/>
            <p:nvPr/>
          </p:nvCxnSpPr>
          <p:spPr>
            <a:xfrm>
              <a:off x="3940007" y="2804064"/>
              <a:ext cx="1258819" cy="142069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線單箭頭接點 89"/>
            <p:cNvCxnSpPr/>
            <p:nvPr/>
          </p:nvCxnSpPr>
          <p:spPr>
            <a:xfrm>
              <a:off x="3940007" y="2804064"/>
              <a:ext cx="1258819" cy="211895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線單箭頭接點 90"/>
            <p:cNvCxnSpPr/>
            <p:nvPr/>
          </p:nvCxnSpPr>
          <p:spPr>
            <a:xfrm>
              <a:off x="3940007" y="3491791"/>
              <a:ext cx="1258819" cy="3471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線單箭頭接點 91"/>
            <p:cNvCxnSpPr/>
            <p:nvPr/>
          </p:nvCxnSpPr>
          <p:spPr>
            <a:xfrm>
              <a:off x="3940007" y="3491791"/>
              <a:ext cx="1258819" cy="7329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線單箭頭接點 92"/>
            <p:cNvCxnSpPr/>
            <p:nvPr/>
          </p:nvCxnSpPr>
          <p:spPr>
            <a:xfrm>
              <a:off x="3940007" y="3491791"/>
              <a:ext cx="1258819" cy="143122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線單箭頭接點 93"/>
            <p:cNvCxnSpPr/>
            <p:nvPr/>
          </p:nvCxnSpPr>
          <p:spPr>
            <a:xfrm flipV="1">
              <a:off x="3940007" y="4923015"/>
              <a:ext cx="1258819" cy="277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線單箭頭接點 94"/>
            <p:cNvCxnSpPr/>
            <p:nvPr/>
          </p:nvCxnSpPr>
          <p:spPr>
            <a:xfrm>
              <a:off x="3940007" y="4246385"/>
              <a:ext cx="1258819" cy="67663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線單箭頭接點 95"/>
            <p:cNvCxnSpPr/>
            <p:nvPr/>
          </p:nvCxnSpPr>
          <p:spPr>
            <a:xfrm flipV="1">
              <a:off x="3940007" y="4224761"/>
              <a:ext cx="1258819" cy="70102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線單箭頭接點 96"/>
            <p:cNvCxnSpPr/>
            <p:nvPr/>
          </p:nvCxnSpPr>
          <p:spPr>
            <a:xfrm flipV="1">
              <a:off x="3940007" y="3526507"/>
              <a:ext cx="1258819" cy="139928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線單箭頭接點 97"/>
            <p:cNvCxnSpPr/>
            <p:nvPr/>
          </p:nvCxnSpPr>
          <p:spPr>
            <a:xfrm flipV="1">
              <a:off x="3940007" y="2825688"/>
              <a:ext cx="1258819" cy="210009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線單箭頭接點 98"/>
            <p:cNvCxnSpPr/>
            <p:nvPr/>
          </p:nvCxnSpPr>
          <p:spPr>
            <a:xfrm flipV="1">
              <a:off x="3940007" y="3526507"/>
              <a:ext cx="1258819" cy="71987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線單箭頭接點 99"/>
            <p:cNvCxnSpPr/>
            <p:nvPr/>
          </p:nvCxnSpPr>
          <p:spPr>
            <a:xfrm flipV="1">
              <a:off x="3940007" y="2825688"/>
              <a:ext cx="1258819" cy="142069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線單箭頭接點 107"/>
            <p:cNvCxnSpPr/>
            <p:nvPr/>
          </p:nvCxnSpPr>
          <p:spPr>
            <a:xfrm>
              <a:off x="7162454" y="3451153"/>
              <a:ext cx="46599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線單箭頭接點 109"/>
            <p:cNvCxnSpPr/>
            <p:nvPr/>
          </p:nvCxnSpPr>
          <p:spPr>
            <a:xfrm>
              <a:off x="7162454" y="4292030"/>
              <a:ext cx="46599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1" name="直線單箭頭接點 120"/>
          <p:cNvCxnSpPr/>
          <p:nvPr/>
        </p:nvCxnSpPr>
        <p:spPr>
          <a:xfrm flipV="1">
            <a:off x="6260156" y="4810290"/>
            <a:ext cx="1868453" cy="809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線單箭頭接點 175"/>
          <p:cNvCxnSpPr/>
          <p:nvPr/>
        </p:nvCxnSpPr>
        <p:spPr>
          <a:xfrm flipV="1">
            <a:off x="8945580" y="4789269"/>
            <a:ext cx="1868453" cy="809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直線單箭頭接點 176"/>
          <p:cNvCxnSpPr>
            <a:stCxn id="5" idx="6"/>
            <a:endCxn id="34" idx="2"/>
          </p:cNvCxnSpPr>
          <p:nvPr/>
        </p:nvCxnSpPr>
        <p:spPr>
          <a:xfrm flipV="1">
            <a:off x="8893539" y="2640557"/>
            <a:ext cx="1882181" cy="110330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字方塊 69"/>
          <p:cNvSpPr txBox="1"/>
          <p:nvPr/>
        </p:nvSpPr>
        <p:spPr>
          <a:xfrm>
            <a:off x="2953146" y="2250856"/>
            <a:ext cx="3481754" cy="737235"/>
          </a:xfrm>
          <a:prstGeom prst="rect">
            <a:avLst/>
          </a:prstGeom>
          <a:noFill/>
          <a:ln w="762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4200" b="1" u="sng" dirty="0">
                <a:solidFill>
                  <a:srgbClr val="0000FF"/>
                </a:solidFill>
              </a:rPr>
              <a:t>Testing:</a:t>
            </a:r>
            <a:endParaRPr lang="zh-TW" altLang="en-US" sz="4200" b="1" u="sng" dirty="0">
              <a:solidFill>
                <a:srgbClr val="0000FF"/>
              </a:solidFill>
            </a:endParaRPr>
          </a:p>
        </p:txBody>
      </p:sp>
      <p:sp>
        <p:nvSpPr>
          <p:cNvPr id="71" name="文字方塊 70"/>
          <p:cNvSpPr txBox="1"/>
          <p:nvPr/>
        </p:nvSpPr>
        <p:spPr>
          <a:xfrm>
            <a:off x="3314067" y="6236299"/>
            <a:ext cx="505361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TW" sz="3600" b="1" dirty="0">
                <a:solidFill>
                  <a:srgbClr val="FF0000"/>
                </a:solidFill>
              </a:rPr>
              <a:t>No dropout</a:t>
            </a:r>
          </a:p>
        </p:txBody>
      </p:sp>
      <p:sp>
        <p:nvSpPr>
          <p:cNvPr id="73" name="文字方塊 72"/>
          <p:cNvSpPr txBox="1"/>
          <p:nvPr/>
        </p:nvSpPr>
        <p:spPr>
          <a:xfrm>
            <a:off x="4221314" y="7025813"/>
            <a:ext cx="7694763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TW" sz="3600" dirty="0">
                <a:solidFill>
                  <a:srgbClr val="0000FF"/>
                </a:solidFill>
              </a:rPr>
              <a:t>If the dropout rate at training is p%, all the weights times 1-p%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字方塊 76"/>
              <p:cNvSpPr txBox="1"/>
              <p:nvPr/>
            </p:nvSpPr>
            <p:spPr>
              <a:xfrm>
                <a:off x="4221314" y="8120034"/>
                <a:ext cx="11514872" cy="11988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en-US" altLang="zh-TW" sz="3600" dirty="0">
                    <a:solidFill>
                      <a:srgbClr val="0000FF"/>
                    </a:solidFill>
                  </a:rPr>
                  <a:t>Assume that the dropout rate is 50%. </a:t>
                </a:r>
              </a:p>
              <a:p>
                <a:r>
                  <a:rPr lang="en-US" altLang="zh-TW" sz="3600" dirty="0">
                    <a:solidFill>
                      <a:srgbClr val="0000FF"/>
                    </a:solidFill>
                  </a:rPr>
                  <a:t>     If a weight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36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altLang="zh-TW" sz="36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TW" altLang="en-US" sz="3600" dirty="0">
                    <a:solidFill>
                      <a:srgbClr val="0000FF"/>
                    </a:solidFill>
                  </a:rPr>
                  <a:t> </a:t>
                </a:r>
                <a:r>
                  <a:rPr lang="en-US" altLang="zh-TW" sz="3600" dirty="0">
                    <a:solidFill>
                      <a:srgbClr val="0000FF"/>
                    </a:solidFill>
                  </a:rPr>
                  <a:t>by training, set </a:t>
                </a:r>
                <a14:m>
                  <m:oMath xmlns:m="http://schemas.openxmlformats.org/officeDocument/2006/math">
                    <m:r>
                      <a:rPr lang="en-US" altLang="zh-TW" sz="360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TW" sz="36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zh-TW" altLang="en-US" sz="3600" dirty="0">
                    <a:solidFill>
                      <a:srgbClr val="0000FF"/>
                    </a:solidFill>
                  </a:rPr>
                  <a:t> </a:t>
                </a:r>
                <a:r>
                  <a:rPr lang="en-US" altLang="zh-TW" sz="3600" dirty="0">
                    <a:solidFill>
                      <a:srgbClr val="0000FF"/>
                    </a:solidFill>
                  </a:rPr>
                  <a:t>for testing.</a:t>
                </a:r>
                <a:endParaRPr lang="zh-TW" altLang="en-US" sz="36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77" name="文字方塊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1314" y="8120034"/>
                <a:ext cx="11514872" cy="1198880"/>
              </a:xfrm>
              <a:prstGeom prst="rect">
                <a:avLst/>
              </a:prstGeom>
              <a:blipFill>
                <a:blip r:embed="rId3"/>
                <a:stretch>
                  <a:fillRect l="-1429" t="-7614" r="-688" b="-182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/>
      <p:bldP spid="71" grpId="0"/>
      <p:bldP spid="73" grpId="0"/>
      <p:bldP spid="7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Dropout - Intuitive Reason</a:t>
            </a:r>
            <a:endParaRPr lang="zh-TW" altLang="en-US" dirty="0"/>
          </a:p>
        </p:txBody>
      </p:sp>
      <p:grpSp>
        <p:nvGrpSpPr>
          <p:cNvPr id="4" name="群組 3"/>
          <p:cNvGrpSpPr/>
          <p:nvPr/>
        </p:nvGrpSpPr>
        <p:grpSpPr>
          <a:xfrm>
            <a:off x="5840877" y="2258091"/>
            <a:ext cx="8585322" cy="3962996"/>
            <a:chOff x="1904899" y="2535995"/>
            <a:chExt cx="5723548" cy="2641997"/>
          </a:xfrm>
        </p:grpSpPr>
        <p:sp>
          <p:nvSpPr>
            <p:cNvPr id="5" name="橢圓 4"/>
            <p:cNvSpPr/>
            <p:nvPr/>
          </p:nvSpPr>
          <p:spPr>
            <a:xfrm>
              <a:off x="3430053" y="2570711"/>
              <a:ext cx="509954" cy="50995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6" name="橢圓 5"/>
            <p:cNvSpPr/>
            <p:nvPr/>
          </p:nvSpPr>
          <p:spPr>
            <a:xfrm>
              <a:off x="3430053" y="3271530"/>
              <a:ext cx="509954" cy="50995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7" name="橢圓 6"/>
            <p:cNvSpPr/>
            <p:nvPr/>
          </p:nvSpPr>
          <p:spPr>
            <a:xfrm>
              <a:off x="3430053" y="3969784"/>
              <a:ext cx="509954" cy="50995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8" name="橢圓 7"/>
            <p:cNvSpPr/>
            <p:nvPr/>
          </p:nvSpPr>
          <p:spPr>
            <a:xfrm>
              <a:off x="3430053" y="4668038"/>
              <a:ext cx="509954" cy="50995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9" name="橢圓 8"/>
            <p:cNvSpPr/>
            <p:nvPr/>
          </p:nvSpPr>
          <p:spPr>
            <a:xfrm>
              <a:off x="6636734" y="3183605"/>
              <a:ext cx="509954" cy="50995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10" name="橢圓 9"/>
            <p:cNvSpPr/>
            <p:nvPr/>
          </p:nvSpPr>
          <p:spPr>
            <a:xfrm>
              <a:off x="6636734" y="4022539"/>
              <a:ext cx="509954" cy="50995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11" name="矩形 10"/>
            <p:cNvSpPr/>
            <p:nvPr/>
          </p:nvSpPr>
          <p:spPr>
            <a:xfrm>
              <a:off x="1904899" y="2670896"/>
              <a:ext cx="266335" cy="266335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cxnSp>
          <p:nvCxnSpPr>
            <p:cNvPr id="12" name="直線單箭頭接點 11"/>
            <p:cNvCxnSpPr>
              <a:stCxn id="11" idx="3"/>
              <a:endCxn id="5" idx="2"/>
            </p:cNvCxnSpPr>
            <p:nvPr/>
          </p:nvCxnSpPr>
          <p:spPr>
            <a:xfrm>
              <a:off x="2171234" y="2804064"/>
              <a:ext cx="1258819" cy="2162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單箭頭接點 12"/>
            <p:cNvCxnSpPr>
              <a:stCxn id="11" idx="3"/>
              <a:endCxn id="6" idx="2"/>
            </p:cNvCxnSpPr>
            <p:nvPr/>
          </p:nvCxnSpPr>
          <p:spPr>
            <a:xfrm>
              <a:off x="2171234" y="2804064"/>
              <a:ext cx="1258819" cy="72244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單箭頭接點 13"/>
            <p:cNvCxnSpPr>
              <a:stCxn id="11" idx="3"/>
              <a:endCxn id="7" idx="2"/>
            </p:cNvCxnSpPr>
            <p:nvPr/>
          </p:nvCxnSpPr>
          <p:spPr>
            <a:xfrm>
              <a:off x="2171234" y="2804064"/>
              <a:ext cx="1258819" cy="142069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單箭頭接點 14"/>
            <p:cNvCxnSpPr>
              <a:stCxn id="11" idx="3"/>
              <a:endCxn id="8" idx="2"/>
            </p:cNvCxnSpPr>
            <p:nvPr/>
          </p:nvCxnSpPr>
          <p:spPr>
            <a:xfrm>
              <a:off x="2171234" y="2804064"/>
              <a:ext cx="1258819" cy="211895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單箭頭接點 15"/>
            <p:cNvCxnSpPr>
              <a:endCxn id="9" idx="2"/>
            </p:cNvCxnSpPr>
            <p:nvPr/>
          </p:nvCxnSpPr>
          <p:spPr>
            <a:xfrm flipV="1">
              <a:off x="5704749" y="3438582"/>
              <a:ext cx="931985" cy="10641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單箭頭接點 16"/>
            <p:cNvCxnSpPr>
              <a:endCxn id="9" idx="2"/>
            </p:cNvCxnSpPr>
            <p:nvPr/>
          </p:nvCxnSpPr>
          <p:spPr>
            <a:xfrm>
              <a:off x="5704748" y="2781725"/>
              <a:ext cx="931986" cy="65685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單箭頭接點 17"/>
            <p:cNvCxnSpPr>
              <a:endCxn id="10" idx="2"/>
            </p:cNvCxnSpPr>
            <p:nvPr/>
          </p:nvCxnSpPr>
          <p:spPr>
            <a:xfrm>
              <a:off x="5704749" y="2825688"/>
              <a:ext cx="931985" cy="145182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單箭頭接點 18"/>
            <p:cNvCxnSpPr>
              <a:endCxn id="10" idx="2"/>
            </p:cNvCxnSpPr>
            <p:nvPr/>
          </p:nvCxnSpPr>
          <p:spPr>
            <a:xfrm>
              <a:off x="5704748" y="3580539"/>
              <a:ext cx="931986" cy="69697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單箭頭接點 19"/>
            <p:cNvCxnSpPr>
              <a:endCxn id="9" idx="2"/>
            </p:cNvCxnSpPr>
            <p:nvPr/>
          </p:nvCxnSpPr>
          <p:spPr>
            <a:xfrm flipV="1">
              <a:off x="5704749" y="3438582"/>
              <a:ext cx="931985" cy="78617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單箭頭接點 20"/>
            <p:cNvCxnSpPr>
              <a:endCxn id="10" idx="2"/>
            </p:cNvCxnSpPr>
            <p:nvPr/>
          </p:nvCxnSpPr>
          <p:spPr>
            <a:xfrm>
              <a:off x="5704749" y="4224761"/>
              <a:ext cx="931985" cy="5275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單箭頭接點 21"/>
            <p:cNvCxnSpPr>
              <a:endCxn id="9" idx="2"/>
            </p:cNvCxnSpPr>
            <p:nvPr/>
          </p:nvCxnSpPr>
          <p:spPr>
            <a:xfrm flipV="1">
              <a:off x="5704748" y="3438582"/>
              <a:ext cx="931986" cy="145677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單箭頭接點 22"/>
            <p:cNvCxnSpPr>
              <a:endCxn id="10" idx="2"/>
            </p:cNvCxnSpPr>
            <p:nvPr/>
          </p:nvCxnSpPr>
          <p:spPr>
            <a:xfrm flipV="1">
              <a:off x="5704749" y="4277516"/>
              <a:ext cx="931985" cy="64549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單箭頭接點 23"/>
            <p:cNvCxnSpPr>
              <a:stCxn id="28" idx="2"/>
              <a:endCxn id="5" idx="2"/>
            </p:cNvCxnSpPr>
            <p:nvPr/>
          </p:nvCxnSpPr>
          <p:spPr>
            <a:xfrm flipV="1">
              <a:off x="2038067" y="2825688"/>
              <a:ext cx="1391986" cy="7992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單箭頭接點 24"/>
            <p:cNvCxnSpPr>
              <a:stCxn id="28" idx="3"/>
              <a:endCxn id="6" idx="2"/>
            </p:cNvCxnSpPr>
            <p:nvPr/>
          </p:nvCxnSpPr>
          <p:spPr>
            <a:xfrm>
              <a:off x="2171234" y="3491791"/>
              <a:ext cx="1258819" cy="3471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單箭頭接點 25"/>
            <p:cNvCxnSpPr>
              <a:stCxn id="28" idx="3"/>
              <a:endCxn id="7" idx="2"/>
            </p:cNvCxnSpPr>
            <p:nvPr/>
          </p:nvCxnSpPr>
          <p:spPr>
            <a:xfrm>
              <a:off x="2171234" y="3491791"/>
              <a:ext cx="1258819" cy="7329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單箭頭接點 26"/>
            <p:cNvCxnSpPr>
              <a:stCxn id="28" idx="3"/>
              <a:endCxn id="8" idx="2"/>
            </p:cNvCxnSpPr>
            <p:nvPr/>
          </p:nvCxnSpPr>
          <p:spPr>
            <a:xfrm>
              <a:off x="2171234" y="3491791"/>
              <a:ext cx="1258819" cy="143122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矩形 27"/>
            <p:cNvSpPr/>
            <p:nvPr/>
          </p:nvSpPr>
          <p:spPr>
            <a:xfrm>
              <a:off x="1904899" y="3358623"/>
              <a:ext cx="266335" cy="266335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29" name="橢圓 28"/>
            <p:cNvSpPr/>
            <p:nvPr/>
          </p:nvSpPr>
          <p:spPr>
            <a:xfrm>
              <a:off x="5194794" y="2535995"/>
              <a:ext cx="509954" cy="50995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30" name="橢圓 29"/>
            <p:cNvSpPr/>
            <p:nvPr/>
          </p:nvSpPr>
          <p:spPr>
            <a:xfrm>
              <a:off x="5194794" y="3236814"/>
              <a:ext cx="509954" cy="50995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31" name="橢圓 30"/>
            <p:cNvSpPr/>
            <p:nvPr/>
          </p:nvSpPr>
          <p:spPr>
            <a:xfrm>
              <a:off x="5194794" y="3935068"/>
              <a:ext cx="509954" cy="50995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32" name="橢圓 31"/>
            <p:cNvSpPr/>
            <p:nvPr/>
          </p:nvSpPr>
          <p:spPr>
            <a:xfrm>
              <a:off x="5194794" y="4633322"/>
              <a:ext cx="509954" cy="50995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33" name="矩形 32"/>
            <p:cNvSpPr/>
            <p:nvPr/>
          </p:nvSpPr>
          <p:spPr>
            <a:xfrm>
              <a:off x="1904899" y="4113217"/>
              <a:ext cx="266335" cy="266335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34" name="矩形 33"/>
            <p:cNvSpPr/>
            <p:nvPr/>
          </p:nvSpPr>
          <p:spPr>
            <a:xfrm>
              <a:off x="1904899" y="4792619"/>
              <a:ext cx="266335" cy="266335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cxnSp>
          <p:nvCxnSpPr>
            <p:cNvPr id="35" name="直線單箭頭接點 34"/>
            <p:cNvCxnSpPr>
              <a:stCxn id="34" idx="3"/>
              <a:endCxn id="8" idx="2"/>
            </p:cNvCxnSpPr>
            <p:nvPr/>
          </p:nvCxnSpPr>
          <p:spPr>
            <a:xfrm flipV="1">
              <a:off x="2171234" y="4923015"/>
              <a:ext cx="1258819" cy="277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單箭頭接點 35"/>
            <p:cNvCxnSpPr>
              <a:stCxn id="33" idx="3"/>
              <a:endCxn id="8" idx="2"/>
            </p:cNvCxnSpPr>
            <p:nvPr/>
          </p:nvCxnSpPr>
          <p:spPr>
            <a:xfrm>
              <a:off x="2171234" y="4246385"/>
              <a:ext cx="1258819" cy="67663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單箭頭接點 36"/>
            <p:cNvCxnSpPr>
              <a:stCxn id="34" idx="3"/>
              <a:endCxn id="7" idx="2"/>
            </p:cNvCxnSpPr>
            <p:nvPr/>
          </p:nvCxnSpPr>
          <p:spPr>
            <a:xfrm flipV="1">
              <a:off x="2171234" y="4224761"/>
              <a:ext cx="1258819" cy="70102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單箭頭接點 37"/>
            <p:cNvCxnSpPr>
              <a:stCxn id="34" idx="3"/>
              <a:endCxn id="6" idx="2"/>
            </p:cNvCxnSpPr>
            <p:nvPr/>
          </p:nvCxnSpPr>
          <p:spPr>
            <a:xfrm flipV="1">
              <a:off x="2171234" y="3526507"/>
              <a:ext cx="1258819" cy="139928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線單箭頭接點 38"/>
            <p:cNvCxnSpPr>
              <a:stCxn id="34" idx="3"/>
              <a:endCxn id="5" idx="2"/>
            </p:cNvCxnSpPr>
            <p:nvPr/>
          </p:nvCxnSpPr>
          <p:spPr>
            <a:xfrm flipV="1">
              <a:off x="2171234" y="2825688"/>
              <a:ext cx="1258819" cy="210009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單箭頭接點 39"/>
            <p:cNvCxnSpPr>
              <a:stCxn id="33" idx="3"/>
              <a:endCxn id="6" idx="2"/>
            </p:cNvCxnSpPr>
            <p:nvPr/>
          </p:nvCxnSpPr>
          <p:spPr>
            <a:xfrm flipV="1">
              <a:off x="2171234" y="3526507"/>
              <a:ext cx="1258819" cy="71987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單箭頭接點 40"/>
            <p:cNvCxnSpPr>
              <a:stCxn id="33" idx="3"/>
              <a:endCxn id="5" idx="2"/>
            </p:cNvCxnSpPr>
            <p:nvPr/>
          </p:nvCxnSpPr>
          <p:spPr>
            <a:xfrm flipV="1">
              <a:off x="2171234" y="2825688"/>
              <a:ext cx="1258819" cy="142069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單箭頭接點 41"/>
            <p:cNvCxnSpPr/>
            <p:nvPr/>
          </p:nvCxnSpPr>
          <p:spPr>
            <a:xfrm>
              <a:off x="3940007" y="2804064"/>
              <a:ext cx="1258819" cy="2162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線單箭頭接點 42"/>
            <p:cNvCxnSpPr/>
            <p:nvPr/>
          </p:nvCxnSpPr>
          <p:spPr>
            <a:xfrm>
              <a:off x="3940007" y="2804064"/>
              <a:ext cx="1258819" cy="72244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線單箭頭接點 43"/>
            <p:cNvCxnSpPr/>
            <p:nvPr/>
          </p:nvCxnSpPr>
          <p:spPr>
            <a:xfrm>
              <a:off x="3940007" y="2804064"/>
              <a:ext cx="1258819" cy="142069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線單箭頭接點 44"/>
            <p:cNvCxnSpPr/>
            <p:nvPr/>
          </p:nvCxnSpPr>
          <p:spPr>
            <a:xfrm>
              <a:off x="3940007" y="2804064"/>
              <a:ext cx="1258819" cy="211895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線單箭頭接點 45"/>
            <p:cNvCxnSpPr/>
            <p:nvPr/>
          </p:nvCxnSpPr>
          <p:spPr>
            <a:xfrm>
              <a:off x="3940007" y="3491791"/>
              <a:ext cx="1258819" cy="3471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線單箭頭接點 46"/>
            <p:cNvCxnSpPr/>
            <p:nvPr/>
          </p:nvCxnSpPr>
          <p:spPr>
            <a:xfrm>
              <a:off x="3940007" y="3491791"/>
              <a:ext cx="1258819" cy="7329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線單箭頭接點 47"/>
            <p:cNvCxnSpPr/>
            <p:nvPr/>
          </p:nvCxnSpPr>
          <p:spPr>
            <a:xfrm>
              <a:off x="3940007" y="3491791"/>
              <a:ext cx="1258819" cy="143122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單箭頭接點 48"/>
            <p:cNvCxnSpPr/>
            <p:nvPr/>
          </p:nvCxnSpPr>
          <p:spPr>
            <a:xfrm flipV="1">
              <a:off x="3940007" y="4923015"/>
              <a:ext cx="1258819" cy="277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線單箭頭接點 49"/>
            <p:cNvCxnSpPr/>
            <p:nvPr/>
          </p:nvCxnSpPr>
          <p:spPr>
            <a:xfrm>
              <a:off x="3940007" y="4246385"/>
              <a:ext cx="1258819" cy="67663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單箭頭接點 50"/>
            <p:cNvCxnSpPr/>
            <p:nvPr/>
          </p:nvCxnSpPr>
          <p:spPr>
            <a:xfrm flipV="1">
              <a:off x="3940007" y="4224761"/>
              <a:ext cx="1258819" cy="70102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線單箭頭接點 51"/>
            <p:cNvCxnSpPr/>
            <p:nvPr/>
          </p:nvCxnSpPr>
          <p:spPr>
            <a:xfrm flipV="1">
              <a:off x="3940007" y="3526507"/>
              <a:ext cx="1258819" cy="139928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線單箭頭接點 52"/>
            <p:cNvCxnSpPr/>
            <p:nvPr/>
          </p:nvCxnSpPr>
          <p:spPr>
            <a:xfrm flipV="1">
              <a:off x="3940007" y="2825688"/>
              <a:ext cx="1258819" cy="210009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線單箭頭接點 53"/>
            <p:cNvCxnSpPr/>
            <p:nvPr/>
          </p:nvCxnSpPr>
          <p:spPr>
            <a:xfrm flipV="1">
              <a:off x="3940007" y="3526507"/>
              <a:ext cx="1258819" cy="71987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線單箭頭接點 54"/>
            <p:cNvCxnSpPr/>
            <p:nvPr/>
          </p:nvCxnSpPr>
          <p:spPr>
            <a:xfrm flipV="1">
              <a:off x="3940007" y="2825688"/>
              <a:ext cx="1258819" cy="142069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線單箭頭接點 55"/>
            <p:cNvCxnSpPr/>
            <p:nvPr/>
          </p:nvCxnSpPr>
          <p:spPr>
            <a:xfrm>
              <a:off x="7162454" y="3451153"/>
              <a:ext cx="46599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線單箭頭接點 56"/>
            <p:cNvCxnSpPr/>
            <p:nvPr/>
          </p:nvCxnSpPr>
          <p:spPr>
            <a:xfrm>
              <a:off x="7162454" y="4292030"/>
              <a:ext cx="46599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8" name="直線單箭頭接點 57"/>
          <p:cNvCxnSpPr/>
          <p:nvPr/>
        </p:nvCxnSpPr>
        <p:spPr>
          <a:xfrm flipV="1">
            <a:off x="6260156" y="4810290"/>
            <a:ext cx="1868453" cy="809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單箭頭接點 58"/>
          <p:cNvCxnSpPr/>
          <p:nvPr/>
        </p:nvCxnSpPr>
        <p:spPr>
          <a:xfrm flipV="1">
            <a:off x="8945580" y="4789269"/>
            <a:ext cx="1868453" cy="809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單箭頭接點 59"/>
          <p:cNvCxnSpPr>
            <a:stCxn id="6" idx="6"/>
            <a:endCxn id="29" idx="2"/>
          </p:cNvCxnSpPr>
          <p:nvPr/>
        </p:nvCxnSpPr>
        <p:spPr>
          <a:xfrm flipV="1">
            <a:off x="8893539" y="2640557"/>
            <a:ext cx="1882181" cy="110330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字方塊 60"/>
          <p:cNvSpPr txBox="1"/>
          <p:nvPr/>
        </p:nvSpPr>
        <p:spPr>
          <a:xfrm>
            <a:off x="3474850" y="6315427"/>
            <a:ext cx="1095135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TW" sz="3600" dirty="0"/>
              <a:t>When teams up, if everyone expect the partner will do the work, nothing will be done finally.</a:t>
            </a:r>
          </a:p>
        </p:txBody>
      </p:sp>
      <p:sp>
        <p:nvSpPr>
          <p:cNvPr id="65" name="文字方塊 64"/>
          <p:cNvSpPr txBox="1"/>
          <p:nvPr/>
        </p:nvSpPr>
        <p:spPr>
          <a:xfrm>
            <a:off x="3426712" y="7598302"/>
            <a:ext cx="10589007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TW" sz="3600" dirty="0"/>
              <a:t>However, if you know your partner will dropout, you will do better.</a:t>
            </a:r>
          </a:p>
        </p:txBody>
      </p:sp>
      <p:sp>
        <p:nvSpPr>
          <p:cNvPr id="66" name="雲朵形圖說文字 65"/>
          <p:cNvSpPr/>
          <p:nvPr/>
        </p:nvSpPr>
        <p:spPr>
          <a:xfrm>
            <a:off x="9913400" y="1961297"/>
            <a:ext cx="4839465" cy="2236751"/>
          </a:xfrm>
          <a:prstGeom prst="cloudCallout">
            <a:avLst>
              <a:gd name="adj1" fmla="val -80009"/>
              <a:gd name="adj2" fmla="val 29984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000" dirty="0">
                <a:solidFill>
                  <a:schemeClr val="tx1"/>
                </a:solidFill>
              </a:rPr>
              <a:t>My teammate will not work hard on project. I need to work hard.</a:t>
            </a:r>
          </a:p>
        </p:txBody>
      </p:sp>
      <p:grpSp>
        <p:nvGrpSpPr>
          <p:cNvPr id="82" name="群組 81"/>
          <p:cNvGrpSpPr/>
          <p:nvPr/>
        </p:nvGrpSpPr>
        <p:grpSpPr>
          <a:xfrm>
            <a:off x="8234055" y="2400900"/>
            <a:ext cx="547989" cy="551024"/>
            <a:chOff x="-1866900" y="1906630"/>
            <a:chExt cx="365326" cy="367349"/>
          </a:xfrm>
        </p:grpSpPr>
        <p:cxnSp>
          <p:nvCxnSpPr>
            <p:cNvPr id="83" name="直線接點 82"/>
            <p:cNvCxnSpPr/>
            <p:nvPr/>
          </p:nvCxnSpPr>
          <p:spPr>
            <a:xfrm>
              <a:off x="-1866900" y="1906630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線接點 83"/>
            <p:cNvCxnSpPr/>
            <p:nvPr/>
          </p:nvCxnSpPr>
          <p:spPr>
            <a:xfrm rot="5400000">
              <a:off x="-1863524" y="1912029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群組 84"/>
          <p:cNvGrpSpPr/>
          <p:nvPr/>
        </p:nvGrpSpPr>
        <p:grpSpPr>
          <a:xfrm>
            <a:off x="8241903" y="4515728"/>
            <a:ext cx="547989" cy="551024"/>
            <a:chOff x="-1866900" y="1906630"/>
            <a:chExt cx="365326" cy="367349"/>
          </a:xfrm>
        </p:grpSpPr>
        <p:cxnSp>
          <p:nvCxnSpPr>
            <p:cNvPr id="86" name="直線接點 85"/>
            <p:cNvCxnSpPr/>
            <p:nvPr/>
          </p:nvCxnSpPr>
          <p:spPr>
            <a:xfrm>
              <a:off x="-1866900" y="1906630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線接點 86"/>
            <p:cNvCxnSpPr/>
            <p:nvPr/>
          </p:nvCxnSpPr>
          <p:spPr>
            <a:xfrm rot="5400000">
              <a:off x="-1863524" y="1912029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8" name="群組 87"/>
          <p:cNvGrpSpPr/>
          <p:nvPr/>
        </p:nvGrpSpPr>
        <p:grpSpPr>
          <a:xfrm>
            <a:off x="10884191" y="4472403"/>
            <a:ext cx="547989" cy="551024"/>
            <a:chOff x="-1866900" y="1906630"/>
            <a:chExt cx="365326" cy="367349"/>
          </a:xfrm>
        </p:grpSpPr>
        <p:cxnSp>
          <p:nvCxnSpPr>
            <p:cNvPr id="89" name="直線接點 88"/>
            <p:cNvCxnSpPr/>
            <p:nvPr/>
          </p:nvCxnSpPr>
          <p:spPr>
            <a:xfrm>
              <a:off x="-1866900" y="1906630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線接點 89"/>
            <p:cNvCxnSpPr/>
            <p:nvPr/>
          </p:nvCxnSpPr>
          <p:spPr>
            <a:xfrm rot="5400000">
              <a:off x="-1863524" y="1912029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群組 90"/>
          <p:cNvGrpSpPr/>
          <p:nvPr/>
        </p:nvGrpSpPr>
        <p:grpSpPr>
          <a:xfrm>
            <a:off x="10898327" y="5511035"/>
            <a:ext cx="547989" cy="551024"/>
            <a:chOff x="-1866900" y="1906630"/>
            <a:chExt cx="365326" cy="367349"/>
          </a:xfrm>
        </p:grpSpPr>
        <p:cxnSp>
          <p:nvCxnSpPr>
            <p:cNvPr id="92" name="直線接點 91"/>
            <p:cNvCxnSpPr/>
            <p:nvPr/>
          </p:nvCxnSpPr>
          <p:spPr>
            <a:xfrm>
              <a:off x="-1866900" y="1906630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線接點 92"/>
            <p:cNvCxnSpPr/>
            <p:nvPr/>
          </p:nvCxnSpPr>
          <p:spPr>
            <a:xfrm rot="5400000">
              <a:off x="-1863524" y="1912029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" name="群組 93"/>
          <p:cNvGrpSpPr/>
          <p:nvPr/>
        </p:nvGrpSpPr>
        <p:grpSpPr>
          <a:xfrm>
            <a:off x="5760231" y="4535528"/>
            <a:ext cx="547989" cy="551024"/>
            <a:chOff x="-1866900" y="1906630"/>
            <a:chExt cx="365326" cy="367349"/>
          </a:xfrm>
        </p:grpSpPr>
        <p:cxnSp>
          <p:nvCxnSpPr>
            <p:cNvPr id="95" name="直線接點 94"/>
            <p:cNvCxnSpPr/>
            <p:nvPr/>
          </p:nvCxnSpPr>
          <p:spPr>
            <a:xfrm>
              <a:off x="-1866900" y="1906630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線接點 95"/>
            <p:cNvCxnSpPr/>
            <p:nvPr/>
          </p:nvCxnSpPr>
          <p:spPr>
            <a:xfrm rot="5400000">
              <a:off x="-1863524" y="1912029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7" name="群組 96"/>
          <p:cNvGrpSpPr/>
          <p:nvPr/>
        </p:nvGrpSpPr>
        <p:grpSpPr>
          <a:xfrm>
            <a:off x="5795828" y="3441956"/>
            <a:ext cx="547989" cy="551024"/>
            <a:chOff x="-1866900" y="1906630"/>
            <a:chExt cx="365326" cy="367349"/>
          </a:xfrm>
        </p:grpSpPr>
        <p:cxnSp>
          <p:nvCxnSpPr>
            <p:cNvPr id="98" name="直線接點 97"/>
            <p:cNvCxnSpPr/>
            <p:nvPr/>
          </p:nvCxnSpPr>
          <p:spPr>
            <a:xfrm>
              <a:off x="-1866900" y="1906630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線接點 98"/>
            <p:cNvCxnSpPr/>
            <p:nvPr/>
          </p:nvCxnSpPr>
          <p:spPr>
            <a:xfrm rot="5400000">
              <a:off x="-1863524" y="1912029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0" name="文字方塊 99"/>
          <p:cNvSpPr txBox="1"/>
          <p:nvPr/>
        </p:nvSpPr>
        <p:spPr>
          <a:xfrm>
            <a:off x="3426712" y="8804719"/>
            <a:ext cx="10999488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TW" sz="3600" dirty="0"/>
              <a:t>When testing, no one dropout actually, so obtaining good results eventually.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65" grpId="0"/>
      <p:bldP spid="66" grpId="0" bldLvl="0" animBg="1"/>
      <p:bldP spid="10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Dropout - Intuitive Reason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Why the weights should multiply (1-p)% (dropout rate) when testing?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3297828" y="3954554"/>
            <a:ext cx="444119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b="1" i="1" u="sng" dirty="0"/>
              <a:t>Training of Dropout</a:t>
            </a:r>
            <a:endParaRPr lang="en-US" altLang="zh-TW" sz="3600" dirty="0"/>
          </a:p>
        </p:txBody>
      </p:sp>
      <p:sp>
        <p:nvSpPr>
          <p:cNvPr id="5" name="矩形 4"/>
          <p:cNvSpPr/>
          <p:nvPr/>
        </p:nvSpPr>
        <p:spPr>
          <a:xfrm>
            <a:off x="9122229" y="3925800"/>
            <a:ext cx="4255135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b="1" i="1" u="sng" dirty="0"/>
              <a:t>Testing of Dropout</a:t>
            </a:r>
            <a:endParaRPr lang="en-US" altLang="zh-TW" sz="3600" dirty="0"/>
          </a:p>
        </p:txBody>
      </p:sp>
      <p:sp>
        <p:nvSpPr>
          <p:cNvPr id="6" name="橢圓 5"/>
          <p:cNvSpPr/>
          <p:nvPr/>
        </p:nvSpPr>
        <p:spPr>
          <a:xfrm>
            <a:off x="7061454" y="7073870"/>
            <a:ext cx="764931" cy="7490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7" name="橢圓 6"/>
          <p:cNvSpPr/>
          <p:nvPr/>
        </p:nvSpPr>
        <p:spPr>
          <a:xfrm>
            <a:off x="4278924" y="5488211"/>
            <a:ext cx="764931" cy="7490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8" name="橢圓 7"/>
          <p:cNvSpPr/>
          <p:nvPr/>
        </p:nvSpPr>
        <p:spPr>
          <a:xfrm>
            <a:off x="4278924" y="6665595"/>
            <a:ext cx="764931" cy="7490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9" name="橢圓 8"/>
          <p:cNvSpPr/>
          <p:nvPr/>
        </p:nvSpPr>
        <p:spPr>
          <a:xfrm>
            <a:off x="4284305" y="7838801"/>
            <a:ext cx="764931" cy="7490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10" name="橢圓 9"/>
          <p:cNvSpPr/>
          <p:nvPr/>
        </p:nvSpPr>
        <p:spPr>
          <a:xfrm>
            <a:off x="4278924" y="9085274"/>
            <a:ext cx="764931" cy="7490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21" name="橢圓 20"/>
          <p:cNvSpPr/>
          <p:nvPr/>
        </p:nvSpPr>
        <p:spPr>
          <a:xfrm>
            <a:off x="12300324" y="7144986"/>
            <a:ext cx="764931" cy="7649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22" name="橢圓 21"/>
          <p:cNvSpPr/>
          <p:nvPr/>
        </p:nvSpPr>
        <p:spPr>
          <a:xfrm>
            <a:off x="9517794" y="5559327"/>
            <a:ext cx="764931" cy="7649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23" name="橢圓 22"/>
          <p:cNvSpPr/>
          <p:nvPr/>
        </p:nvSpPr>
        <p:spPr>
          <a:xfrm>
            <a:off x="9517794" y="6736712"/>
            <a:ext cx="764931" cy="7649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24" name="橢圓 23"/>
          <p:cNvSpPr/>
          <p:nvPr/>
        </p:nvSpPr>
        <p:spPr>
          <a:xfrm>
            <a:off x="9523175" y="7909917"/>
            <a:ext cx="764931" cy="7649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25" name="橢圓 24"/>
          <p:cNvSpPr/>
          <p:nvPr/>
        </p:nvSpPr>
        <p:spPr>
          <a:xfrm>
            <a:off x="9517794" y="9156390"/>
            <a:ext cx="764931" cy="7649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cxnSp>
        <p:nvCxnSpPr>
          <p:cNvPr id="12" name="直線單箭頭接點 11"/>
          <p:cNvCxnSpPr>
            <a:stCxn id="7" idx="6"/>
            <a:endCxn id="6" idx="2"/>
          </p:cNvCxnSpPr>
          <p:nvPr/>
        </p:nvCxnSpPr>
        <p:spPr>
          <a:xfrm>
            <a:off x="5043855" y="5862740"/>
            <a:ext cx="2017599" cy="1585659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/>
          <p:cNvCxnSpPr>
            <a:stCxn id="8" idx="6"/>
            <a:endCxn id="6" idx="2"/>
          </p:cNvCxnSpPr>
          <p:nvPr/>
        </p:nvCxnSpPr>
        <p:spPr>
          <a:xfrm>
            <a:off x="5043855" y="7040124"/>
            <a:ext cx="2017599" cy="408275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>
            <a:stCxn id="9" idx="6"/>
            <a:endCxn id="6" idx="2"/>
          </p:cNvCxnSpPr>
          <p:nvPr/>
        </p:nvCxnSpPr>
        <p:spPr>
          <a:xfrm flipV="1">
            <a:off x="5049236" y="7448399"/>
            <a:ext cx="2012219" cy="764931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>
            <a:endCxn id="6" idx="2"/>
          </p:cNvCxnSpPr>
          <p:nvPr/>
        </p:nvCxnSpPr>
        <p:spPr>
          <a:xfrm flipV="1">
            <a:off x="5049236" y="7448399"/>
            <a:ext cx="2012219" cy="1974881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/>
          <p:cNvCxnSpPr/>
          <p:nvPr/>
        </p:nvCxnSpPr>
        <p:spPr>
          <a:xfrm>
            <a:off x="10288106" y="5941793"/>
            <a:ext cx="2017599" cy="1585659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/>
          <p:cNvCxnSpPr/>
          <p:nvPr/>
        </p:nvCxnSpPr>
        <p:spPr>
          <a:xfrm>
            <a:off x="10288106" y="7119177"/>
            <a:ext cx="2017599" cy="408275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/>
          <p:nvPr/>
        </p:nvCxnSpPr>
        <p:spPr>
          <a:xfrm flipV="1">
            <a:off x="10293486" y="7527452"/>
            <a:ext cx="2012219" cy="764931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/>
          <p:cNvCxnSpPr/>
          <p:nvPr/>
        </p:nvCxnSpPr>
        <p:spPr>
          <a:xfrm flipV="1">
            <a:off x="10293486" y="7527452"/>
            <a:ext cx="2012219" cy="1966944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字方塊 39"/>
              <p:cNvSpPr txBox="1"/>
              <p:nvPr/>
            </p:nvSpPr>
            <p:spPr>
              <a:xfrm>
                <a:off x="5575515" y="5834298"/>
                <a:ext cx="589280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0" name="文字方塊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5515" y="5834298"/>
                <a:ext cx="589280" cy="553720"/>
              </a:xfrm>
              <a:prstGeom prst="rect">
                <a:avLst/>
              </a:prstGeom>
              <a:blipFill rotWithShape="1">
                <a:blip r:embed="rId3"/>
                <a:stretch>
                  <a:fillRect l="-36" t="-100" r="-13541" b="1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字方塊 40"/>
              <p:cNvSpPr txBox="1"/>
              <p:nvPr/>
            </p:nvSpPr>
            <p:spPr>
              <a:xfrm>
                <a:off x="5604740" y="6604199"/>
                <a:ext cx="59499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1" name="文字方塊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4740" y="6604199"/>
                <a:ext cx="594995" cy="553720"/>
              </a:xfrm>
              <a:prstGeom prst="rect">
                <a:avLst/>
              </a:prstGeom>
              <a:blipFill rotWithShape="1">
                <a:blip r:embed="rId4"/>
                <a:stretch>
                  <a:fillRect l="-39" t="-36" r="-12982" b="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字方塊 41"/>
              <p:cNvSpPr txBox="1"/>
              <p:nvPr/>
            </p:nvSpPr>
            <p:spPr>
              <a:xfrm>
                <a:off x="5604740" y="7263663"/>
                <a:ext cx="59499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2" name="文字方塊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4740" y="7263663"/>
                <a:ext cx="594995" cy="553720"/>
              </a:xfrm>
              <a:prstGeom prst="rect">
                <a:avLst/>
              </a:prstGeom>
              <a:blipFill rotWithShape="1">
                <a:blip r:embed="rId5"/>
                <a:stretch>
                  <a:fillRect l="-39" t="-96" r="-12982" b="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字方塊 42"/>
              <p:cNvSpPr txBox="1"/>
              <p:nvPr/>
            </p:nvSpPr>
            <p:spPr>
              <a:xfrm>
                <a:off x="5611761" y="7944267"/>
                <a:ext cx="588010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3" name="文字方塊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1761" y="7944267"/>
                <a:ext cx="588010" cy="553720"/>
              </a:xfrm>
              <a:prstGeom prst="rect">
                <a:avLst/>
              </a:prstGeom>
              <a:blipFill rotWithShape="1">
                <a:blip r:embed="rId6"/>
                <a:stretch>
                  <a:fillRect l="-45" t="-75" r="-13670" b="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/>
              <p:cNvSpPr txBox="1"/>
              <p:nvPr/>
            </p:nvSpPr>
            <p:spPr>
              <a:xfrm>
                <a:off x="6769646" y="6707207"/>
                <a:ext cx="27749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4" name="文字方塊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9646" y="6707207"/>
                <a:ext cx="277495" cy="553720"/>
              </a:xfrm>
              <a:prstGeom prst="rect">
                <a:avLst/>
              </a:prstGeom>
              <a:blipFill rotWithShape="1">
                <a:blip r:embed="rId7"/>
                <a:stretch>
                  <a:fillRect l="-197" t="-61" r="-26119" b="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字方塊 53"/>
              <p:cNvSpPr txBox="1"/>
              <p:nvPr/>
            </p:nvSpPr>
            <p:spPr>
              <a:xfrm>
                <a:off x="10803074" y="5895803"/>
                <a:ext cx="589280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54" name="文字方塊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03074" y="5895803"/>
                <a:ext cx="589280" cy="553720"/>
              </a:xfrm>
              <a:prstGeom prst="rect">
                <a:avLst/>
              </a:prstGeom>
              <a:blipFill rotWithShape="1">
                <a:blip r:embed="rId3"/>
                <a:stretch>
                  <a:fillRect l="-77" t="-84" r="-13501" b="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字方塊 54"/>
              <p:cNvSpPr txBox="1"/>
              <p:nvPr/>
            </p:nvSpPr>
            <p:spPr>
              <a:xfrm>
                <a:off x="10832298" y="6665703"/>
                <a:ext cx="59499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55" name="文字方塊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2298" y="6665703"/>
                <a:ext cx="594995" cy="553720"/>
              </a:xfrm>
              <a:prstGeom prst="rect">
                <a:avLst/>
              </a:prstGeom>
              <a:blipFill rotWithShape="1">
                <a:blip r:embed="rId4"/>
                <a:stretch>
                  <a:fillRect l="-79" t="-20" r="-12942" b="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字方塊 55"/>
              <p:cNvSpPr txBox="1"/>
              <p:nvPr/>
            </p:nvSpPr>
            <p:spPr>
              <a:xfrm>
                <a:off x="10832298" y="7325168"/>
                <a:ext cx="59499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56" name="文字方塊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2298" y="7325168"/>
                <a:ext cx="594995" cy="553720"/>
              </a:xfrm>
              <a:prstGeom prst="rect">
                <a:avLst/>
              </a:prstGeom>
              <a:blipFill rotWithShape="1">
                <a:blip r:embed="rId5"/>
                <a:stretch>
                  <a:fillRect l="-79" t="-80" r="-12942" b="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字方塊 56"/>
              <p:cNvSpPr txBox="1"/>
              <p:nvPr/>
            </p:nvSpPr>
            <p:spPr>
              <a:xfrm>
                <a:off x="10839319" y="8005772"/>
                <a:ext cx="588010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57" name="文字方塊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9319" y="8005772"/>
                <a:ext cx="588010" cy="553720"/>
              </a:xfrm>
              <a:prstGeom prst="rect">
                <a:avLst/>
              </a:prstGeom>
              <a:blipFill rotWithShape="1">
                <a:blip r:embed="rId6"/>
                <a:stretch>
                  <a:fillRect l="-86" t="-59" r="-13629" b="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字方塊 57"/>
              <p:cNvSpPr txBox="1"/>
              <p:nvPr/>
            </p:nvSpPr>
            <p:spPr>
              <a:xfrm>
                <a:off x="12017298" y="6665703"/>
                <a:ext cx="42227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58" name="文字方塊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17298" y="6665703"/>
                <a:ext cx="422275" cy="553720"/>
              </a:xfrm>
              <a:prstGeom prst="rect">
                <a:avLst/>
              </a:prstGeom>
              <a:blipFill rotWithShape="1">
                <a:blip r:embed="rId8"/>
                <a:stretch>
                  <a:fillRect l="-132" t="-20" r="-16108" b="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3" name="群組 62"/>
          <p:cNvGrpSpPr/>
          <p:nvPr/>
        </p:nvGrpSpPr>
        <p:grpSpPr>
          <a:xfrm>
            <a:off x="4344503" y="6720420"/>
            <a:ext cx="547989" cy="539588"/>
            <a:chOff x="-1866900" y="1906630"/>
            <a:chExt cx="365326" cy="367349"/>
          </a:xfrm>
        </p:grpSpPr>
        <p:cxnSp>
          <p:nvCxnSpPr>
            <p:cNvPr id="64" name="直線接點 63"/>
            <p:cNvCxnSpPr/>
            <p:nvPr/>
          </p:nvCxnSpPr>
          <p:spPr>
            <a:xfrm>
              <a:off x="-1866900" y="1906630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線接點 64"/>
            <p:cNvCxnSpPr/>
            <p:nvPr/>
          </p:nvCxnSpPr>
          <p:spPr>
            <a:xfrm rot="5400000">
              <a:off x="-1863524" y="1912029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群組 65"/>
          <p:cNvGrpSpPr/>
          <p:nvPr/>
        </p:nvGrpSpPr>
        <p:grpSpPr>
          <a:xfrm>
            <a:off x="4387395" y="9254016"/>
            <a:ext cx="547989" cy="539588"/>
            <a:chOff x="-1866900" y="1906630"/>
            <a:chExt cx="365326" cy="367349"/>
          </a:xfrm>
        </p:grpSpPr>
        <p:cxnSp>
          <p:nvCxnSpPr>
            <p:cNvPr id="67" name="直線接點 66"/>
            <p:cNvCxnSpPr/>
            <p:nvPr/>
          </p:nvCxnSpPr>
          <p:spPr>
            <a:xfrm>
              <a:off x="-1866900" y="1906630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線接點 67"/>
            <p:cNvCxnSpPr/>
            <p:nvPr/>
          </p:nvCxnSpPr>
          <p:spPr>
            <a:xfrm rot="5400000">
              <a:off x="-1863524" y="1912029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群組 68"/>
          <p:cNvGrpSpPr/>
          <p:nvPr/>
        </p:nvGrpSpPr>
        <p:grpSpPr>
          <a:xfrm>
            <a:off x="5107362" y="6863777"/>
            <a:ext cx="398127" cy="392024"/>
            <a:chOff x="-1866900" y="1906630"/>
            <a:chExt cx="365326" cy="367349"/>
          </a:xfrm>
        </p:grpSpPr>
        <p:cxnSp>
          <p:nvCxnSpPr>
            <p:cNvPr id="70" name="直線接點 69"/>
            <p:cNvCxnSpPr/>
            <p:nvPr/>
          </p:nvCxnSpPr>
          <p:spPr>
            <a:xfrm>
              <a:off x="-1866900" y="1906630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線接點 70"/>
            <p:cNvCxnSpPr/>
            <p:nvPr/>
          </p:nvCxnSpPr>
          <p:spPr>
            <a:xfrm rot="5400000">
              <a:off x="-1863524" y="1912029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" name="群組 71"/>
          <p:cNvGrpSpPr/>
          <p:nvPr/>
        </p:nvGrpSpPr>
        <p:grpSpPr>
          <a:xfrm>
            <a:off x="5215619" y="8864052"/>
            <a:ext cx="398127" cy="392024"/>
            <a:chOff x="-1866900" y="1906630"/>
            <a:chExt cx="365326" cy="367349"/>
          </a:xfrm>
        </p:grpSpPr>
        <p:cxnSp>
          <p:nvCxnSpPr>
            <p:cNvPr id="73" name="直線接點 72"/>
            <p:cNvCxnSpPr/>
            <p:nvPr/>
          </p:nvCxnSpPr>
          <p:spPr>
            <a:xfrm>
              <a:off x="-1866900" y="1906630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線接點 73"/>
            <p:cNvCxnSpPr/>
            <p:nvPr/>
          </p:nvCxnSpPr>
          <p:spPr>
            <a:xfrm rot="5400000">
              <a:off x="-1863524" y="1912029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5" name="文字方塊 74"/>
          <p:cNvSpPr txBox="1"/>
          <p:nvPr/>
        </p:nvSpPr>
        <p:spPr>
          <a:xfrm>
            <a:off x="3319601" y="4624574"/>
            <a:ext cx="5740413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Assume dropout rate is 50%</a:t>
            </a:r>
            <a:endParaRPr lang="zh-TW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字方塊 78"/>
              <p:cNvSpPr txBox="1"/>
              <p:nvPr/>
            </p:nvSpPr>
            <p:spPr>
              <a:xfrm>
                <a:off x="9670152" y="5928693"/>
                <a:ext cx="1083945" cy="55372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TW" sz="3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.5</m:t>
                      </m:r>
                      <m:r>
                        <a:rPr lang="en-US" altLang="zh-TW" sz="36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zh-TW" altLang="en-US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9" name="文字方塊 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0152" y="5928693"/>
                <a:ext cx="1083945" cy="553720"/>
              </a:xfrm>
              <a:prstGeom prst="rect">
                <a:avLst/>
              </a:prstGeom>
              <a:blipFill rotWithShape="1">
                <a:blip r:embed="rId9"/>
                <a:stretch>
                  <a:fillRect l="-444" t="-863" r="-6820" b="-857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文字方塊 83"/>
              <p:cNvSpPr txBox="1"/>
              <p:nvPr/>
            </p:nvSpPr>
            <p:spPr>
              <a:xfrm>
                <a:off x="9685314" y="6682092"/>
                <a:ext cx="1083945" cy="55372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TW" sz="3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.5</m:t>
                      </m:r>
                      <m:r>
                        <a:rPr lang="en-US" altLang="zh-TW" sz="36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zh-TW" altLang="en-US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4" name="文字方塊 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5314" y="6682092"/>
                <a:ext cx="1083945" cy="553720"/>
              </a:xfrm>
              <a:prstGeom prst="rect">
                <a:avLst/>
              </a:prstGeom>
              <a:blipFill rotWithShape="1">
                <a:blip r:embed="rId9"/>
                <a:stretch>
                  <a:fillRect l="-496" t="-915" r="-6827" b="-805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文字方塊 84"/>
              <p:cNvSpPr txBox="1"/>
              <p:nvPr/>
            </p:nvSpPr>
            <p:spPr>
              <a:xfrm>
                <a:off x="9670152" y="7346658"/>
                <a:ext cx="1083945" cy="55372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TW" sz="3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.5</m:t>
                      </m:r>
                      <m:r>
                        <a:rPr lang="en-US" altLang="zh-TW" sz="36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zh-TW" altLang="en-US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5" name="文字方塊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0152" y="7346658"/>
                <a:ext cx="1083945" cy="553720"/>
              </a:xfrm>
              <a:prstGeom prst="rect">
                <a:avLst/>
              </a:prstGeom>
              <a:blipFill rotWithShape="1">
                <a:blip r:embed="rId9"/>
                <a:stretch>
                  <a:fillRect l="-444" t="-865" r="-6820" b="-855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文字方塊 85"/>
              <p:cNvSpPr txBox="1"/>
              <p:nvPr/>
            </p:nvSpPr>
            <p:spPr>
              <a:xfrm>
                <a:off x="9705209" y="8027543"/>
                <a:ext cx="1083945" cy="55372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TW" sz="3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.5</m:t>
                      </m:r>
                      <m:r>
                        <a:rPr lang="en-US" altLang="zh-TW" sz="36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zh-TW" altLang="en-US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6" name="文字方塊 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5209" y="8027543"/>
                <a:ext cx="1083945" cy="553720"/>
              </a:xfrm>
              <a:prstGeom prst="rect">
                <a:avLst/>
              </a:prstGeom>
              <a:blipFill rotWithShape="1">
                <a:blip r:embed="rId9"/>
                <a:stretch>
                  <a:fillRect l="-457" t="-894" r="-6808" b="-826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9" name="矩形 88"/>
          <p:cNvSpPr/>
          <p:nvPr/>
        </p:nvSpPr>
        <p:spPr>
          <a:xfrm>
            <a:off x="9216729" y="4559196"/>
            <a:ext cx="244348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dirty="0"/>
              <a:t>No dropout</a:t>
            </a:r>
            <a:endParaRPr lang="zh-TW" altLang="en-US" sz="3600" dirty="0"/>
          </a:p>
        </p:txBody>
      </p:sp>
      <p:grpSp>
        <p:nvGrpSpPr>
          <p:cNvPr id="92" name="群組 91"/>
          <p:cNvGrpSpPr/>
          <p:nvPr/>
        </p:nvGrpSpPr>
        <p:grpSpPr>
          <a:xfrm>
            <a:off x="11588768" y="5174033"/>
            <a:ext cx="4491990" cy="1271429"/>
            <a:chOff x="6201845" y="3487455"/>
            <a:chExt cx="2994660" cy="847619"/>
          </a:xfrm>
        </p:grpSpPr>
        <p:sp>
          <p:nvSpPr>
            <p:cNvPr id="87" name="矩形 86"/>
            <p:cNvSpPr/>
            <p:nvPr/>
          </p:nvSpPr>
          <p:spPr>
            <a:xfrm>
              <a:off x="6201845" y="3487455"/>
              <a:ext cx="2994660" cy="43010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3600" dirty="0"/>
                <a:t>Weights from training</a:t>
              </a:r>
              <a:endParaRPr lang="zh-TW" altLang="en-US" sz="3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文字方塊 87"/>
                <p:cNvSpPr txBox="1"/>
                <p:nvPr/>
              </p:nvSpPr>
              <p:spPr>
                <a:xfrm>
                  <a:off x="6991194" y="3896034"/>
                  <a:ext cx="1625065" cy="4301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TW" sz="3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</m:t>
                        </m:r>
                        <m:r>
                          <a:rPr lang="en-US" altLang="zh-TW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altLang="zh-TW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88" name="文字方塊 8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1194" y="3896034"/>
                  <a:ext cx="1625065" cy="430107"/>
                </a:xfrm>
                <a:prstGeom prst="rect">
                  <a:avLst/>
                </a:prstGeom>
                <a:blipFill rotWithShape="1">
                  <a:blip r:embed="rId10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0" name="向右箭號 89"/>
            <p:cNvSpPr/>
            <p:nvPr/>
          </p:nvSpPr>
          <p:spPr>
            <a:xfrm>
              <a:off x="6575506" y="3949120"/>
              <a:ext cx="585426" cy="385954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</p:grpSp>
      <p:grpSp>
        <p:nvGrpSpPr>
          <p:cNvPr id="93" name="群組 92"/>
          <p:cNvGrpSpPr/>
          <p:nvPr/>
        </p:nvGrpSpPr>
        <p:grpSpPr>
          <a:xfrm>
            <a:off x="11800702" y="8018978"/>
            <a:ext cx="4695191" cy="1323402"/>
            <a:chOff x="5942302" y="5744613"/>
            <a:chExt cx="3130127" cy="88226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文字方塊 76"/>
                <p:cNvSpPr txBox="1"/>
                <p:nvPr/>
              </p:nvSpPr>
              <p:spPr>
                <a:xfrm>
                  <a:off x="6962599" y="6196774"/>
                  <a:ext cx="1625065" cy="4301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TW" sz="3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</m:t>
                        </m:r>
                        <m:r>
                          <a:rPr lang="en-US" altLang="zh-TW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77" name="文字方塊 7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62599" y="6196774"/>
                  <a:ext cx="1625065" cy="430107"/>
                </a:xfrm>
                <a:prstGeom prst="rect">
                  <a:avLst/>
                </a:prstGeom>
                <a:blipFill rotWithShape="1">
                  <a:blip r:embed="rId1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8" name="矩形 77"/>
            <p:cNvSpPr/>
            <p:nvPr/>
          </p:nvSpPr>
          <p:spPr>
            <a:xfrm>
              <a:off x="5942302" y="5744613"/>
              <a:ext cx="3130127" cy="43010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3600" dirty="0"/>
                <a:t>Weights multiply 1-p%</a:t>
              </a:r>
              <a:endParaRPr lang="zh-TW" altLang="en-US" sz="3600" dirty="0"/>
            </a:p>
          </p:txBody>
        </p:sp>
        <p:sp>
          <p:nvSpPr>
            <p:cNvPr id="91" name="向右箭號 90"/>
            <p:cNvSpPr/>
            <p:nvPr/>
          </p:nvSpPr>
          <p:spPr>
            <a:xfrm>
              <a:off x="6648268" y="6231691"/>
              <a:ext cx="585426" cy="385954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</p:grpSp>
      <p:cxnSp>
        <p:nvCxnSpPr>
          <p:cNvPr id="95" name="直線接點 94"/>
          <p:cNvCxnSpPr/>
          <p:nvPr/>
        </p:nvCxnSpPr>
        <p:spPr>
          <a:xfrm>
            <a:off x="8920532" y="3954554"/>
            <a:ext cx="0" cy="6332447"/>
          </a:xfrm>
          <a:prstGeom prst="line">
            <a:avLst/>
          </a:prstGeom>
          <a:ln w="571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bldLvl="0" animBg="1"/>
      <p:bldP spid="7" grpId="0" bldLvl="0" animBg="1"/>
      <p:bldP spid="8" grpId="0" bldLvl="0" animBg="1"/>
      <p:bldP spid="9" grpId="0" bldLvl="0" animBg="1"/>
      <p:bldP spid="10" grpId="0" bldLvl="0" animBg="1"/>
      <p:bldP spid="21" grpId="0" bldLvl="0" animBg="1"/>
      <p:bldP spid="22" grpId="0" bldLvl="0" animBg="1"/>
      <p:bldP spid="23" grpId="0" bldLvl="0" animBg="1"/>
      <p:bldP spid="24" grpId="0" bldLvl="0" animBg="1"/>
      <p:bldP spid="25" grpId="0" bldLvl="0" animBg="1"/>
      <p:bldP spid="40" grpId="0"/>
      <p:bldP spid="41" grpId="0"/>
      <p:bldP spid="42" grpId="0"/>
      <p:bldP spid="43" grpId="0"/>
      <p:bldP spid="44" grpId="0"/>
      <p:bldP spid="54" grpId="0"/>
      <p:bldP spid="55" grpId="0"/>
      <p:bldP spid="56" grpId="0"/>
      <p:bldP spid="57" grpId="0"/>
      <p:bldP spid="58" grpId="0"/>
      <p:bldP spid="75" grpId="0"/>
      <p:bldP spid="79" grpId="0" bldLvl="0" animBg="1"/>
      <p:bldP spid="84" grpId="0" bldLvl="0" animBg="1"/>
      <p:bldP spid="85" grpId="0" bldLvl="0" animBg="1"/>
      <p:bldP spid="86" grpId="0" bldLvl="0" animBg="1"/>
      <p:bldP spid="8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Dropout is a kind of ensemble.</a:t>
            </a:r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3251578" y="2753331"/>
            <a:ext cx="3331029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i="1" u="sng" dirty="0"/>
              <a:t>Ensemble</a:t>
            </a:r>
            <a:endParaRPr lang="zh-TW" altLang="en-US" sz="4200" b="1" i="1" u="sng" dirty="0"/>
          </a:p>
        </p:txBody>
      </p:sp>
      <p:sp>
        <p:nvSpPr>
          <p:cNvPr id="4" name="矩形 3"/>
          <p:cNvSpPr/>
          <p:nvPr/>
        </p:nvSpPr>
        <p:spPr>
          <a:xfrm>
            <a:off x="4197770" y="5681132"/>
            <a:ext cx="2028825" cy="168592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Network</a:t>
            </a:r>
          </a:p>
          <a:p>
            <a:pPr algn="ctr"/>
            <a:r>
              <a:rPr lang="en-US" altLang="zh-TW" sz="3600" dirty="0"/>
              <a:t>1</a:t>
            </a:r>
            <a:endParaRPr lang="zh-TW" altLang="en-US" sz="3600" dirty="0"/>
          </a:p>
        </p:txBody>
      </p:sp>
      <p:sp>
        <p:nvSpPr>
          <p:cNvPr id="253" name="矩形 252"/>
          <p:cNvSpPr/>
          <p:nvPr/>
        </p:nvSpPr>
        <p:spPr>
          <a:xfrm>
            <a:off x="6877697" y="5674284"/>
            <a:ext cx="2028825" cy="168592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Network</a:t>
            </a:r>
          </a:p>
          <a:p>
            <a:pPr algn="ctr"/>
            <a:r>
              <a:rPr lang="en-US" altLang="zh-TW" sz="3600" dirty="0"/>
              <a:t>2</a:t>
            </a:r>
            <a:endParaRPr lang="zh-TW" altLang="en-US" sz="3600" dirty="0"/>
          </a:p>
        </p:txBody>
      </p:sp>
      <p:sp>
        <p:nvSpPr>
          <p:cNvPr id="254" name="矩形 253"/>
          <p:cNvSpPr/>
          <p:nvPr/>
        </p:nvSpPr>
        <p:spPr>
          <a:xfrm>
            <a:off x="9635183" y="5647086"/>
            <a:ext cx="2028825" cy="168592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Network</a:t>
            </a:r>
          </a:p>
          <a:p>
            <a:pPr algn="ctr"/>
            <a:r>
              <a:rPr lang="en-US" altLang="zh-TW" sz="3600" dirty="0"/>
              <a:t>3</a:t>
            </a:r>
            <a:endParaRPr lang="zh-TW" altLang="en-US" sz="3600" dirty="0"/>
          </a:p>
        </p:txBody>
      </p:sp>
      <p:sp>
        <p:nvSpPr>
          <p:cNvPr id="255" name="矩形 254"/>
          <p:cNvSpPr/>
          <p:nvPr/>
        </p:nvSpPr>
        <p:spPr>
          <a:xfrm>
            <a:off x="12392669" y="5674284"/>
            <a:ext cx="2028825" cy="168592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Network</a:t>
            </a:r>
          </a:p>
          <a:p>
            <a:pPr algn="ctr"/>
            <a:r>
              <a:rPr lang="en-US" altLang="zh-TW" sz="3600" dirty="0"/>
              <a:t>4</a:t>
            </a:r>
            <a:endParaRPr lang="zh-TW" altLang="en-US" sz="3600" dirty="0"/>
          </a:p>
        </p:txBody>
      </p:sp>
      <p:sp>
        <p:nvSpPr>
          <p:cNvPr id="5" name="文字方塊 4"/>
          <p:cNvSpPr txBox="1"/>
          <p:nvPr/>
        </p:nvSpPr>
        <p:spPr>
          <a:xfrm>
            <a:off x="4401798" y="7657805"/>
            <a:ext cx="1047666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Train a bunch of networks with different structures</a:t>
            </a:r>
            <a:endParaRPr lang="zh-TW" altLang="en-US" sz="3600" dirty="0"/>
          </a:p>
        </p:txBody>
      </p:sp>
      <p:sp>
        <p:nvSpPr>
          <p:cNvPr id="10" name="橢圓 9"/>
          <p:cNvSpPr/>
          <p:nvPr/>
        </p:nvSpPr>
        <p:spPr>
          <a:xfrm>
            <a:off x="8167499" y="1959083"/>
            <a:ext cx="2612016" cy="1571625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Training Set</a:t>
            </a:r>
            <a:endParaRPr lang="zh-TW" altLang="en-US" sz="3600" dirty="0"/>
          </a:p>
        </p:txBody>
      </p:sp>
      <p:sp>
        <p:nvSpPr>
          <p:cNvPr id="256" name="橢圓 255"/>
          <p:cNvSpPr/>
          <p:nvPr/>
        </p:nvSpPr>
        <p:spPr>
          <a:xfrm>
            <a:off x="4267182" y="3948764"/>
            <a:ext cx="1890000" cy="108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Set</a:t>
            </a:r>
            <a:r>
              <a:rPr lang="zh-TW" altLang="en-US" sz="3600" dirty="0"/>
              <a:t> </a:t>
            </a:r>
            <a:r>
              <a:rPr lang="en-US" altLang="zh-TW" sz="3600" dirty="0"/>
              <a:t>1</a:t>
            </a:r>
          </a:p>
        </p:txBody>
      </p:sp>
      <p:sp>
        <p:nvSpPr>
          <p:cNvPr id="257" name="橢圓 256"/>
          <p:cNvSpPr/>
          <p:nvPr/>
        </p:nvSpPr>
        <p:spPr>
          <a:xfrm>
            <a:off x="6940256" y="3948764"/>
            <a:ext cx="1890000" cy="108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Set 2</a:t>
            </a:r>
            <a:endParaRPr lang="zh-TW" altLang="en-US" sz="3600" dirty="0"/>
          </a:p>
        </p:txBody>
      </p:sp>
      <p:sp>
        <p:nvSpPr>
          <p:cNvPr id="258" name="橢圓 257"/>
          <p:cNvSpPr/>
          <p:nvPr/>
        </p:nvSpPr>
        <p:spPr>
          <a:xfrm>
            <a:off x="9704595" y="3963977"/>
            <a:ext cx="1890000" cy="1080000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Set 3</a:t>
            </a:r>
            <a:endParaRPr lang="zh-TW" altLang="en-US" sz="3600" dirty="0"/>
          </a:p>
        </p:txBody>
      </p:sp>
      <p:sp>
        <p:nvSpPr>
          <p:cNvPr id="259" name="橢圓 258"/>
          <p:cNvSpPr/>
          <p:nvPr/>
        </p:nvSpPr>
        <p:spPr>
          <a:xfrm>
            <a:off x="12462081" y="3963977"/>
            <a:ext cx="1890000" cy="108000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Set 4</a:t>
            </a:r>
            <a:endParaRPr lang="zh-TW" altLang="en-US" sz="3600" dirty="0"/>
          </a:p>
        </p:txBody>
      </p:sp>
      <p:cxnSp>
        <p:nvCxnSpPr>
          <p:cNvPr id="260" name="直線單箭頭接點 259"/>
          <p:cNvCxnSpPr/>
          <p:nvPr/>
        </p:nvCxnSpPr>
        <p:spPr>
          <a:xfrm flipH="1">
            <a:off x="5743577" y="2946636"/>
            <a:ext cx="2543939" cy="101734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直線單箭頭接點 260"/>
          <p:cNvCxnSpPr/>
          <p:nvPr/>
        </p:nvCxnSpPr>
        <p:spPr>
          <a:xfrm flipH="1">
            <a:off x="7990175" y="3425352"/>
            <a:ext cx="718080" cy="64467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直線單箭頭接點 261"/>
          <p:cNvCxnSpPr/>
          <p:nvPr/>
        </p:nvCxnSpPr>
        <p:spPr>
          <a:xfrm>
            <a:off x="10166033" y="3385544"/>
            <a:ext cx="249114" cy="70933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直線單箭頭接點 262"/>
          <p:cNvCxnSpPr/>
          <p:nvPr/>
        </p:nvCxnSpPr>
        <p:spPr>
          <a:xfrm>
            <a:off x="10532675" y="2946636"/>
            <a:ext cx="2299014" cy="109209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直線單箭頭接點 263"/>
          <p:cNvCxnSpPr/>
          <p:nvPr/>
        </p:nvCxnSpPr>
        <p:spPr>
          <a:xfrm flipH="1">
            <a:off x="13407081" y="4921019"/>
            <a:ext cx="0" cy="81000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直線單箭頭接點 264"/>
          <p:cNvCxnSpPr/>
          <p:nvPr/>
        </p:nvCxnSpPr>
        <p:spPr>
          <a:xfrm flipH="1">
            <a:off x="7885257" y="4908441"/>
            <a:ext cx="0" cy="81000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直線單箭頭接點 265"/>
          <p:cNvCxnSpPr/>
          <p:nvPr/>
        </p:nvCxnSpPr>
        <p:spPr>
          <a:xfrm flipH="1">
            <a:off x="10668264" y="4921019"/>
            <a:ext cx="0" cy="81000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直線單箭頭接點 266"/>
          <p:cNvCxnSpPr/>
          <p:nvPr/>
        </p:nvCxnSpPr>
        <p:spPr>
          <a:xfrm flipH="1">
            <a:off x="5212182" y="4864284"/>
            <a:ext cx="0" cy="81000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" grpId="0" bldLvl="0" animBg="1"/>
      <p:bldP spid="253" grpId="0" bldLvl="0" animBg="1"/>
      <p:bldP spid="254" grpId="0" bldLvl="0" animBg="1"/>
      <p:bldP spid="255" grpId="0" bldLvl="0" animBg="1"/>
      <p:bldP spid="5" grpId="0"/>
      <p:bldP spid="10" grpId="0" bldLvl="0" animBg="1"/>
      <p:bldP spid="256" grpId="0" bldLvl="0" animBg="1"/>
      <p:bldP spid="257" grpId="0" bldLvl="0" animBg="1"/>
      <p:bldP spid="258" grpId="0" bldLvl="0" animBg="1"/>
      <p:bldP spid="259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Dropout is a kind of ensemble.</a:t>
            </a:r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3251578" y="2753331"/>
            <a:ext cx="3331029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i="1" u="sng" dirty="0"/>
              <a:t>Ensemble</a:t>
            </a:r>
            <a:endParaRPr lang="zh-TW" altLang="en-US" sz="4200" b="1" i="1" u="sng" dirty="0"/>
          </a:p>
        </p:txBody>
      </p:sp>
      <p:sp>
        <p:nvSpPr>
          <p:cNvPr id="3" name="文字方塊 2"/>
          <p:cNvSpPr txBox="1"/>
          <p:nvPr/>
        </p:nvSpPr>
        <p:spPr>
          <a:xfrm>
            <a:off x="4702424" y="7817409"/>
            <a:ext cx="1133816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y</a:t>
            </a:r>
            <a:r>
              <a:rPr lang="en-US" altLang="zh-TW" sz="4200" baseline="-25000" dirty="0"/>
              <a:t>1</a:t>
            </a:r>
            <a:endParaRPr lang="zh-TW" altLang="en-US" sz="4200" baseline="-25000" dirty="0"/>
          </a:p>
        </p:txBody>
      </p:sp>
      <p:sp>
        <p:nvSpPr>
          <p:cNvPr id="27" name="矩形 26"/>
          <p:cNvSpPr/>
          <p:nvPr/>
        </p:nvSpPr>
        <p:spPr>
          <a:xfrm>
            <a:off x="4197770" y="5681132"/>
            <a:ext cx="2028825" cy="168592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Network</a:t>
            </a:r>
          </a:p>
          <a:p>
            <a:pPr algn="ctr"/>
            <a:r>
              <a:rPr lang="en-US" altLang="zh-TW" sz="3600" dirty="0"/>
              <a:t>1</a:t>
            </a:r>
            <a:endParaRPr lang="zh-TW" altLang="en-US" sz="3600" dirty="0"/>
          </a:p>
        </p:txBody>
      </p:sp>
      <p:sp>
        <p:nvSpPr>
          <p:cNvPr id="28" name="矩形 27"/>
          <p:cNvSpPr/>
          <p:nvPr/>
        </p:nvSpPr>
        <p:spPr>
          <a:xfrm>
            <a:off x="6877697" y="5674284"/>
            <a:ext cx="2028825" cy="168592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Network</a:t>
            </a:r>
          </a:p>
          <a:p>
            <a:pPr algn="ctr"/>
            <a:r>
              <a:rPr lang="en-US" altLang="zh-TW" sz="3600" dirty="0"/>
              <a:t>2</a:t>
            </a:r>
            <a:endParaRPr lang="zh-TW" altLang="en-US" sz="3600" dirty="0"/>
          </a:p>
        </p:txBody>
      </p:sp>
      <p:sp>
        <p:nvSpPr>
          <p:cNvPr id="29" name="矩形 28"/>
          <p:cNvSpPr/>
          <p:nvPr/>
        </p:nvSpPr>
        <p:spPr>
          <a:xfrm>
            <a:off x="9635183" y="5647086"/>
            <a:ext cx="2028825" cy="168592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Network</a:t>
            </a:r>
          </a:p>
          <a:p>
            <a:pPr algn="ctr"/>
            <a:r>
              <a:rPr lang="en-US" altLang="zh-TW" sz="3600" dirty="0"/>
              <a:t>3</a:t>
            </a:r>
            <a:endParaRPr lang="zh-TW" altLang="en-US" sz="3600" dirty="0"/>
          </a:p>
        </p:txBody>
      </p:sp>
      <p:sp>
        <p:nvSpPr>
          <p:cNvPr id="30" name="矩形 29"/>
          <p:cNvSpPr/>
          <p:nvPr/>
        </p:nvSpPr>
        <p:spPr>
          <a:xfrm>
            <a:off x="12392669" y="5674284"/>
            <a:ext cx="2028825" cy="168592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Network</a:t>
            </a:r>
          </a:p>
          <a:p>
            <a:pPr algn="ctr"/>
            <a:r>
              <a:rPr lang="en-US" altLang="zh-TW" sz="3600" dirty="0"/>
              <a:t>4</a:t>
            </a:r>
            <a:endParaRPr lang="zh-TW" altLang="en-US" sz="3600" dirty="0"/>
          </a:p>
        </p:txBody>
      </p:sp>
      <p:sp>
        <p:nvSpPr>
          <p:cNvPr id="31" name="文字方塊 30"/>
          <p:cNvSpPr txBox="1"/>
          <p:nvPr/>
        </p:nvSpPr>
        <p:spPr>
          <a:xfrm>
            <a:off x="7615541" y="3593652"/>
            <a:ext cx="3691582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Testing data x</a:t>
            </a:r>
            <a:endParaRPr lang="zh-TW" altLang="en-US" sz="4200" dirty="0"/>
          </a:p>
        </p:txBody>
      </p:sp>
      <p:sp>
        <p:nvSpPr>
          <p:cNvPr id="32" name="文字方塊 31"/>
          <p:cNvSpPr txBox="1"/>
          <p:nvPr/>
        </p:nvSpPr>
        <p:spPr>
          <a:xfrm>
            <a:off x="7382350" y="7817409"/>
            <a:ext cx="1133816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y</a:t>
            </a:r>
            <a:r>
              <a:rPr lang="en-US" altLang="zh-TW" sz="4200" baseline="-25000" dirty="0"/>
              <a:t>2</a:t>
            </a:r>
            <a:endParaRPr lang="zh-TW" altLang="en-US" sz="4200" baseline="-25000" dirty="0"/>
          </a:p>
        </p:txBody>
      </p:sp>
      <p:sp>
        <p:nvSpPr>
          <p:cNvPr id="33" name="文字方塊 32"/>
          <p:cNvSpPr txBox="1"/>
          <p:nvPr/>
        </p:nvSpPr>
        <p:spPr>
          <a:xfrm>
            <a:off x="10158717" y="7817409"/>
            <a:ext cx="1133816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y</a:t>
            </a:r>
            <a:r>
              <a:rPr lang="en-US" altLang="zh-TW" sz="4200" baseline="-25000" dirty="0"/>
              <a:t>3</a:t>
            </a:r>
            <a:endParaRPr lang="zh-TW" altLang="en-US" sz="4200" baseline="-25000" dirty="0"/>
          </a:p>
        </p:txBody>
      </p:sp>
      <p:sp>
        <p:nvSpPr>
          <p:cNvPr id="34" name="文字方塊 33"/>
          <p:cNvSpPr txBox="1"/>
          <p:nvPr/>
        </p:nvSpPr>
        <p:spPr>
          <a:xfrm>
            <a:off x="12935084" y="7817409"/>
            <a:ext cx="1133816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y</a:t>
            </a:r>
            <a:r>
              <a:rPr lang="en-US" altLang="zh-TW" sz="4200" baseline="-25000" dirty="0"/>
              <a:t>4</a:t>
            </a:r>
            <a:endParaRPr lang="zh-TW" altLang="en-US" sz="4200" baseline="-25000" dirty="0"/>
          </a:p>
        </p:txBody>
      </p:sp>
      <p:sp>
        <p:nvSpPr>
          <p:cNvPr id="35" name="文字方塊 34"/>
          <p:cNvSpPr txBox="1"/>
          <p:nvPr/>
        </p:nvSpPr>
        <p:spPr>
          <a:xfrm>
            <a:off x="7325200" y="9258087"/>
            <a:ext cx="3691582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average</a:t>
            </a:r>
            <a:endParaRPr lang="zh-TW" altLang="en-US" sz="4200" dirty="0"/>
          </a:p>
        </p:txBody>
      </p:sp>
      <p:cxnSp>
        <p:nvCxnSpPr>
          <p:cNvPr id="36" name="直線單箭頭接點 35"/>
          <p:cNvCxnSpPr/>
          <p:nvPr/>
        </p:nvCxnSpPr>
        <p:spPr>
          <a:xfrm flipH="1">
            <a:off x="5543756" y="4430741"/>
            <a:ext cx="2915261" cy="119603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/>
          <p:nvPr/>
        </p:nvCxnSpPr>
        <p:spPr>
          <a:xfrm flipH="1">
            <a:off x="7814652" y="4487912"/>
            <a:ext cx="1091870" cy="131031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/>
          <p:cNvCxnSpPr>
            <a:endCxn id="29" idx="0"/>
          </p:cNvCxnSpPr>
          <p:nvPr/>
        </p:nvCxnSpPr>
        <p:spPr>
          <a:xfrm>
            <a:off x="9635183" y="4549881"/>
            <a:ext cx="1014413" cy="109720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>
            <a:endCxn id="30" idx="0"/>
          </p:cNvCxnSpPr>
          <p:nvPr/>
        </p:nvCxnSpPr>
        <p:spPr>
          <a:xfrm>
            <a:off x="10101567" y="4430741"/>
            <a:ext cx="3305514" cy="124354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單箭頭接點 46"/>
          <p:cNvCxnSpPr/>
          <p:nvPr/>
        </p:nvCxnSpPr>
        <p:spPr>
          <a:xfrm flipH="1">
            <a:off x="13378506" y="7390161"/>
            <a:ext cx="0" cy="67500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單箭頭接點 47"/>
          <p:cNvCxnSpPr/>
          <p:nvPr/>
        </p:nvCxnSpPr>
        <p:spPr>
          <a:xfrm flipH="1">
            <a:off x="7856682" y="7377584"/>
            <a:ext cx="0" cy="67500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單箭頭接點 48"/>
          <p:cNvCxnSpPr/>
          <p:nvPr/>
        </p:nvCxnSpPr>
        <p:spPr>
          <a:xfrm flipH="1">
            <a:off x="10639689" y="7390161"/>
            <a:ext cx="0" cy="67500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單箭頭接點 49"/>
          <p:cNvCxnSpPr/>
          <p:nvPr/>
        </p:nvCxnSpPr>
        <p:spPr>
          <a:xfrm flipH="1">
            <a:off x="5183607" y="7333427"/>
            <a:ext cx="0" cy="67500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單箭頭接點 50"/>
          <p:cNvCxnSpPr/>
          <p:nvPr/>
        </p:nvCxnSpPr>
        <p:spPr>
          <a:xfrm>
            <a:off x="5269331" y="8632743"/>
            <a:ext cx="2783535" cy="101775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單箭頭接點 51"/>
          <p:cNvCxnSpPr>
            <a:stCxn id="32" idx="2"/>
          </p:cNvCxnSpPr>
          <p:nvPr/>
        </p:nvCxnSpPr>
        <p:spPr>
          <a:xfrm>
            <a:off x="14210042" y="12832292"/>
            <a:ext cx="743022" cy="83040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單箭頭接點 52"/>
          <p:cNvCxnSpPr>
            <a:stCxn id="34" idx="2"/>
          </p:cNvCxnSpPr>
          <p:nvPr/>
        </p:nvCxnSpPr>
        <p:spPr>
          <a:xfrm flipH="1">
            <a:off x="19156892" y="12832292"/>
            <a:ext cx="3382421" cy="104826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單箭頭接點 53"/>
          <p:cNvCxnSpPr/>
          <p:nvPr/>
        </p:nvCxnSpPr>
        <p:spPr>
          <a:xfrm flipH="1">
            <a:off x="9521567" y="8545430"/>
            <a:ext cx="987791" cy="88721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/>
      <p:bldP spid="32" grpId="0"/>
      <p:bldP spid="33" grpId="0"/>
      <p:bldP spid="34" grpId="0"/>
      <p:bldP spid="3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Dropout is a kind of ensemble.</a:t>
            </a:r>
            <a:endParaRPr lang="zh-TW" altLang="en-US" dirty="0"/>
          </a:p>
        </p:txBody>
      </p:sp>
      <p:grpSp>
        <p:nvGrpSpPr>
          <p:cNvPr id="448" name="群組 447"/>
          <p:cNvGrpSpPr/>
          <p:nvPr/>
        </p:nvGrpSpPr>
        <p:grpSpPr>
          <a:xfrm rot="5400000">
            <a:off x="1735937" y="5330615"/>
            <a:ext cx="4224843" cy="1924568"/>
            <a:chOff x="1660188" y="3148756"/>
            <a:chExt cx="2816562" cy="1283045"/>
          </a:xfrm>
        </p:grpSpPr>
        <p:sp>
          <p:nvSpPr>
            <p:cNvPr id="9" name="橢圓 8"/>
            <p:cNvSpPr/>
            <p:nvPr/>
          </p:nvSpPr>
          <p:spPr>
            <a:xfrm>
              <a:off x="2410717" y="3510713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12" name="橢圓 11"/>
            <p:cNvSpPr/>
            <p:nvPr/>
          </p:nvSpPr>
          <p:spPr>
            <a:xfrm>
              <a:off x="3988727" y="3467445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13" name="橢圓 12"/>
            <p:cNvSpPr/>
            <p:nvPr/>
          </p:nvSpPr>
          <p:spPr>
            <a:xfrm>
              <a:off x="3988727" y="3880285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14" name="矩形 13"/>
            <p:cNvSpPr/>
            <p:nvPr/>
          </p:nvSpPr>
          <p:spPr>
            <a:xfrm>
              <a:off x="1660188" y="3215141"/>
              <a:ext cx="131064" cy="131064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cxnSp>
          <p:nvCxnSpPr>
            <p:cNvPr id="16" name="直線單箭頭接點 15"/>
            <p:cNvCxnSpPr>
              <a:stCxn id="14" idx="3"/>
              <a:endCxn id="9" idx="2"/>
            </p:cNvCxnSpPr>
            <p:nvPr/>
          </p:nvCxnSpPr>
          <p:spPr>
            <a:xfrm>
              <a:off x="1791252" y="3280673"/>
              <a:ext cx="619466" cy="35551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單箭頭接點 16"/>
            <p:cNvCxnSpPr>
              <a:stCxn id="14" idx="3"/>
            </p:cNvCxnSpPr>
            <p:nvPr/>
          </p:nvCxnSpPr>
          <p:spPr>
            <a:xfrm>
              <a:off x="1791252" y="3280673"/>
              <a:ext cx="619466" cy="69912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單箭頭接點 18"/>
            <p:cNvCxnSpPr>
              <a:endCxn id="12" idx="2"/>
            </p:cNvCxnSpPr>
            <p:nvPr/>
          </p:nvCxnSpPr>
          <p:spPr>
            <a:xfrm flipV="1">
              <a:off x="3530097" y="3592920"/>
              <a:ext cx="458630" cy="5236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單箭頭接點 19"/>
            <p:cNvCxnSpPr>
              <a:endCxn id="12" idx="2"/>
            </p:cNvCxnSpPr>
            <p:nvPr/>
          </p:nvCxnSpPr>
          <p:spPr>
            <a:xfrm>
              <a:off x="3530096" y="3269680"/>
              <a:ext cx="458631" cy="32324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單箭頭接點 20"/>
            <p:cNvCxnSpPr>
              <a:endCxn id="13" idx="2"/>
            </p:cNvCxnSpPr>
            <p:nvPr/>
          </p:nvCxnSpPr>
          <p:spPr>
            <a:xfrm>
              <a:off x="3530097" y="3291314"/>
              <a:ext cx="458630" cy="71444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單箭頭接點 21"/>
            <p:cNvCxnSpPr>
              <a:endCxn id="13" idx="2"/>
            </p:cNvCxnSpPr>
            <p:nvPr/>
          </p:nvCxnSpPr>
          <p:spPr>
            <a:xfrm>
              <a:off x="3530096" y="3662777"/>
              <a:ext cx="458631" cy="34298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單箭頭接點 22"/>
            <p:cNvCxnSpPr>
              <a:endCxn id="12" idx="2"/>
            </p:cNvCxnSpPr>
            <p:nvPr/>
          </p:nvCxnSpPr>
          <p:spPr>
            <a:xfrm flipV="1">
              <a:off x="3530097" y="3592920"/>
              <a:ext cx="458630" cy="38687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單箭頭接點 23"/>
            <p:cNvCxnSpPr>
              <a:endCxn id="13" idx="2"/>
            </p:cNvCxnSpPr>
            <p:nvPr/>
          </p:nvCxnSpPr>
          <p:spPr>
            <a:xfrm>
              <a:off x="3530097" y="3979799"/>
              <a:ext cx="458630" cy="2596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單箭頭接點 24"/>
            <p:cNvCxnSpPr>
              <a:endCxn id="12" idx="2"/>
            </p:cNvCxnSpPr>
            <p:nvPr/>
          </p:nvCxnSpPr>
          <p:spPr>
            <a:xfrm flipV="1">
              <a:off x="3530096" y="3592920"/>
              <a:ext cx="458631" cy="71688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單箭頭接點 25"/>
            <p:cNvCxnSpPr>
              <a:endCxn id="13" idx="2"/>
            </p:cNvCxnSpPr>
            <p:nvPr/>
          </p:nvCxnSpPr>
          <p:spPr>
            <a:xfrm flipV="1">
              <a:off x="3530097" y="4005760"/>
              <a:ext cx="458630" cy="31765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橢圓 31"/>
            <p:cNvSpPr/>
            <p:nvPr/>
          </p:nvSpPr>
          <p:spPr>
            <a:xfrm>
              <a:off x="3279148" y="3148756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33" name="橢圓 32"/>
            <p:cNvSpPr/>
            <p:nvPr/>
          </p:nvSpPr>
          <p:spPr>
            <a:xfrm>
              <a:off x="3279148" y="3493630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34" name="橢圓 33"/>
            <p:cNvSpPr/>
            <p:nvPr/>
          </p:nvSpPr>
          <p:spPr>
            <a:xfrm>
              <a:off x="3279148" y="3837241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35" name="橢圓 34"/>
            <p:cNvSpPr/>
            <p:nvPr/>
          </p:nvSpPr>
          <p:spPr>
            <a:xfrm>
              <a:off x="3279148" y="4180852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36" name="矩形 35"/>
            <p:cNvSpPr/>
            <p:nvPr/>
          </p:nvSpPr>
          <p:spPr>
            <a:xfrm>
              <a:off x="1660188" y="3924908"/>
              <a:ext cx="131064" cy="131064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37" name="矩形 36"/>
            <p:cNvSpPr/>
            <p:nvPr/>
          </p:nvSpPr>
          <p:spPr>
            <a:xfrm>
              <a:off x="1660188" y="4259242"/>
              <a:ext cx="131064" cy="131064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cxnSp>
          <p:nvCxnSpPr>
            <p:cNvPr id="40" name="直線單箭頭接點 39"/>
            <p:cNvCxnSpPr>
              <a:stCxn id="37" idx="3"/>
            </p:cNvCxnSpPr>
            <p:nvPr/>
          </p:nvCxnSpPr>
          <p:spPr>
            <a:xfrm flipV="1">
              <a:off x="1791252" y="3979799"/>
              <a:ext cx="619466" cy="34497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單箭頭接點 40"/>
            <p:cNvCxnSpPr>
              <a:stCxn id="37" idx="3"/>
              <a:endCxn id="9" idx="2"/>
            </p:cNvCxnSpPr>
            <p:nvPr/>
          </p:nvCxnSpPr>
          <p:spPr>
            <a:xfrm flipV="1">
              <a:off x="1791252" y="3636188"/>
              <a:ext cx="619466" cy="68858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線單箭頭接點 42"/>
            <p:cNvCxnSpPr>
              <a:stCxn id="36" idx="3"/>
              <a:endCxn id="9" idx="2"/>
            </p:cNvCxnSpPr>
            <p:nvPr/>
          </p:nvCxnSpPr>
          <p:spPr>
            <a:xfrm flipV="1">
              <a:off x="1791252" y="3636188"/>
              <a:ext cx="619466" cy="35425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單箭頭接點 48"/>
            <p:cNvCxnSpPr/>
            <p:nvPr/>
          </p:nvCxnSpPr>
          <p:spPr>
            <a:xfrm>
              <a:off x="2661666" y="3619104"/>
              <a:ext cx="619466" cy="1708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線單箭頭接點 49"/>
            <p:cNvCxnSpPr/>
            <p:nvPr/>
          </p:nvCxnSpPr>
          <p:spPr>
            <a:xfrm>
              <a:off x="2661666" y="3619104"/>
              <a:ext cx="619466" cy="36069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單箭頭接點 50"/>
            <p:cNvCxnSpPr/>
            <p:nvPr/>
          </p:nvCxnSpPr>
          <p:spPr>
            <a:xfrm>
              <a:off x="2661666" y="3619104"/>
              <a:ext cx="619466" cy="70430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線單箭頭接點 52"/>
            <p:cNvCxnSpPr/>
            <p:nvPr/>
          </p:nvCxnSpPr>
          <p:spPr>
            <a:xfrm>
              <a:off x="2661666" y="3990440"/>
              <a:ext cx="619466" cy="3329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線單箭頭接點 56"/>
            <p:cNvCxnSpPr/>
            <p:nvPr/>
          </p:nvCxnSpPr>
          <p:spPr>
            <a:xfrm flipV="1">
              <a:off x="2661666" y="3636188"/>
              <a:ext cx="619466" cy="35425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線單箭頭接點 57"/>
            <p:cNvCxnSpPr/>
            <p:nvPr/>
          </p:nvCxnSpPr>
          <p:spPr>
            <a:xfrm flipV="1">
              <a:off x="2661666" y="3291314"/>
              <a:ext cx="619466" cy="69912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線單箭頭接點 58"/>
            <p:cNvCxnSpPr/>
            <p:nvPr/>
          </p:nvCxnSpPr>
          <p:spPr>
            <a:xfrm>
              <a:off x="4247435" y="3599106"/>
              <a:ext cx="22931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線單箭頭接點 59"/>
            <p:cNvCxnSpPr/>
            <p:nvPr/>
          </p:nvCxnSpPr>
          <p:spPr>
            <a:xfrm>
              <a:off x="4247435" y="4012902"/>
              <a:ext cx="22931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線單箭頭接點 60"/>
            <p:cNvCxnSpPr/>
            <p:nvPr/>
          </p:nvCxnSpPr>
          <p:spPr>
            <a:xfrm flipV="1">
              <a:off x="1797739" y="3986049"/>
              <a:ext cx="612978" cy="265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線單箭頭接點 61"/>
            <p:cNvCxnSpPr/>
            <p:nvPr/>
          </p:nvCxnSpPr>
          <p:spPr>
            <a:xfrm flipV="1">
              <a:off x="2678739" y="3979152"/>
              <a:ext cx="612978" cy="265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線單箭頭接點 62"/>
            <p:cNvCxnSpPr>
              <a:stCxn id="9" idx="6"/>
              <a:endCxn id="32" idx="2"/>
            </p:cNvCxnSpPr>
            <p:nvPr/>
          </p:nvCxnSpPr>
          <p:spPr>
            <a:xfrm flipV="1">
              <a:off x="2661666" y="3274230"/>
              <a:ext cx="617482" cy="36195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9" name="橢圓 248"/>
            <p:cNvSpPr/>
            <p:nvPr/>
          </p:nvSpPr>
          <p:spPr>
            <a:xfrm>
              <a:off x="2406838" y="3835578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</p:grpSp>
      <p:sp>
        <p:nvSpPr>
          <p:cNvPr id="269" name="矩形 268"/>
          <p:cNvSpPr/>
          <p:nvPr/>
        </p:nvSpPr>
        <p:spPr>
          <a:xfrm>
            <a:off x="12661677" y="2658818"/>
            <a:ext cx="3289072" cy="1383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4200" b="1" i="1" u="sng" dirty="0"/>
              <a:t>Training of Dropout</a:t>
            </a:r>
            <a:endParaRPr lang="en-US" altLang="zh-TW" sz="4200" dirty="0"/>
          </a:p>
        </p:txBody>
      </p:sp>
      <p:grpSp>
        <p:nvGrpSpPr>
          <p:cNvPr id="451" name="群組 450"/>
          <p:cNvGrpSpPr/>
          <p:nvPr/>
        </p:nvGrpSpPr>
        <p:grpSpPr>
          <a:xfrm rot="5400000">
            <a:off x="6572954" y="5343429"/>
            <a:ext cx="4224843" cy="1898942"/>
            <a:chOff x="5222538" y="3182974"/>
            <a:chExt cx="2816562" cy="1265961"/>
          </a:xfrm>
        </p:grpSpPr>
        <p:sp>
          <p:nvSpPr>
            <p:cNvPr id="278" name="橢圓 277"/>
            <p:cNvSpPr/>
            <p:nvPr/>
          </p:nvSpPr>
          <p:spPr>
            <a:xfrm>
              <a:off x="5973067" y="3182974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279" name="橢圓 278"/>
            <p:cNvSpPr/>
            <p:nvPr/>
          </p:nvSpPr>
          <p:spPr>
            <a:xfrm>
              <a:off x="5973067" y="3527847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280" name="橢圓 279"/>
            <p:cNvSpPr/>
            <p:nvPr/>
          </p:nvSpPr>
          <p:spPr>
            <a:xfrm>
              <a:off x="7551077" y="3484579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281" name="橢圓 280"/>
            <p:cNvSpPr/>
            <p:nvPr/>
          </p:nvSpPr>
          <p:spPr>
            <a:xfrm>
              <a:off x="7551077" y="3897419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282" name="矩形 281"/>
            <p:cNvSpPr/>
            <p:nvPr/>
          </p:nvSpPr>
          <p:spPr>
            <a:xfrm>
              <a:off x="5222538" y="3232275"/>
              <a:ext cx="131064" cy="131064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cxnSp>
          <p:nvCxnSpPr>
            <p:cNvPr id="283" name="直線單箭頭接點 282"/>
            <p:cNvCxnSpPr>
              <a:stCxn id="282" idx="3"/>
              <a:endCxn id="278" idx="2"/>
            </p:cNvCxnSpPr>
            <p:nvPr/>
          </p:nvCxnSpPr>
          <p:spPr>
            <a:xfrm>
              <a:off x="5353602" y="3297807"/>
              <a:ext cx="619466" cy="1064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直線單箭頭接點 283"/>
            <p:cNvCxnSpPr>
              <a:stCxn id="282" idx="3"/>
              <a:endCxn id="279" idx="2"/>
            </p:cNvCxnSpPr>
            <p:nvPr/>
          </p:nvCxnSpPr>
          <p:spPr>
            <a:xfrm>
              <a:off x="5353602" y="3297807"/>
              <a:ext cx="619466" cy="35551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直線單箭頭接點 284"/>
            <p:cNvCxnSpPr>
              <a:stCxn id="282" idx="3"/>
            </p:cNvCxnSpPr>
            <p:nvPr/>
          </p:nvCxnSpPr>
          <p:spPr>
            <a:xfrm>
              <a:off x="5353602" y="3297807"/>
              <a:ext cx="619466" cy="69912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直線單箭頭接點 290"/>
            <p:cNvCxnSpPr>
              <a:endCxn id="280" idx="2"/>
            </p:cNvCxnSpPr>
            <p:nvPr/>
          </p:nvCxnSpPr>
          <p:spPr>
            <a:xfrm flipV="1">
              <a:off x="7092447" y="3610054"/>
              <a:ext cx="458630" cy="38687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直線單箭頭接點 291"/>
            <p:cNvCxnSpPr>
              <a:endCxn id="281" idx="2"/>
            </p:cNvCxnSpPr>
            <p:nvPr/>
          </p:nvCxnSpPr>
          <p:spPr>
            <a:xfrm>
              <a:off x="7092447" y="3996933"/>
              <a:ext cx="458630" cy="2596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直線單箭頭接點 292"/>
            <p:cNvCxnSpPr>
              <a:endCxn id="280" idx="2"/>
            </p:cNvCxnSpPr>
            <p:nvPr/>
          </p:nvCxnSpPr>
          <p:spPr>
            <a:xfrm flipV="1">
              <a:off x="7092446" y="3610054"/>
              <a:ext cx="458631" cy="71688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直線單箭頭接點 293"/>
            <p:cNvCxnSpPr>
              <a:endCxn id="281" idx="2"/>
            </p:cNvCxnSpPr>
            <p:nvPr/>
          </p:nvCxnSpPr>
          <p:spPr>
            <a:xfrm flipV="1">
              <a:off x="7092447" y="4022894"/>
              <a:ext cx="458630" cy="31765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直線單箭頭接點 294"/>
            <p:cNvCxnSpPr>
              <a:stCxn id="299" idx="2"/>
              <a:endCxn id="278" idx="2"/>
            </p:cNvCxnSpPr>
            <p:nvPr/>
          </p:nvCxnSpPr>
          <p:spPr>
            <a:xfrm flipV="1">
              <a:off x="5288070" y="3308448"/>
              <a:ext cx="684997" cy="39332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直線單箭頭接點 295"/>
            <p:cNvCxnSpPr>
              <a:stCxn id="299" idx="3"/>
              <a:endCxn id="279" idx="2"/>
            </p:cNvCxnSpPr>
            <p:nvPr/>
          </p:nvCxnSpPr>
          <p:spPr>
            <a:xfrm>
              <a:off x="5353602" y="3636238"/>
              <a:ext cx="619466" cy="1708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直線單箭頭接點 296"/>
            <p:cNvCxnSpPr>
              <a:stCxn id="299" idx="3"/>
            </p:cNvCxnSpPr>
            <p:nvPr/>
          </p:nvCxnSpPr>
          <p:spPr>
            <a:xfrm>
              <a:off x="5353602" y="3636238"/>
              <a:ext cx="619466" cy="36069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9" name="矩形 298"/>
            <p:cNvSpPr/>
            <p:nvPr/>
          </p:nvSpPr>
          <p:spPr>
            <a:xfrm>
              <a:off x="5222538" y="3570706"/>
              <a:ext cx="131064" cy="131064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302" name="橢圓 301"/>
            <p:cNvSpPr/>
            <p:nvPr/>
          </p:nvSpPr>
          <p:spPr>
            <a:xfrm>
              <a:off x="6841498" y="3854375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303" name="橢圓 302"/>
            <p:cNvSpPr/>
            <p:nvPr/>
          </p:nvSpPr>
          <p:spPr>
            <a:xfrm>
              <a:off x="6841498" y="4197986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304" name="矩形 303"/>
            <p:cNvSpPr/>
            <p:nvPr/>
          </p:nvSpPr>
          <p:spPr>
            <a:xfrm>
              <a:off x="5222538" y="3942042"/>
              <a:ext cx="131064" cy="131064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305" name="矩形 304"/>
            <p:cNvSpPr/>
            <p:nvPr/>
          </p:nvSpPr>
          <p:spPr>
            <a:xfrm>
              <a:off x="5222538" y="4276376"/>
              <a:ext cx="131064" cy="131064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cxnSp>
          <p:nvCxnSpPr>
            <p:cNvPr id="308" name="直線單箭頭接點 307"/>
            <p:cNvCxnSpPr>
              <a:stCxn id="305" idx="3"/>
            </p:cNvCxnSpPr>
            <p:nvPr/>
          </p:nvCxnSpPr>
          <p:spPr>
            <a:xfrm flipV="1">
              <a:off x="5353602" y="3996933"/>
              <a:ext cx="619466" cy="34497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直線單箭頭接點 308"/>
            <p:cNvCxnSpPr>
              <a:stCxn id="305" idx="3"/>
              <a:endCxn id="279" idx="2"/>
            </p:cNvCxnSpPr>
            <p:nvPr/>
          </p:nvCxnSpPr>
          <p:spPr>
            <a:xfrm flipV="1">
              <a:off x="5353602" y="3653322"/>
              <a:ext cx="619466" cy="68858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直線單箭頭接點 309"/>
            <p:cNvCxnSpPr>
              <a:stCxn id="305" idx="3"/>
              <a:endCxn id="278" idx="2"/>
            </p:cNvCxnSpPr>
            <p:nvPr/>
          </p:nvCxnSpPr>
          <p:spPr>
            <a:xfrm flipV="1">
              <a:off x="5353602" y="3308448"/>
              <a:ext cx="619466" cy="103346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直線單箭頭接點 310"/>
            <p:cNvCxnSpPr>
              <a:stCxn id="304" idx="3"/>
              <a:endCxn id="279" idx="2"/>
            </p:cNvCxnSpPr>
            <p:nvPr/>
          </p:nvCxnSpPr>
          <p:spPr>
            <a:xfrm flipV="1">
              <a:off x="5353602" y="3653322"/>
              <a:ext cx="619466" cy="35425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直線單箭頭接點 311"/>
            <p:cNvCxnSpPr>
              <a:stCxn id="304" idx="3"/>
              <a:endCxn id="278" idx="2"/>
            </p:cNvCxnSpPr>
            <p:nvPr/>
          </p:nvCxnSpPr>
          <p:spPr>
            <a:xfrm flipV="1">
              <a:off x="5353602" y="3308448"/>
              <a:ext cx="619466" cy="69912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直線單箭頭接點 314"/>
            <p:cNvCxnSpPr/>
            <p:nvPr/>
          </p:nvCxnSpPr>
          <p:spPr>
            <a:xfrm>
              <a:off x="6224016" y="3297807"/>
              <a:ext cx="619466" cy="69912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直線單箭頭接點 315"/>
            <p:cNvCxnSpPr/>
            <p:nvPr/>
          </p:nvCxnSpPr>
          <p:spPr>
            <a:xfrm>
              <a:off x="6224016" y="3297807"/>
              <a:ext cx="619466" cy="104273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直線單箭頭接點 317"/>
            <p:cNvCxnSpPr/>
            <p:nvPr/>
          </p:nvCxnSpPr>
          <p:spPr>
            <a:xfrm>
              <a:off x="6224016" y="3636238"/>
              <a:ext cx="619466" cy="36069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直線單箭頭接點 318"/>
            <p:cNvCxnSpPr/>
            <p:nvPr/>
          </p:nvCxnSpPr>
          <p:spPr>
            <a:xfrm>
              <a:off x="6224016" y="3636238"/>
              <a:ext cx="619466" cy="70430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直線單箭頭接點 320"/>
            <p:cNvCxnSpPr/>
            <p:nvPr/>
          </p:nvCxnSpPr>
          <p:spPr>
            <a:xfrm>
              <a:off x="6224016" y="4007574"/>
              <a:ext cx="619466" cy="3329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直線單箭頭接點 326"/>
            <p:cNvCxnSpPr/>
            <p:nvPr/>
          </p:nvCxnSpPr>
          <p:spPr>
            <a:xfrm>
              <a:off x="7809785" y="3616240"/>
              <a:ext cx="22931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直線單箭頭接點 327"/>
            <p:cNvCxnSpPr/>
            <p:nvPr/>
          </p:nvCxnSpPr>
          <p:spPr>
            <a:xfrm>
              <a:off x="7809785" y="4030036"/>
              <a:ext cx="22931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直線單箭頭接點 274"/>
            <p:cNvCxnSpPr/>
            <p:nvPr/>
          </p:nvCxnSpPr>
          <p:spPr>
            <a:xfrm flipV="1">
              <a:off x="5360089" y="4003183"/>
              <a:ext cx="612978" cy="265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直線單箭頭接點 275"/>
            <p:cNvCxnSpPr/>
            <p:nvPr/>
          </p:nvCxnSpPr>
          <p:spPr>
            <a:xfrm flipV="1">
              <a:off x="6241089" y="3996286"/>
              <a:ext cx="612978" cy="265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2" name="橢圓 271"/>
            <p:cNvSpPr/>
            <p:nvPr/>
          </p:nvSpPr>
          <p:spPr>
            <a:xfrm>
              <a:off x="5969188" y="3852712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</p:grpSp>
      <p:grpSp>
        <p:nvGrpSpPr>
          <p:cNvPr id="450" name="群組 449"/>
          <p:cNvGrpSpPr/>
          <p:nvPr/>
        </p:nvGrpSpPr>
        <p:grpSpPr>
          <a:xfrm rot="5400000">
            <a:off x="4364963" y="5545103"/>
            <a:ext cx="4224843" cy="1448427"/>
            <a:chOff x="1660188" y="5222258"/>
            <a:chExt cx="2816562" cy="965618"/>
          </a:xfrm>
        </p:grpSpPr>
        <p:sp>
          <p:nvSpPr>
            <p:cNvPr id="339" name="橢圓 338"/>
            <p:cNvSpPr/>
            <p:nvPr/>
          </p:nvSpPr>
          <p:spPr>
            <a:xfrm>
              <a:off x="3988727" y="5222258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340" name="橢圓 339"/>
            <p:cNvSpPr/>
            <p:nvPr/>
          </p:nvSpPr>
          <p:spPr>
            <a:xfrm>
              <a:off x="3988727" y="5635098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cxnSp>
          <p:nvCxnSpPr>
            <p:cNvPr id="350" name="直線單箭頭接點 349"/>
            <p:cNvCxnSpPr>
              <a:endCxn id="339" idx="2"/>
            </p:cNvCxnSpPr>
            <p:nvPr/>
          </p:nvCxnSpPr>
          <p:spPr>
            <a:xfrm flipV="1">
              <a:off x="3530097" y="5347733"/>
              <a:ext cx="458630" cy="38687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直線單箭頭接點 350"/>
            <p:cNvCxnSpPr>
              <a:endCxn id="340" idx="2"/>
            </p:cNvCxnSpPr>
            <p:nvPr/>
          </p:nvCxnSpPr>
          <p:spPr>
            <a:xfrm>
              <a:off x="3530097" y="5734612"/>
              <a:ext cx="458630" cy="2596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直線單箭頭接點 351"/>
            <p:cNvCxnSpPr>
              <a:endCxn id="339" idx="2"/>
            </p:cNvCxnSpPr>
            <p:nvPr/>
          </p:nvCxnSpPr>
          <p:spPr>
            <a:xfrm flipV="1">
              <a:off x="3530096" y="5347733"/>
              <a:ext cx="458631" cy="71688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直線單箭頭接點 352"/>
            <p:cNvCxnSpPr>
              <a:endCxn id="340" idx="2"/>
            </p:cNvCxnSpPr>
            <p:nvPr/>
          </p:nvCxnSpPr>
          <p:spPr>
            <a:xfrm flipV="1">
              <a:off x="3530097" y="5760573"/>
              <a:ext cx="458630" cy="31765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1" name="橢圓 360"/>
            <p:cNvSpPr/>
            <p:nvPr/>
          </p:nvSpPr>
          <p:spPr>
            <a:xfrm>
              <a:off x="3279148" y="5592054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362" name="橢圓 361"/>
            <p:cNvSpPr/>
            <p:nvPr/>
          </p:nvSpPr>
          <p:spPr>
            <a:xfrm>
              <a:off x="3279148" y="5935665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363" name="矩形 362"/>
            <p:cNvSpPr/>
            <p:nvPr/>
          </p:nvSpPr>
          <p:spPr>
            <a:xfrm>
              <a:off x="1660188" y="5679721"/>
              <a:ext cx="131064" cy="131064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364" name="矩形 363"/>
            <p:cNvSpPr/>
            <p:nvPr/>
          </p:nvSpPr>
          <p:spPr>
            <a:xfrm>
              <a:off x="1660188" y="6014055"/>
              <a:ext cx="131064" cy="131064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cxnSp>
          <p:nvCxnSpPr>
            <p:cNvPr id="365" name="直線單箭頭接點 364"/>
            <p:cNvCxnSpPr>
              <a:stCxn id="364" idx="3"/>
            </p:cNvCxnSpPr>
            <p:nvPr/>
          </p:nvCxnSpPr>
          <p:spPr>
            <a:xfrm flipV="1">
              <a:off x="1791252" y="6078223"/>
              <a:ext cx="619466" cy="136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直線單箭頭接點 365"/>
            <p:cNvCxnSpPr>
              <a:stCxn id="363" idx="3"/>
            </p:cNvCxnSpPr>
            <p:nvPr/>
          </p:nvCxnSpPr>
          <p:spPr>
            <a:xfrm>
              <a:off x="1791252" y="5745253"/>
              <a:ext cx="619466" cy="3329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直線單箭頭接點 366"/>
            <p:cNvCxnSpPr>
              <a:stCxn id="364" idx="3"/>
            </p:cNvCxnSpPr>
            <p:nvPr/>
          </p:nvCxnSpPr>
          <p:spPr>
            <a:xfrm flipV="1">
              <a:off x="1791252" y="5734612"/>
              <a:ext cx="619466" cy="34497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直線單箭頭接點 378"/>
            <p:cNvCxnSpPr/>
            <p:nvPr/>
          </p:nvCxnSpPr>
          <p:spPr>
            <a:xfrm flipV="1">
              <a:off x="2661666" y="6078223"/>
              <a:ext cx="619466" cy="136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直線單箭頭接點 379"/>
            <p:cNvCxnSpPr/>
            <p:nvPr/>
          </p:nvCxnSpPr>
          <p:spPr>
            <a:xfrm>
              <a:off x="2661666" y="5745253"/>
              <a:ext cx="619466" cy="3329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直線單箭頭接點 380"/>
            <p:cNvCxnSpPr/>
            <p:nvPr/>
          </p:nvCxnSpPr>
          <p:spPr>
            <a:xfrm flipV="1">
              <a:off x="2661666" y="5734612"/>
              <a:ext cx="619466" cy="34497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直線單箭頭接點 385"/>
            <p:cNvCxnSpPr/>
            <p:nvPr/>
          </p:nvCxnSpPr>
          <p:spPr>
            <a:xfrm>
              <a:off x="4247435" y="5353919"/>
              <a:ext cx="22931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直線單箭頭接點 386"/>
            <p:cNvCxnSpPr/>
            <p:nvPr/>
          </p:nvCxnSpPr>
          <p:spPr>
            <a:xfrm>
              <a:off x="4247435" y="5767715"/>
              <a:ext cx="22931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直線單箭頭接點 333"/>
            <p:cNvCxnSpPr/>
            <p:nvPr/>
          </p:nvCxnSpPr>
          <p:spPr>
            <a:xfrm flipV="1">
              <a:off x="1797739" y="5740862"/>
              <a:ext cx="612978" cy="265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直線單箭頭接點 334"/>
            <p:cNvCxnSpPr/>
            <p:nvPr/>
          </p:nvCxnSpPr>
          <p:spPr>
            <a:xfrm flipV="1">
              <a:off x="2678739" y="5733965"/>
              <a:ext cx="612978" cy="265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1" name="橢圓 330"/>
            <p:cNvSpPr/>
            <p:nvPr/>
          </p:nvSpPr>
          <p:spPr>
            <a:xfrm>
              <a:off x="2406838" y="5590391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332" name="橢圓 331"/>
            <p:cNvSpPr/>
            <p:nvPr/>
          </p:nvSpPr>
          <p:spPr>
            <a:xfrm>
              <a:off x="2405946" y="5936927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</p:grpSp>
      <p:sp>
        <p:nvSpPr>
          <p:cNvPr id="447" name="文字方塊 446"/>
          <p:cNvSpPr txBox="1"/>
          <p:nvPr/>
        </p:nvSpPr>
        <p:spPr>
          <a:xfrm>
            <a:off x="2774237" y="2778198"/>
            <a:ext cx="2160000" cy="119888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 err="1">
                <a:solidFill>
                  <a:schemeClr val="tx1"/>
                </a:solidFill>
              </a:rPr>
              <a:t>minibatch</a:t>
            </a:r>
            <a:r>
              <a:rPr lang="en-US" altLang="zh-TW" sz="36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altLang="zh-TW" sz="3600" dirty="0">
                <a:solidFill>
                  <a:schemeClr val="tx1"/>
                </a:solidFill>
              </a:rPr>
              <a:t>1</a:t>
            </a:r>
            <a:endParaRPr lang="zh-TW" altLang="en-US" sz="3600" baseline="-25000" dirty="0">
              <a:solidFill>
                <a:schemeClr val="tx1"/>
              </a:solidFill>
            </a:endParaRPr>
          </a:p>
        </p:txBody>
      </p:sp>
      <p:grpSp>
        <p:nvGrpSpPr>
          <p:cNvPr id="452" name="群組 451"/>
          <p:cNvGrpSpPr/>
          <p:nvPr/>
        </p:nvGrpSpPr>
        <p:grpSpPr>
          <a:xfrm rot="5400000">
            <a:off x="9758963" y="4802190"/>
            <a:ext cx="4224843" cy="3039425"/>
            <a:chOff x="5238336" y="4137476"/>
            <a:chExt cx="2816562" cy="2026283"/>
          </a:xfrm>
        </p:grpSpPr>
        <p:sp>
          <p:nvSpPr>
            <p:cNvPr id="396" name="橢圓 395"/>
            <p:cNvSpPr/>
            <p:nvPr/>
          </p:nvSpPr>
          <p:spPr>
            <a:xfrm>
              <a:off x="5988865" y="4896536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398" name="橢圓 397"/>
            <p:cNvSpPr/>
            <p:nvPr/>
          </p:nvSpPr>
          <p:spPr>
            <a:xfrm>
              <a:off x="7566875" y="5198141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399" name="橢圓 398"/>
            <p:cNvSpPr/>
            <p:nvPr/>
          </p:nvSpPr>
          <p:spPr>
            <a:xfrm>
              <a:off x="7566875" y="5610981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400" name="矩形 399"/>
            <p:cNvSpPr/>
            <p:nvPr/>
          </p:nvSpPr>
          <p:spPr>
            <a:xfrm>
              <a:off x="5238336" y="4945837"/>
              <a:ext cx="131064" cy="131064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cxnSp>
          <p:nvCxnSpPr>
            <p:cNvPr id="401" name="直線單箭頭接點 400"/>
            <p:cNvCxnSpPr>
              <a:stCxn id="400" idx="3"/>
              <a:endCxn id="396" idx="2"/>
            </p:cNvCxnSpPr>
            <p:nvPr/>
          </p:nvCxnSpPr>
          <p:spPr>
            <a:xfrm>
              <a:off x="5369400" y="5011369"/>
              <a:ext cx="619466" cy="1064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直線單箭頭接點 403"/>
            <p:cNvCxnSpPr>
              <a:stCxn id="400" idx="3"/>
            </p:cNvCxnSpPr>
            <p:nvPr/>
          </p:nvCxnSpPr>
          <p:spPr>
            <a:xfrm>
              <a:off x="5369400" y="5011369"/>
              <a:ext cx="619466" cy="104273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直線單箭頭接點 405"/>
            <p:cNvCxnSpPr>
              <a:endCxn id="398" idx="2"/>
            </p:cNvCxnSpPr>
            <p:nvPr/>
          </p:nvCxnSpPr>
          <p:spPr>
            <a:xfrm>
              <a:off x="7108244" y="5000376"/>
              <a:ext cx="458631" cy="32324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直線單箭頭接點 406"/>
            <p:cNvCxnSpPr>
              <a:endCxn id="399" idx="2"/>
            </p:cNvCxnSpPr>
            <p:nvPr/>
          </p:nvCxnSpPr>
          <p:spPr>
            <a:xfrm>
              <a:off x="7108245" y="5022010"/>
              <a:ext cx="458630" cy="71444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直線單箭頭接點 410"/>
            <p:cNvCxnSpPr>
              <a:endCxn id="398" idx="2"/>
            </p:cNvCxnSpPr>
            <p:nvPr/>
          </p:nvCxnSpPr>
          <p:spPr>
            <a:xfrm flipV="1">
              <a:off x="7108244" y="5323616"/>
              <a:ext cx="458631" cy="71688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直線單箭頭接點 411"/>
            <p:cNvCxnSpPr>
              <a:endCxn id="399" idx="2"/>
            </p:cNvCxnSpPr>
            <p:nvPr/>
          </p:nvCxnSpPr>
          <p:spPr>
            <a:xfrm flipV="1">
              <a:off x="7108245" y="5736456"/>
              <a:ext cx="458630" cy="31765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直線單箭頭接點 412"/>
            <p:cNvCxnSpPr>
              <a:stCxn id="417" idx="2"/>
              <a:endCxn id="396" idx="2"/>
            </p:cNvCxnSpPr>
            <p:nvPr/>
          </p:nvCxnSpPr>
          <p:spPr>
            <a:xfrm flipV="1">
              <a:off x="5303868" y="5022010"/>
              <a:ext cx="684997" cy="39332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" name="直線單箭頭接點 415"/>
            <p:cNvCxnSpPr>
              <a:stCxn id="417" idx="3"/>
            </p:cNvCxnSpPr>
            <p:nvPr/>
          </p:nvCxnSpPr>
          <p:spPr>
            <a:xfrm>
              <a:off x="5369400" y="5349800"/>
              <a:ext cx="619466" cy="70430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7" name="矩形 416"/>
            <p:cNvSpPr/>
            <p:nvPr/>
          </p:nvSpPr>
          <p:spPr>
            <a:xfrm>
              <a:off x="5238336" y="5284268"/>
              <a:ext cx="131064" cy="131064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418" name="橢圓 417"/>
            <p:cNvSpPr/>
            <p:nvPr/>
          </p:nvSpPr>
          <p:spPr>
            <a:xfrm>
              <a:off x="6857296" y="4879452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421" name="橢圓 420"/>
            <p:cNvSpPr/>
            <p:nvPr/>
          </p:nvSpPr>
          <p:spPr>
            <a:xfrm>
              <a:off x="6857296" y="5911548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422" name="矩形 421"/>
            <p:cNvSpPr/>
            <p:nvPr/>
          </p:nvSpPr>
          <p:spPr>
            <a:xfrm>
              <a:off x="5238336" y="5655604"/>
              <a:ext cx="131064" cy="131064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423" name="矩形 422"/>
            <p:cNvSpPr/>
            <p:nvPr/>
          </p:nvSpPr>
          <p:spPr>
            <a:xfrm>
              <a:off x="5238336" y="5989938"/>
              <a:ext cx="131064" cy="131064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cxnSp>
          <p:nvCxnSpPr>
            <p:cNvPr id="424" name="直線單箭頭接點 423"/>
            <p:cNvCxnSpPr>
              <a:stCxn id="423" idx="3"/>
            </p:cNvCxnSpPr>
            <p:nvPr/>
          </p:nvCxnSpPr>
          <p:spPr>
            <a:xfrm flipV="1">
              <a:off x="5369400" y="6054106"/>
              <a:ext cx="619466" cy="136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直線單箭頭接點 424"/>
            <p:cNvCxnSpPr>
              <a:stCxn id="422" idx="3"/>
            </p:cNvCxnSpPr>
            <p:nvPr/>
          </p:nvCxnSpPr>
          <p:spPr>
            <a:xfrm>
              <a:off x="5369400" y="5721136"/>
              <a:ext cx="619466" cy="3329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直線單箭頭接點 427"/>
            <p:cNvCxnSpPr>
              <a:stCxn id="423" idx="3"/>
              <a:endCxn id="396" idx="2"/>
            </p:cNvCxnSpPr>
            <p:nvPr/>
          </p:nvCxnSpPr>
          <p:spPr>
            <a:xfrm flipV="1">
              <a:off x="5369400" y="5022010"/>
              <a:ext cx="619466" cy="103346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直線單箭頭接點 429"/>
            <p:cNvCxnSpPr>
              <a:stCxn id="422" idx="3"/>
              <a:endCxn id="396" idx="2"/>
            </p:cNvCxnSpPr>
            <p:nvPr/>
          </p:nvCxnSpPr>
          <p:spPr>
            <a:xfrm flipV="1">
              <a:off x="5369400" y="5022010"/>
              <a:ext cx="619466" cy="69912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直線單箭頭接點 430"/>
            <p:cNvCxnSpPr/>
            <p:nvPr/>
          </p:nvCxnSpPr>
          <p:spPr>
            <a:xfrm>
              <a:off x="6239814" y="5011369"/>
              <a:ext cx="619466" cy="1064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直線單箭頭接點 433"/>
            <p:cNvCxnSpPr/>
            <p:nvPr/>
          </p:nvCxnSpPr>
          <p:spPr>
            <a:xfrm>
              <a:off x="6239814" y="5011369"/>
              <a:ext cx="619466" cy="104273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" name="直線單箭頭接點 437"/>
            <p:cNvCxnSpPr/>
            <p:nvPr/>
          </p:nvCxnSpPr>
          <p:spPr>
            <a:xfrm flipV="1">
              <a:off x="6239814" y="6054106"/>
              <a:ext cx="619466" cy="136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" name="直線單箭頭接點 441"/>
            <p:cNvCxnSpPr/>
            <p:nvPr/>
          </p:nvCxnSpPr>
          <p:spPr>
            <a:xfrm flipV="1">
              <a:off x="6239814" y="5022010"/>
              <a:ext cx="619466" cy="103346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" name="直線單箭頭接點 444"/>
            <p:cNvCxnSpPr/>
            <p:nvPr/>
          </p:nvCxnSpPr>
          <p:spPr>
            <a:xfrm>
              <a:off x="7825583" y="5329802"/>
              <a:ext cx="22931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直線單箭頭接點 445"/>
            <p:cNvCxnSpPr/>
            <p:nvPr/>
          </p:nvCxnSpPr>
          <p:spPr>
            <a:xfrm>
              <a:off x="7825583" y="5743598"/>
              <a:ext cx="22931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1" name="橢圓 390"/>
            <p:cNvSpPr/>
            <p:nvPr/>
          </p:nvSpPr>
          <p:spPr>
            <a:xfrm>
              <a:off x="5984094" y="5912810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449" name="文字方塊 448"/>
            <p:cNvSpPr txBox="1"/>
            <p:nvPr/>
          </p:nvSpPr>
          <p:spPr>
            <a:xfrm>
              <a:off x="6063855" y="4137476"/>
              <a:ext cx="964273" cy="491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4200" dirty="0"/>
                <a:t>……</a:t>
              </a:r>
              <a:endParaRPr lang="zh-TW" altLang="en-US" sz="4200" dirty="0"/>
            </a:p>
          </p:txBody>
        </p:sp>
      </p:grpSp>
      <p:sp>
        <p:nvSpPr>
          <p:cNvPr id="453" name="文字方塊 452"/>
          <p:cNvSpPr txBox="1"/>
          <p:nvPr/>
        </p:nvSpPr>
        <p:spPr>
          <a:xfrm>
            <a:off x="3063050" y="8612939"/>
            <a:ext cx="1102740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TW" sz="4200" dirty="0"/>
              <a:t>Using one mini-batch to train one network</a:t>
            </a:r>
            <a:endParaRPr lang="zh-TW" altLang="en-US" sz="4200" dirty="0"/>
          </a:p>
        </p:txBody>
      </p:sp>
      <p:sp>
        <p:nvSpPr>
          <p:cNvPr id="454" name="文字方塊 453"/>
          <p:cNvSpPr txBox="1"/>
          <p:nvPr/>
        </p:nvSpPr>
        <p:spPr>
          <a:xfrm>
            <a:off x="3025154" y="9308379"/>
            <a:ext cx="1127563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TW" sz="4200" dirty="0"/>
              <a:t>Some parameters in the network are shared</a:t>
            </a:r>
            <a:endParaRPr lang="zh-TW" altLang="en-US" sz="4200" dirty="0"/>
          </a:p>
        </p:txBody>
      </p:sp>
      <p:sp>
        <p:nvSpPr>
          <p:cNvPr id="455" name="文字方塊 454"/>
          <p:cNvSpPr txBox="1"/>
          <p:nvPr/>
        </p:nvSpPr>
        <p:spPr>
          <a:xfrm>
            <a:off x="5260386" y="2771706"/>
            <a:ext cx="2160000" cy="119888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 err="1">
                <a:solidFill>
                  <a:schemeClr val="tx1"/>
                </a:solidFill>
              </a:rPr>
              <a:t>minibatch</a:t>
            </a:r>
            <a:r>
              <a:rPr lang="en-US" altLang="zh-TW" sz="36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altLang="zh-TW" sz="3600" dirty="0">
                <a:solidFill>
                  <a:schemeClr val="tx1"/>
                </a:solidFill>
              </a:rPr>
              <a:t>2</a:t>
            </a:r>
            <a:endParaRPr lang="zh-TW" altLang="en-US" sz="3600" baseline="-25000" dirty="0">
              <a:solidFill>
                <a:schemeClr val="tx1"/>
              </a:solidFill>
            </a:endParaRPr>
          </a:p>
        </p:txBody>
      </p:sp>
      <p:sp>
        <p:nvSpPr>
          <p:cNvPr id="456" name="文字方塊 455"/>
          <p:cNvSpPr txBox="1"/>
          <p:nvPr/>
        </p:nvSpPr>
        <p:spPr>
          <a:xfrm>
            <a:off x="7737987" y="2778198"/>
            <a:ext cx="2160000" cy="119888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 err="1">
                <a:solidFill>
                  <a:schemeClr val="tx1"/>
                </a:solidFill>
              </a:rPr>
              <a:t>minibatch</a:t>
            </a:r>
            <a:r>
              <a:rPr lang="en-US" altLang="zh-TW" sz="36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altLang="zh-TW" sz="3600" dirty="0">
                <a:solidFill>
                  <a:schemeClr val="tx1"/>
                </a:solidFill>
              </a:rPr>
              <a:t>3</a:t>
            </a:r>
            <a:endParaRPr lang="zh-TW" altLang="en-US" sz="3600" baseline="-25000" dirty="0">
              <a:solidFill>
                <a:schemeClr val="tx1"/>
              </a:solidFill>
            </a:endParaRPr>
          </a:p>
        </p:txBody>
      </p:sp>
      <p:sp>
        <p:nvSpPr>
          <p:cNvPr id="457" name="文字方塊 456"/>
          <p:cNvSpPr txBox="1"/>
          <p:nvPr/>
        </p:nvSpPr>
        <p:spPr>
          <a:xfrm>
            <a:off x="10211424" y="2751152"/>
            <a:ext cx="2160000" cy="119888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 err="1">
                <a:solidFill>
                  <a:schemeClr val="tx1"/>
                </a:solidFill>
              </a:rPr>
              <a:t>minibatch</a:t>
            </a:r>
            <a:r>
              <a:rPr lang="en-US" altLang="zh-TW" sz="36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altLang="zh-TW" sz="3600" dirty="0">
                <a:solidFill>
                  <a:schemeClr val="tx1"/>
                </a:solidFill>
              </a:rPr>
              <a:t>4</a:t>
            </a:r>
            <a:endParaRPr lang="zh-TW" altLang="en-US" sz="3600" baseline="-25000" dirty="0">
              <a:solidFill>
                <a:schemeClr val="tx1"/>
              </a:solidFill>
            </a:endParaRPr>
          </a:p>
        </p:txBody>
      </p:sp>
      <p:sp>
        <p:nvSpPr>
          <p:cNvPr id="515" name="文字方塊 514"/>
          <p:cNvSpPr txBox="1"/>
          <p:nvPr/>
        </p:nvSpPr>
        <p:spPr>
          <a:xfrm>
            <a:off x="12987248" y="4469795"/>
            <a:ext cx="274320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M neurons</a:t>
            </a:r>
            <a:endParaRPr lang="zh-TW" altLang="en-US" sz="4200" dirty="0"/>
          </a:p>
        </p:txBody>
      </p:sp>
      <p:sp>
        <p:nvSpPr>
          <p:cNvPr id="516" name="文字方塊 515"/>
          <p:cNvSpPr txBox="1"/>
          <p:nvPr/>
        </p:nvSpPr>
        <p:spPr>
          <a:xfrm>
            <a:off x="12987248" y="6585335"/>
            <a:ext cx="274320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2</a:t>
            </a:r>
            <a:r>
              <a:rPr lang="en-US" altLang="zh-TW" sz="4200" baseline="30000" dirty="0"/>
              <a:t>M </a:t>
            </a:r>
            <a:r>
              <a:rPr lang="en-US" altLang="zh-TW" sz="4200" dirty="0"/>
              <a:t>possible networks</a:t>
            </a:r>
            <a:endParaRPr lang="zh-TW" altLang="en-US" sz="4200" baseline="30000" dirty="0"/>
          </a:p>
        </p:txBody>
      </p:sp>
      <p:sp>
        <p:nvSpPr>
          <p:cNvPr id="517" name="向下箭號 516"/>
          <p:cNvSpPr/>
          <p:nvPr/>
        </p:nvSpPr>
        <p:spPr>
          <a:xfrm>
            <a:off x="13962864" y="5254625"/>
            <a:ext cx="752811" cy="1330710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9" grpId="0"/>
      <p:bldP spid="447" grpId="0" bldLvl="0" animBg="1"/>
      <p:bldP spid="453" grpId="0"/>
      <p:bldP spid="454" grpId="0"/>
      <p:bldP spid="455" grpId="0" bldLvl="0" animBg="1"/>
      <p:bldP spid="456" grpId="0" bldLvl="0" animBg="1"/>
      <p:bldP spid="457" grpId="0" bldLvl="0" animBg="1"/>
      <p:bldP spid="515" grpId="0"/>
      <p:bldP spid="516" grpId="0"/>
      <p:bldP spid="517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/>
        </p:nvSpPr>
        <p:spPr>
          <a:xfrm>
            <a:off x="10629284" y="3773873"/>
            <a:ext cx="4996116" cy="487316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Dropout is a kind of ensemble.</a:t>
            </a:r>
            <a:endParaRPr lang="zh-TW" altLang="en-US" dirty="0"/>
          </a:p>
        </p:txBody>
      </p:sp>
      <p:grpSp>
        <p:nvGrpSpPr>
          <p:cNvPr id="448" name="群組 447"/>
          <p:cNvGrpSpPr/>
          <p:nvPr/>
        </p:nvGrpSpPr>
        <p:grpSpPr>
          <a:xfrm rot="5400000">
            <a:off x="1735937" y="5330615"/>
            <a:ext cx="4224843" cy="1924568"/>
            <a:chOff x="1660188" y="3148756"/>
            <a:chExt cx="2816562" cy="1283045"/>
          </a:xfrm>
        </p:grpSpPr>
        <p:sp>
          <p:nvSpPr>
            <p:cNvPr id="9" name="橢圓 8"/>
            <p:cNvSpPr/>
            <p:nvPr/>
          </p:nvSpPr>
          <p:spPr>
            <a:xfrm>
              <a:off x="2410717" y="3510713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12" name="橢圓 11"/>
            <p:cNvSpPr/>
            <p:nvPr/>
          </p:nvSpPr>
          <p:spPr>
            <a:xfrm>
              <a:off x="3988727" y="3467445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13" name="橢圓 12"/>
            <p:cNvSpPr/>
            <p:nvPr/>
          </p:nvSpPr>
          <p:spPr>
            <a:xfrm>
              <a:off x="3988727" y="3880285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14" name="矩形 13"/>
            <p:cNvSpPr/>
            <p:nvPr/>
          </p:nvSpPr>
          <p:spPr>
            <a:xfrm>
              <a:off x="1660188" y="3215141"/>
              <a:ext cx="131064" cy="131064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cxnSp>
          <p:nvCxnSpPr>
            <p:cNvPr id="16" name="直線單箭頭接點 15"/>
            <p:cNvCxnSpPr>
              <a:stCxn id="14" idx="3"/>
              <a:endCxn id="9" idx="2"/>
            </p:cNvCxnSpPr>
            <p:nvPr/>
          </p:nvCxnSpPr>
          <p:spPr>
            <a:xfrm>
              <a:off x="1791252" y="3280673"/>
              <a:ext cx="619466" cy="35551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單箭頭接點 16"/>
            <p:cNvCxnSpPr>
              <a:stCxn id="14" idx="3"/>
            </p:cNvCxnSpPr>
            <p:nvPr/>
          </p:nvCxnSpPr>
          <p:spPr>
            <a:xfrm>
              <a:off x="1791252" y="3280673"/>
              <a:ext cx="619466" cy="69912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單箭頭接點 18"/>
            <p:cNvCxnSpPr>
              <a:endCxn id="12" idx="2"/>
            </p:cNvCxnSpPr>
            <p:nvPr/>
          </p:nvCxnSpPr>
          <p:spPr>
            <a:xfrm flipV="1">
              <a:off x="3530097" y="3592920"/>
              <a:ext cx="458630" cy="5236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單箭頭接點 19"/>
            <p:cNvCxnSpPr>
              <a:endCxn id="12" idx="2"/>
            </p:cNvCxnSpPr>
            <p:nvPr/>
          </p:nvCxnSpPr>
          <p:spPr>
            <a:xfrm>
              <a:off x="3530096" y="3269680"/>
              <a:ext cx="458631" cy="32324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單箭頭接點 20"/>
            <p:cNvCxnSpPr>
              <a:endCxn id="13" idx="2"/>
            </p:cNvCxnSpPr>
            <p:nvPr/>
          </p:nvCxnSpPr>
          <p:spPr>
            <a:xfrm>
              <a:off x="3530097" y="3291314"/>
              <a:ext cx="458630" cy="71444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單箭頭接點 21"/>
            <p:cNvCxnSpPr>
              <a:endCxn id="13" idx="2"/>
            </p:cNvCxnSpPr>
            <p:nvPr/>
          </p:nvCxnSpPr>
          <p:spPr>
            <a:xfrm>
              <a:off x="3530096" y="3662777"/>
              <a:ext cx="458631" cy="34298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單箭頭接點 22"/>
            <p:cNvCxnSpPr>
              <a:endCxn id="12" idx="2"/>
            </p:cNvCxnSpPr>
            <p:nvPr/>
          </p:nvCxnSpPr>
          <p:spPr>
            <a:xfrm flipV="1">
              <a:off x="3530097" y="3592920"/>
              <a:ext cx="458630" cy="38687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單箭頭接點 23"/>
            <p:cNvCxnSpPr>
              <a:endCxn id="13" idx="2"/>
            </p:cNvCxnSpPr>
            <p:nvPr/>
          </p:nvCxnSpPr>
          <p:spPr>
            <a:xfrm>
              <a:off x="3530097" y="3979799"/>
              <a:ext cx="458630" cy="2596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單箭頭接點 24"/>
            <p:cNvCxnSpPr>
              <a:endCxn id="12" idx="2"/>
            </p:cNvCxnSpPr>
            <p:nvPr/>
          </p:nvCxnSpPr>
          <p:spPr>
            <a:xfrm flipV="1">
              <a:off x="3530096" y="3592920"/>
              <a:ext cx="458631" cy="71688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單箭頭接點 25"/>
            <p:cNvCxnSpPr>
              <a:endCxn id="13" idx="2"/>
            </p:cNvCxnSpPr>
            <p:nvPr/>
          </p:nvCxnSpPr>
          <p:spPr>
            <a:xfrm flipV="1">
              <a:off x="3530097" y="4005760"/>
              <a:ext cx="458630" cy="31765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橢圓 31"/>
            <p:cNvSpPr/>
            <p:nvPr/>
          </p:nvSpPr>
          <p:spPr>
            <a:xfrm>
              <a:off x="3279148" y="3148756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33" name="橢圓 32"/>
            <p:cNvSpPr/>
            <p:nvPr/>
          </p:nvSpPr>
          <p:spPr>
            <a:xfrm>
              <a:off x="3279148" y="3493630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34" name="橢圓 33"/>
            <p:cNvSpPr/>
            <p:nvPr/>
          </p:nvSpPr>
          <p:spPr>
            <a:xfrm>
              <a:off x="3279148" y="3837241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35" name="橢圓 34"/>
            <p:cNvSpPr/>
            <p:nvPr/>
          </p:nvSpPr>
          <p:spPr>
            <a:xfrm>
              <a:off x="3279148" y="4180852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36" name="矩形 35"/>
            <p:cNvSpPr/>
            <p:nvPr/>
          </p:nvSpPr>
          <p:spPr>
            <a:xfrm>
              <a:off x="1660188" y="3924908"/>
              <a:ext cx="131064" cy="131064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37" name="矩形 36"/>
            <p:cNvSpPr/>
            <p:nvPr/>
          </p:nvSpPr>
          <p:spPr>
            <a:xfrm>
              <a:off x="1660188" y="4259242"/>
              <a:ext cx="131064" cy="131064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cxnSp>
          <p:nvCxnSpPr>
            <p:cNvPr id="40" name="直線單箭頭接點 39"/>
            <p:cNvCxnSpPr>
              <a:stCxn id="37" idx="3"/>
            </p:cNvCxnSpPr>
            <p:nvPr/>
          </p:nvCxnSpPr>
          <p:spPr>
            <a:xfrm flipV="1">
              <a:off x="1791252" y="3979799"/>
              <a:ext cx="619466" cy="34497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單箭頭接點 40"/>
            <p:cNvCxnSpPr>
              <a:stCxn id="37" idx="3"/>
              <a:endCxn id="9" idx="2"/>
            </p:cNvCxnSpPr>
            <p:nvPr/>
          </p:nvCxnSpPr>
          <p:spPr>
            <a:xfrm flipV="1">
              <a:off x="1791252" y="3636188"/>
              <a:ext cx="619466" cy="68858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線單箭頭接點 42"/>
            <p:cNvCxnSpPr>
              <a:stCxn id="36" idx="3"/>
              <a:endCxn id="9" idx="2"/>
            </p:cNvCxnSpPr>
            <p:nvPr/>
          </p:nvCxnSpPr>
          <p:spPr>
            <a:xfrm flipV="1">
              <a:off x="1791252" y="3636188"/>
              <a:ext cx="619466" cy="35425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單箭頭接點 48"/>
            <p:cNvCxnSpPr/>
            <p:nvPr/>
          </p:nvCxnSpPr>
          <p:spPr>
            <a:xfrm>
              <a:off x="2661666" y="3619104"/>
              <a:ext cx="619466" cy="1708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線單箭頭接點 49"/>
            <p:cNvCxnSpPr/>
            <p:nvPr/>
          </p:nvCxnSpPr>
          <p:spPr>
            <a:xfrm>
              <a:off x="2661666" y="3619104"/>
              <a:ext cx="619466" cy="36069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單箭頭接點 50"/>
            <p:cNvCxnSpPr/>
            <p:nvPr/>
          </p:nvCxnSpPr>
          <p:spPr>
            <a:xfrm>
              <a:off x="2661666" y="3619104"/>
              <a:ext cx="619466" cy="70430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線單箭頭接點 52"/>
            <p:cNvCxnSpPr/>
            <p:nvPr/>
          </p:nvCxnSpPr>
          <p:spPr>
            <a:xfrm>
              <a:off x="2661666" y="3990440"/>
              <a:ext cx="619466" cy="3329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線單箭頭接點 56"/>
            <p:cNvCxnSpPr/>
            <p:nvPr/>
          </p:nvCxnSpPr>
          <p:spPr>
            <a:xfrm flipV="1">
              <a:off x="2661666" y="3636188"/>
              <a:ext cx="619466" cy="35425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線單箭頭接點 57"/>
            <p:cNvCxnSpPr/>
            <p:nvPr/>
          </p:nvCxnSpPr>
          <p:spPr>
            <a:xfrm flipV="1">
              <a:off x="2661666" y="3291314"/>
              <a:ext cx="619466" cy="69912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線單箭頭接點 58"/>
            <p:cNvCxnSpPr/>
            <p:nvPr/>
          </p:nvCxnSpPr>
          <p:spPr>
            <a:xfrm>
              <a:off x="4247435" y="3599106"/>
              <a:ext cx="22931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線單箭頭接點 59"/>
            <p:cNvCxnSpPr/>
            <p:nvPr/>
          </p:nvCxnSpPr>
          <p:spPr>
            <a:xfrm>
              <a:off x="4247435" y="4012902"/>
              <a:ext cx="22931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線單箭頭接點 60"/>
            <p:cNvCxnSpPr/>
            <p:nvPr/>
          </p:nvCxnSpPr>
          <p:spPr>
            <a:xfrm flipV="1">
              <a:off x="1797739" y="3986049"/>
              <a:ext cx="612978" cy="265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線單箭頭接點 61"/>
            <p:cNvCxnSpPr/>
            <p:nvPr/>
          </p:nvCxnSpPr>
          <p:spPr>
            <a:xfrm flipV="1">
              <a:off x="2678739" y="3979152"/>
              <a:ext cx="612978" cy="265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線單箭頭接點 62"/>
            <p:cNvCxnSpPr>
              <a:stCxn id="9" idx="6"/>
              <a:endCxn id="32" idx="2"/>
            </p:cNvCxnSpPr>
            <p:nvPr/>
          </p:nvCxnSpPr>
          <p:spPr>
            <a:xfrm flipV="1">
              <a:off x="2661666" y="3274230"/>
              <a:ext cx="617482" cy="36195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9" name="橢圓 248"/>
            <p:cNvSpPr/>
            <p:nvPr/>
          </p:nvSpPr>
          <p:spPr>
            <a:xfrm>
              <a:off x="2406838" y="3835578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</p:grpSp>
      <p:grpSp>
        <p:nvGrpSpPr>
          <p:cNvPr id="451" name="群組 450"/>
          <p:cNvGrpSpPr/>
          <p:nvPr/>
        </p:nvGrpSpPr>
        <p:grpSpPr>
          <a:xfrm rot="5400000">
            <a:off x="6572954" y="5343429"/>
            <a:ext cx="4224843" cy="1898942"/>
            <a:chOff x="5222538" y="3182974"/>
            <a:chExt cx="2816562" cy="1265961"/>
          </a:xfrm>
        </p:grpSpPr>
        <p:sp>
          <p:nvSpPr>
            <p:cNvPr id="278" name="橢圓 277"/>
            <p:cNvSpPr/>
            <p:nvPr/>
          </p:nvSpPr>
          <p:spPr>
            <a:xfrm>
              <a:off x="5973067" y="3182974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279" name="橢圓 278"/>
            <p:cNvSpPr/>
            <p:nvPr/>
          </p:nvSpPr>
          <p:spPr>
            <a:xfrm>
              <a:off x="5973067" y="3527847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280" name="橢圓 279"/>
            <p:cNvSpPr/>
            <p:nvPr/>
          </p:nvSpPr>
          <p:spPr>
            <a:xfrm>
              <a:off x="7551077" y="3484579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281" name="橢圓 280"/>
            <p:cNvSpPr/>
            <p:nvPr/>
          </p:nvSpPr>
          <p:spPr>
            <a:xfrm>
              <a:off x="7551077" y="3897419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282" name="矩形 281"/>
            <p:cNvSpPr/>
            <p:nvPr/>
          </p:nvSpPr>
          <p:spPr>
            <a:xfrm>
              <a:off x="5222538" y="3232275"/>
              <a:ext cx="131064" cy="131064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cxnSp>
          <p:nvCxnSpPr>
            <p:cNvPr id="283" name="直線單箭頭接點 282"/>
            <p:cNvCxnSpPr>
              <a:stCxn id="282" idx="3"/>
              <a:endCxn id="278" idx="2"/>
            </p:cNvCxnSpPr>
            <p:nvPr/>
          </p:nvCxnSpPr>
          <p:spPr>
            <a:xfrm>
              <a:off x="5353602" y="3297807"/>
              <a:ext cx="619466" cy="1064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直線單箭頭接點 283"/>
            <p:cNvCxnSpPr>
              <a:stCxn id="282" idx="3"/>
              <a:endCxn id="279" idx="2"/>
            </p:cNvCxnSpPr>
            <p:nvPr/>
          </p:nvCxnSpPr>
          <p:spPr>
            <a:xfrm>
              <a:off x="5353602" y="3297807"/>
              <a:ext cx="619466" cy="35551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直線單箭頭接點 284"/>
            <p:cNvCxnSpPr>
              <a:stCxn id="282" idx="3"/>
            </p:cNvCxnSpPr>
            <p:nvPr/>
          </p:nvCxnSpPr>
          <p:spPr>
            <a:xfrm>
              <a:off x="5353602" y="3297807"/>
              <a:ext cx="619466" cy="69912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直線單箭頭接點 290"/>
            <p:cNvCxnSpPr>
              <a:endCxn id="280" idx="2"/>
            </p:cNvCxnSpPr>
            <p:nvPr/>
          </p:nvCxnSpPr>
          <p:spPr>
            <a:xfrm flipV="1">
              <a:off x="7092447" y="3610054"/>
              <a:ext cx="458630" cy="38687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直線單箭頭接點 291"/>
            <p:cNvCxnSpPr>
              <a:endCxn id="281" idx="2"/>
            </p:cNvCxnSpPr>
            <p:nvPr/>
          </p:nvCxnSpPr>
          <p:spPr>
            <a:xfrm>
              <a:off x="7092447" y="3996933"/>
              <a:ext cx="458630" cy="2596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直線單箭頭接點 292"/>
            <p:cNvCxnSpPr>
              <a:endCxn id="280" idx="2"/>
            </p:cNvCxnSpPr>
            <p:nvPr/>
          </p:nvCxnSpPr>
          <p:spPr>
            <a:xfrm flipV="1">
              <a:off x="7092446" y="3610054"/>
              <a:ext cx="458631" cy="71688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直線單箭頭接點 293"/>
            <p:cNvCxnSpPr>
              <a:endCxn id="281" idx="2"/>
            </p:cNvCxnSpPr>
            <p:nvPr/>
          </p:nvCxnSpPr>
          <p:spPr>
            <a:xfrm flipV="1">
              <a:off x="7092447" y="4022894"/>
              <a:ext cx="458630" cy="31765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直線單箭頭接點 294"/>
            <p:cNvCxnSpPr>
              <a:stCxn id="299" idx="2"/>
              <a:endCxn id="278" idx="2"/>
            </p:cNvCxnSpPr>
            <p:nvPr/>
          </p:nvCxnSpPr>
          <p:spPr>
            <a:xfrm flipV="1">
              <a:off x="5288070" y="3308448"/>
              <a:ext cx="684997" cy="39332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直線單箭頭接點 295"/>
            <p:cNvCxnSpPr>
              <a:stCxn id="299" idx="3"/>
              <a:endCxn id="279" idx="2"/>
            </p:cNvCxnSpPr>
            <p:nvPr/>
          </p:nvCxnSpPr>
          <p:spPr>
            <a:xfrm>
              <a:off x="5353602" y="3636238"/>
              <a:ext cx="619466" cy="1708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直線單箭頭接點 296"/>
            <p:cNvCxnSpPr>
              <a:stCxn id="299" idx="3"/>
            </p:cNvCxnSpPr>
            <p:nvPr/>
          </p:nvCxnSpPr>
          <p:spPr>
            <a:xfrm>
              <a:off x="5353602" y="3636238"/>
              <a:ext cx="619466" cy="36069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9" name="矩形 298"/>
            <p:cNvSpPr/>
            <p:nvPr/>
          </p:nvSpPr>
          <p:spPr>
            <a:xfrm>
              <a:off x="5222538" y="3570706"/>
              <a:ext cx="131064" cy="131064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302" name="橢圓 301"/>
            <p:cNvSpPr/>
            <p:nvPr/>
          </p:nvSpPr>
          <p:spPr>
            <a:xfrm>
              <a:off x="6841498" y="3854375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303" name="橢圓 302"/>
            <p:cNvSpPr/>
            <p:nvPr/>
          </p:nvSpPr>
          <p:spPr>
            <a:xfrm>
              <a:off x="6841498" y="4197986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304" name="矩形 303"/>
            <p:cNvSpPr/>
            <p:nvPr/>
          </p:nvSpPr>
          <p:spPr>
            <a:xfrm>
              <a:off x="5222538" y="3942042"/>
              <a:ext cx="131064" cy="131064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305" name="矩形 304"/>
            <p:cNvSpPr/>
            <p:nvPr/>
          </p:nvSpPr>
          <p:spPr>
            <a:xfrm>
              <a:off x="5222538" y="4276376"/>
              <a:ext cx="131064" cy="131064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cxnSp>
          <p:nvCxnSpPr>
            <p:cNvPr id="308" name="直線單箭頭接點 307"/>
            <p:cNvCxnSpPr>
              <a:stCxn id="305" idx="3"/>
            </p:cNvCxnSpPr>
            <p:nvPr/>
          </p:nvCxnSpPr>
          <p:spPr>
            <a:xfrm flipV="1">
              <a:off x="5353602" y="3996933"/>
              <a:ext cx="619466" cy="34497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直線單箭頭接點 308"/>
            <p:cNvCxnSpPr>
              <a:stCxn id="305" idx="3"/>
              <a:endCxn id="279" idx="2"/>
            </p:cNvCxnSpPr>
            <p:nvPr/>
          </p:nvCxnSpPr>
          <p:spPr>
            <a:xfrm flipV="1">
              <a:off x="5353602" y="3653322"/>
              <a:ext cx="619466" cy="68858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直線單箭頭接點 309"/>
            <p:cNvCxnSpPr>
              <a:stCxn id="305" idx="3"/>
              <a:endCxn id="278" idx="2"/>
            </p:cNvCxnSpPr>
            <p:nvPr/>
          </p:nvCxnSpPr>
          <p:spPr>
            <a:xfrm flipV="1">
              <a:off x="5353602" y="3308448"/>
              <a:ext cx="619466" cy="103346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直線單箭頭接點 310"/>
            <p:cNvCxnSpPr>
              <a:stCxn id="304" idx="3"/>
              <a:endCxn id="279" idx="2"/>
            </p:cNvCxnSpPr>
            <p:nvPr/>
          </p:nvCxnSpPr>
          <p:spPr>
            <a:xfrm flipV="1">
              <a:off x="5353602" y="3653322"/>
              <a:ext cx="619466" cy="35425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直線單箭頭接點 311"/>
            <p:cNvCxnSpPr>
              <a:stCxn id="304" idx="3"/>
              <a:endCxn id="278" idx="2"/>
            </p:cNvCxnSpPr>
            <p:nvPr/>
          </p:nvCxnSpPr>
          <p:spPr>
            <a:xfrm flipV="1">
              <a:off x="5353602" y="3308448"/>
              <a:ext cx="619466" cy="69912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直線單箭頭接點 314"/>
            <p:cNvCxnSpPr/>
            <p:nvPr/>
          </p:nvCxnSpPr>
          <p:spPr>
            <a:xfrm>
              <a:off x="6224016" y="3297807"/>
              <a:ext cx="619466" cy="69912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直線單箭頭接點 315"/>
            <p:cNvCxnSpPr/>
            <p:nvPr/>
          </p:nvCxnSpPr>
          <p:spPr>
            <a:xfrm>
              <a:off x="6224016" y="3297807"/>
              <a:ext cx="619466" cy="104273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直線單箭頭接點 317"/>
            <p:cNvCxnSpPr/>
            <p:nvPr/>
          </p:nvCxnSpPr>
          <p:spPr>
            <a:xfrm>
              <a:off x="6224016" y="3636238"/>
              <a:ext cx="619466" cy="36069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直線單箭頭接點 318"/>
            <p:cNvCxnSpPr/>
            <p:nvPr/>
          </p:nvCxnSpPr>
          <p:spPr>
            <a:xfrm>
              <a:off x="6224016" y="3636238"/>
              <a:ext cx="619466" cy="70430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直線單箭頭接點 320"/>
            <p:cNvCxnSpPr/>
            <p:nvPr/>
          </p:nvCxnSpPr>
          <p:spPr>
            <a:xfrm>
              <a:off x="6224016" y="4007574"/>
              <a:ext cx="619466" cy="3329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直線單箭頭接點 326"/>
            <p:cNvCxnSpPr/>
            <p:nvPr/>
          </p:nvCxnSpPr>
          <p:spPr>
            <a:xfrm>
              <a:off x="7809785" y="3616240"/>
              <a:ext cx="22931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直線單箭頭接點 327"/>
            <p:cNvCxnSpPr/>
            <p:nvPr/>
          </p:nvCxnSpPr>
          <p:spPr>
            <a:xfrm>
              <a:off x="7809785" y="4030036"/>
              <a:ext cx="22931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直線單箭頭接點 274"/>
            <p:cNvCxnSpPr/>
            <p:nvPr/>
          </p:nvCxnSpPr>
          <p:spPr>
            <a:xfrm flipV="1">
              <a:off x="5360089" y="4003183"/>
              <a:ext cx="612978" cy="265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直線單箭頭接點 275"/>
            <p:cNvCxnSpPr/>
            <p:nvPr/>
          </p:nvCxnSpPr>
          <p:spPr>
            <a:xfrm flipV="1">
              <a:off x="6241089" y="3996286"/>
              <a:ext cx="612978" cy="265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2" name="橢圓 271"/>
            <p:cNvSpPr/>
            <p:nvPr/>
          </p:nvSpPr>
          <p:spPr>
            <a:xfrm>
              <a:off x="5969188" y="3852712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</p:grpSp>
      <p:grpSp>
        <p:nvGrpSpPr>
          <p:cNvPr id="450" name="群組 449"/>
          <p:cNvGrpSpPr/>
          <p:nvPr/>
        </p:nvGrpSpPr>
        <p:grpSpPr>
          <a:xfrm rot="5400000">
            <a:off x="4364963" y="5545103"/>
            <a:ext cx="4224843" cy="1448427"/>
            <a:chOff x="1660188" y="5222258"/>
            <a:chExt cx="2816562" cy="965618"/>
          </a:xfrm>
        </p:grpSpPr>
        <p:sp>
          <p:nvSpPr>
            <p:cNvPr id="339" name="橢圓 338"/>
            <p:cNvSpPr/>
            <p:nvPr/>
          </p:nvSpPr>
          <p:spPr>
            <a:xfrm>
              <a:off x="3988727" y="5222258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340" name="橢圓 339"/>
            <p:cNvSpPr/>
            <p:nvPr/>
          </p:nvSpPr>
          <p:spPr>
            <a:xfrm>
              <a:off x="3988727" y="5635098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cxnSp>
          <p:nvCxnSpPr>
            <p:cNvPr id="350" name="直線單箭頭接點 349"/>
            <p:cNvCxnSpPr>
              <a:endCxn id="339" idx="2"/>
            </p:cNvCxnSpPr>
            <p:nvPr/>
          </p:nvCxnSpPr>
          <p:spPr>
            <a:xfrm flipV="1">
              <a:off x="3530097" y="5347733"/>
              <a:ext cx="458630" cy="38687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直線單箭頭接點 350"/>
            <p:cNvCxnSpPr>
              <a:endCxn id="340" idx="2"/>
            </p:cNvCxnSpPr>
            <p:nvPr/>
          </p:nvCxnSpPr>
          <p:spPr>
            <a:xfrm>
              <a:off x="3530097" y="5734612"/>
              <a:ext cx="458630" cy="2596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直線單箭頭接點 351"/>
            <p:cNvCxnSpPr>
              <a:endCxn id="339" idx="2"/>
            </p:cNvCxnSpPr>
            <p:nvPr/>
          </p:nvCxnSpPr>
          <p:spPr>
            <a:xfrm flipV="1">
              <a:off x="3530096" y="5347733"/>
              <a:ext cx="458631" cy="71688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直線單箭頭接點 352"/>
            <p:cNvCxnSpPr>
              <a:endCxn id="340" idx="2"/>
            </p:cNvCxnSpPr>
            <p:nvPr/>
          </p:nvCxnSpPr>
          <p:spPr>
            <a:xfrm flipV="1">
              <a:off x="3530097" y="5760573"/>
              <a:ext cx="458630" cy="31765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1" name="橢圓 360"/>
            <p:cNvSpPr/>
            <p:nvPr/>
          </p:nvSpPr>
          <p:spPr>
            <a:xfrm>
              <a:off x="3279148" y="5592054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362" name="橢圓 361"/>
            <p:cNvSpPr/>
            <p:nvPr/>
          </p:nvSpPr>
          <p:spPr>
            <a:xfrm>
              <a:off x="3279148" y="5935665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363" name="矩形 362"/>
            <p:cNvSpPr/>
            <p:nvPr/>
          </p:nvSpPr>
          <p:spPr>
            <a:xfrm>
              <a:off x="1660188" y="5679721"/>
              <a:ext cx="131064" cy="131064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364" name="矩形 363"/>
            <p:cNvSpPr/>
            <p:nvPr/>
          </p:nvSpPr>
          <p:spPr>
            <a:xfrm>
              <a:off x="1660188" y="6014055"/>
              <a:ext cx="131064" cy="131064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cxnSp>
          <p:nvCxnSpPr>
            <p:cNvPr id="365" name="直線單箭頭接點 364"/>
            <p:cNvCxnSpPr>
              <a:stCxn id="364" idx="3"/>
            </p:cNvCxnSpPr>
            <p:nvPr/>
          </p:nvCxnSpPr>
          <p:spPr>
            <a:xfrm flipV="1">
              <a:off x="1791252" y="6078223"/>
              <a:ext cx="619466" cy="136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直線單箭頭接點 365"/>
            <p:cNvCxnSpPr>
              <a:stCxn id="363" idx="3"/>
            </p:cNvCxnSpPr>
            <p:nvPr/>
          </p:nvCxnSpPr>
          <p:spPr>
            <a:xfrm>
              <a:off x="1791252" y="5745253"/>
              <a:ext cx="619466" cy="3329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直線單箭頭接點 366"/>
            <p:cNvCxnSpPr>
              <a:stCxn id="364" idx="3"/>
            </p:cNvCxnSpPr>
            <p:nvPr/>
          </p:nvCxnSpPr>
          <p:spPr>
            <a:xfrm flipV="1">
              <a:off x="1791252" y="5734612"/>
              <a:ext cx="619466" cy="34497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直線單箭頭接點 378"/>
            <p:cNvCxnSpPr/>
            <p:nvPr/>
          </p:nvCxnSpPr>
          <p:spPr>
            <a:xfrm flipV="1">
              <a:off x="2661666" y="6078223"/>
              <a:ext cx="619466" cy="136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直線單箭頭接點 379"/>
            <p:cNvCxnSpPr/>
            <p:nvPr/>
          </p:nvCxnSpPr>
          <p:spPr>
            <a:xfrm>
              <a:off x="2661666" y="5745253"/>
              <a:ext cx="619466" cy="3329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直線單箭頭接點 380"/>
            <p:cNvCxnSpPr/>
            <p:nvPr/>
          </p:nvCxnSpPr>
          <p:spPr>
            <a:xfrm flipV="1">
              <a:off x="2661666" y="5734612"/>
              <a:ext cx="619466" cy="34497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直線單箭頭接點 385"/>
            <p:cNvCxnSpPr/>
            <p:nvPr/>
          </p:nvCxnSpPr>
          <p:spPr>
            <a:xfrm>
              <a:off x="4247435" y="5353919"/>
              <a:ext cx="22931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直線單箭頭接點 386"/>
            <p:cNvCxnSpPr/>
            <p:nvPr/>
          </p:nvCxnSpPr>
          <p:spPr>
            <a:xfrm>
              <a:off x="4247435" y="5767715"/>
              <a:ext cx="22931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直線單箭頭接點 333"/>
            <p:cNvCxnSpPr/>
            <p:nvPr/>
          </p:nvCxnSpPr>
          <p:spPr>
            <a:xfrm flipV="1">
              <a:off x="1797739" y="5740862"/>
              <a:ext cx="612978" cy="265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直線單箭頭接點 334"/>
            <p:cNvCxnSpPr/>
            <p:nvPr/>
          </p:nvCxnSpPr>
          <p:spPr>
            <a:xfrm flipV="1">
              <a:off x="2678739" y="5733965"/>
              <a:ext cx="612978" cy="265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1" name="橢圓 330"/>
            <p:cNvSpPr/>
            <p:nvPr/>
          </p:nvSpPr>
          <p:spPr>
            <a:xfrm>
              <a:off x="2406838" y="5590391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332" name="橢圓 331"/>
            <p:cNvSpPr/>
            <p:nvPr/>
          </p:nvSpPr>
          <p:spPr>
            <a:xfrm>
              <a:off x="2405946" y="5936927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</p:grpSp>
      <p:sp>
        <p:nvSpPr>
          <p:cNvPr id="456" name="文字方塊 455"/>
          <p:cNvSpPr txBox="1"/>
          <p:nvPr/>
        </p:nvSpPr>
        <p:spPr>
          <a:xfrm>
            <a:off x="7612143" y="2702924"/>
            <a:ext cx="306371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testing data x</a:t>
            </a:r>
            <a:endParaRPr lang="zh-TW" altLang="en-US" sz="3600" baseline="-25000" dirty="0"/>
          </a:p>
        </p:txBody>
      </p:sp>
      <p:sp>
        <p:nvSpPr>
          <p:cNvPr id="139" name="矩形 138"/>
          <p:cNvSpPr/>
          <p:nvPr/>
        </p:nvSpPr>
        <p:spPr>
          <a:xfrm>
            <a:off x="2728263" y="2383544"/>
            <a:ext cx="4932045" cy="73723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200" b="1" i="1" u="sng" dirty="0"/>
              <a:t>Testing of Dropout</a:t>
            </a:r>
            <a:endParaRPr lang="en-US" altLang="zh-TW" sz="4200" dirty="0"/>
          </a:p>
        </p:txBody>
      </p:sp>
      <p:sp>
        <p:nvSpPr>
          <p:cNvPr id="140" name="文字方塊 139"/>
          <p:cNvSpPr txBox="1"/>
          <p:nvPr/>
        </p:nvSpPr>
        <p:spPr>
          <a:xfrm rot="5400000">
            <a:off x="9416445" y="5916866"/>
            <a:ext cx="1446409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……</a:t>
            </a:r>
            <a:endParaRPr lang="zh-TW" altLang="en-US" sz="4200" dirty="0"/>
          </a:p>
        </p:txBody>
      </p:sp>
      <p:sp>
        <p:nvSpPr>
          <p:cNvPr id="141" name="文字方塊 140"/>
          <p:cNvSpPr txBox="1"/>
          <p:nvPr/>
        </p:nvSpPr>
        <p:spPr>
          <a:xfrm>
            <a:off x="4600515" y="9351453"/>
            <a:ext cx="369158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average</a:t>
            </a:r>
            <a:endParaRPr lang="zh-TW" altLang="en-US" sz="3600" dirty="0"/>
          </a:p>
        </p:txBody>
      </p:sp>
      <p:cxnSp>
        <p:nvCxnSpPr>
          <p:cNvPr id="142" name="直線單箭頭接點 141"/>
          <p:cNvCxnSpPr/>
          <p:nvPr/>
        </p:nvCxnSpPr>
        <p:spPr>
          <a:xfrm flipH="1">
            <a:off x="4177790" y="3398369"/>
            <a:ext cx="3712512" cy="699527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線單箭頭接點 143"/>
          <p:cNvCxnSpPr/>
          <p:nvPr/>
        </p:nvCxnSpPr>
        <p:spPr>
          <a:xfrm flipH="1">
            <a:off x="6582338" y="3434022"/>
            <a:ext cx="1307966" cy="639863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線單箭頭接點 144"/>
          <p:cNvCxnSpPr/>
          <p:nvPr/>
        </p:nvCxnSpPr>
        <p:spPr>
          <a:xfrm>
            <a:off x="7852184" y="3434022"/>
            <a:ext cx="851883" cy="679701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文字方塊 150"/>
          <p:cNvSpPr txBox="1"/>
          <p:nvPr/>
        </p:nvSpPr>
        <p:spPr>
          <a:xfrm>
            <a:off x="3324375" y="8233334"/>
            <a:ext cx="113381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y</a:t>
            </a:r>
            <a:r>
              <a:rPr lang="en-US" altLang="zh-TW" sz="3600" baseline="-25000" dirty="0"/>
              <a:t>1</a:t>
            </a:r>
            <a:endParaRPr lang="zh-TW" altLang="en-US" sz="3600" baseline="-25000" dirty="0"/>
          </a:p>
        </p:txBody>
      </p:sp>
      <p:sp>
        <p:nvSpPr>
          <p:cNvPr id="152" name="文字方塊 151"/>
          <p:cNvSpPr txBox="1"/>
          <p:nvPr/>
        </p:nvSpPr>
        <p:spPr>
          <a:xfrm>
            <a:off x="6183773" y="8300784"/>
            <a:ext cx="113381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y</a:t>
            </a:r>
            <a:r>
              <a:rPr lang="en-US" altLang="zh-TW" sz="3600" baseline="-25000" dirty="0"/>
              <a:t>2</a:t>
            </a:r>
            <a:endParaRPr lang="zh-TW" altLang="en-US" sz="3600" baseline="-25000" dirty="0"/>
          </a:p>
        </p:txBody>
      </p:sp>
      <p:sp>
        <p:nvSpPr>
          <p:cNvPr id="153" name="文字方塊 152"/>
          <p:cNvSpPr txBox="1"/>
          <p:nvPr/>
        </p:nvSpPr>
        <p:spPr>
          <a:xfrm>
            <a:off x="8239106" y="8274107"/>
            <a:ext cx="113381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y</a:t>
            </a:r>
            <a:r>
              <a:rPr lang="en-US" altLang="zh-TW" sz="3600" baseline="-25000" dirty="0"/>
              <a:t>3</a:t>
            </a:r>
            <a:endParaRPr lang="zh-TW" altLang="en-US" sz="3600" baseline="-25000" dirty="0"/>
          </a:p>
        </p:txBody>
      </p:sp>
      <p:cxnSp>
        <p:nvCxnSpPr>
          <p:cNvPr id="154" name="直線單箭頭接點 153"/>
          <p:cNvCxnSpPr/>
          <p:nvPr/>
        </p:nvCxnSpPr>
        <p:spPr>
          <a:xfrm>
            <a:off x="4105121" y="8993282"/>
            <a:ext cx="1365326" cy="566972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直線單箭頭接點 154"/>
          <p:cNvCxnSpPr>
            <a:stCxn id="152" idx="2"/>
          </p:cNvCxnSpPr>
          <p:nvPr/>
        </p:nvCxnSpPr>
        <p:spPr>
          <a:xfrm flipH="1">
            <a:off x="12327927" y="13418597"/>
            <a:ext cx="84414" cy="529599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線單箭頭接點 155"/>
          <p:cNvCxnSpPr/>
          <p:nvPr/>
        </p:nvCxnSpPr>
        <p:spPr>
          <a:xfrm flipH="1">
            <a:off x="7412913" y="8964558"/>
            <a:ext cx="1250723" cy="595695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4" name="群組 163"/>
          <p:cNvGrpSpPr/>
          <p:nvPr/>
        </p:nvGrpSpPr>
        <p:grpSpPr>
          <a:xfrm rot="5400000">
            <a:off x="9671189" y="5319642"/>
            <a:ext cx="4339629" cy="2003178"/>
            <a:chOff x="7997554" y="1461721"/>
            <a:chExt cx="5723548" cy="2641997"/>
          </a:xfrm>
        </p:grpSpPr>
        <p:grpSp>
          <p:nvGrpSpPr>
            <p:cNvPr id="165" name="群組 164"/>
            <p:cNvGrpSpPr/>
            <p:nvPr/>
          </p:nvGrpSpPr>
          <p:grpSpPr>
            <a:xfrm>
              <a:off x="7997554" y="1461721"/>
              <a:ext cx="5723548" cy="2641997"/>
              <a:chOff x="1904899" y="2535995"/>
              <a:chExt cx="5723548" cy="2641997"/>
            </a:xfrm>
          </p:grpSpPr>
          <p:sp>
            <p:nvSpPr>
              <p:cNvPr id="169" name="橢圓 168"/>
              <p:cNvSpPr/>
              <p:nvPr/>
            </p:nvSpPr>
            <p:spPr>
              <a:xfrm>
                <a:off x="3430053" y="2570711"/>
                <a:ext cx="509954" cy="509954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170" name="橢圓 169"/>
              <p:cNvSpPr/>
              <p:nvPr/>
            </p:nvSpPr>
            <p:spPr>
              <a:xfrm>
                <a:off x="3430053" y="3271530"/>
                <a:ext cx="509954" cy="509954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 dirty="0"/>
              </a:p>
            </p:txBody>
          </p:sp>
          <p:sp>
            <p:nvSpPr>
              <p:cNvPr id="171" name="橢圓 170"/>
              <p:cNvSpPr/>
              <p:nvPr/>
            </p:nvSpPr>
            <p:spPr>
              <a:xfrm>
                <a:off x="3430053" y="3969784"/>
                <a:ext cx="509954" cy="509954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 dirty="0"/>
              </a:p>
            </p:txBody>
          </p:sp>
          <p:sp>
            <p:nvSpPr>
              <p:cNvPr id="172" name="橢圓 171"/>
              <p:cNvSpPr/>
              <p:nvPr/>
            </p:nvSpPr>
            <p:spPr>
              <a:xfrm>
                <a:off x="3430053" y="4668038"/>
                <a:ext cx="509954" cy="509954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 dirty="0"/>
              </a:p>
            </p:txBody>
          </p:sp>
          <p:sp>
            <p:nvSpPr>
              <p:cNvPr id="173" name="橢圓 172"/>
              <p:cNvSpPr/>
              <p:nvPr/>
            </p:nvSpPr>
            <p:spPr>
              <a:xfrm>
                <a:off x="6636734" y="3183605"/>
                <a:ext cx="509954" cy="509954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 dirty="0"/>
              </a:p>
            </p:txBody>
          </p:sp>
          <p:sp>
            <p:nvSpPr>
              <p:cNvPr id="174" name="橢圓 173"/>
              <p:cNvSpPr/>
              <p:nvPr/>
            </p:nvSpPr>
            <p:spPr>
              <a:xfrm>
                <a:off x="6636734" y="4022539"/>
                <a:ext cx="509954" cy="509954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 dirty="0"/>
              </a:p>
            </p:txBody>
          </p:sp>
          <p:sp>
            <p:nvSpPr>
              <p:cNvPr id="175" name="矩形 174"/>
              <p:cNvSpPr/>
              <p:nvPr/>
            </p:nvSpPr>
            <p:spPr>
              <a:xfrm>
                <a:off x="1904899" y="2670896"/>
                <a:ext cx="266335" cy="266335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cxnSp>
            <p:nvCxnSpPr>
              <p:cNvPr id="176" name="直線單箭頭接點 175"/>
              <p:cNvCxnSpPr>
                <a:stCxn id="175" idx="3"/>
                <a:endCxn id="169" idx="2"/>
              </p:cNvCxnSpPr>
              <p:nvPr/>
            </p:nvCxnSpPr>
            <p:spPr>
              <a:xfrm>
                <a:off x="2171234" y="2804064"/>
                <a:ext cx="1258819" cy="2162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直線單箭頭接點 176"/>
              <p:cNvCxnSpPr>
                <a:stCxn id="175" idx="3"/>
                <a:endCxn id="170" idx="2"/>
              </p:cNvCxnSpPr>
              <p:nvPr/>
            </p:nvCxnSpPr>
            <p:spPr>
              <a:xfrm>
                <a:off x="2171234" y="2804064"/>
                <a:ext cx="1258819" cy="72244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直線單箭頭接點 177"/>
              <p:cNvCxnSpPr>
                <a:stCxn id="175" idx="3"/>
                <a:endCxn id="171" idx="2"/>
              </p:cNvCxnSpPr>
              <p:nvPr/>
            </p:nvCxnSpPr>
            <p:spPr>
              <a:xfrm>
                <a:off x="2171234" y="2804064"/>
                <a:ext cx="1258819" cy="142069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直線單箭頭接點 178"/>
              <p:cNvCxnSpPr>
                <a:stCxn id="175" idx="3"/>
                <a:endCxn id="172" idx="2"/>
              </p:cNvCxnSpPr>
              <p:nvPr/>
            </p:nvCxnSpPr>
            <p:spPr>
              <a:xfrm>
                <a:off x="2171234" y="2804064"/>
                <a:ext cx="1258819" cy="211895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直線單箭頭接點 179"/>
              <p:cNvCxnSpPr>
                <a:endCxn id="173" idx="2"/>
              </p:cNvCxnSpPr>
              <p:nvPr/>
            </p:nvCxnSpPr>
            <p:spPr>
              <a:xfrm flipV="1">
                <a:off x="5704749" y="3438582"/>
                <a:ext cx="931985" cy="10641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直線單箭頭接點 180"/>
              <p:cNvCxnSpPr>
                <a:endCxn id="173" idx="2"/>
              </p:cNvCxnSpPr>
              <p:nvPr/>
            </p:nvCxnSpPr>
            <p:spPr>
              <a:xfrm>
                <a:off x="5704748" y="2781725"/>
                <a:ext cx="931986" cy="65685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直線單箭頭接點 181"/>
              <p:cNvCxnSpPr>
                <a:endCxn id="174" idx="2"/>
              </p:cNvCxnSpPr>
              <p:nvPr/>
            </p:nvCxnSpPr>
            <p:spPr>
              <a:xfrm>
                <a:off x="5704749" y="2825688"/>
                <a:ext cx="931985" cy="145182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直線單箭頭接點 182"/>
              <p:cNvCxnSpPr>
                <a:endCxn id="174" idx="2"/>
              </p:cNvCxnSpPr>
              <p:nvPr/>
            </p:nvCxnSpPr>
            <p:spPr>
              <a:xfrm>
                <a:off x="5704748" y="3580539"/>
                <a:ext cx="931986" cy="69697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直線單箭頭接點 183"/>
              <p:cNvCxnSpPr>
                <a:endCxn id="173" idx="2"/>
              </p:cNvCxnSpPr>
              <p:nvPr/>
            </p:nvCxnSpPr>
            <p:spPr>
              <a:xfrm flipV="1">
                <a:off x="5704749" y="3438582"/>
                <a:ext cx="931985" cy="78617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直線單箭頭接點 184"/>
              <p:cNvCxnSpPr>
                <a:endCxn id="174" idx="2"/>
              </p:cNvCxnSpPr>
              <p:nvPr/>
            </p:nvCxnSpPr>
            <p:spPr>
              <a:xfrm>
                <a:off x="5704749" y="4224761"/>
                <a:ext cx="931985" cy="52755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直線單箭頭接點 185"/>
              <p:cNvCxnSpPr>
                <a:endCxn id="173" idx="2"/>
              </p:cNvCxnSpPr>
              <p:nvPr/>
            </p:nvCxnSpPr>
            <p:spPr>
              <a:xfrm flipV="1">
                <a:off x="5704748" y="3438582"/>
                <a:ext cx="931986" cy="145677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直線單箭頭接點 186"/>
              <p:cNvCxnSpPr>
                <a:endCxn id="174" idx="2"/>
              </p:cNvCxnSpPr>
              <p:nvPr/>
            </p:nvCxnSpPr>
            <p:spPr>
              <a:xfrm flipV="1">
                <a:off x="5704749" y="4277516"/>
                <a:ext cx="931985" cy="64549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直線單箭頭接點 187"/>
              <p:cNvCxnSpPr>
                <a:stCxn id="192" idx="2"/>
                <a:endCxn id="169" idx="2"/>
              </p:cNvCxnSpPr>
              <p:nvPr/>
            </p:nvCxnSpPr>
            <p:spPr>
              <a:xfrm flipV="1">
                <a:off x="2038067" y="2825688"/>
                <a:ext cx="1391986" cy="79927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直線單箭頭接點 188"/>
              <p:cNvCxnSpPr>
                <a:stCxn id="192" idx="3"/>
                <a:endCxn id="170" idx="2"/>
              </p:cNvCxnSpPr>
              <p:nvPr/>
            </p:nvCxnSpPr>
            <p:spPr>
              <a:xfrm>
                <a:off x="2171234" y="3491791"/>
                <a:ext cx="1258819" cy="34716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直線單箭頭接點 189"/>
              <p:cNvCxnSpPr>
                <a:stCxn id="192" idx="3"/>
                <a:endCxn id="171" idx="2"/>
              </p:cNvCxnSpPr>
              <p:nvPr/>
            </p:nvCxnSpPr>
            <p:spPr>
              <a:xfrm>
                <a:off x="2171234" y="3491791"/>
                <a:ext cx="1258819" cy="73297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直線單箭頭接點 190"/>
              <p:cNvCxnSpPr>
                <a:stCxn id="192" idx="3"/>
                <a:endCxn id="172" idx="2"/>
              </p:cNvCxnSpPr>
              <p:nvPr/>
            </p:nvCxnSpPr>
            <p:spPr>
              <a:xfrm>
                <a:off x="2171234" y="3491791"/>
                <a:ext cx="1258819" cy="143122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2" name="矩形 191"/>
              <p:cNvSpPr/>
              <p:nvPr/>
            </p:nvSpPr>
            <p:spPr>
              <a:xfrm>
                <a:off x="1904899" y="3358623"/>
                <a:ext cx="266335" cy="266335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193" name="橢圓 192"/>
              <p:cNvSpPr/>
              <p:nvPr/>
            </p:nvSpPr>
            <p:spPr>
              <a:xfrm>
                <a:off x="5194794" y="2535995"/>
                <a:ext cx="509954" cy="509954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194" name="橢圓 193"/>
              <p:cNvSpPr/>
              <p:nvPr/>
            </p:nvSpPr>
            <p:spPr>
              <a:xfrm>
                <a:off x="5194794" y="3236814"/>
                <a:ext cx="509954" cy="509954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 dirty="0"/>
              </a:p>
            </p:txBody>
          </p:sp>
          <p:sp>
            <p:nvSpPr>
              <p:cNvPr id="195" name="橢圓 194"/>
              <p:cNvSpPr/>
              <p:nvPr/>
            </p:nvSpPr>
            <p:spPr>
              <a:xfrm>
                <a:off x="5194794" y="3935068"/>
                <a:ext cx="509954" cy="509954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 dirty="0"/>
              </a:p>
            </p:txBody>
          </p:sp>
          <p:sp>
            <p:nvSpPr>
              <p:cNvPr id="196" name="橢圓 195"/>
              <p:cNvSpPr/>
              <p:nvPr/>
            </p:nvSpPr>
            <p:spPr>
              <a:xfrm>
                <a:off x="5194794" y="4633322"/>
                <a:ext cx="509954" cy="509954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 dirty="0"/>
              </a:p>
            </p:txBody>
          </p:sp>
          <p:sp>
            <p:nvSpPr>
              <p:cNvPr id="197" name="矩形 196"/>
              <p:cNvSpPr/>
              <p:nvPr/>
            </p:nvSpPr>
            <p:spPr>
              <a:xfrm>
                <a:off x="1904899" y="4113217"/>
                <a:ext cx="266335" cy="266335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198" name="矩形 197"/>
              <p:cNvSpPr/>
              <p:nvPr/>
            </p:nvSpPr>
            <p:spPr>
              <a:xfrm>
                <a:off x="1904899" y="4792619"/>
                <a:ext cx="266335" cy="266335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cxnSp>
            <p:nvCxnSpPr>
              <p:cNvPr id="199" name="直線單箭頭接點 198"/>
              <p:cNvCxnSpPr>
                <a:stCxn id="198" idx="3"/>
                <a:endCxn id="172" idx="2"/>
              </p:cNvCxnSpPr>
              <p:nvPr/>
            </p:nvCxnSpPr>
            <p:spPr>
              <a:xfrm flipV="1">
                <a:off x="2171234" y="4923015"/>
                <a:ext cx="1258819" cy="2772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直線單箭頭接點 199"/>
              <p:cNvCxnSpPr>
                <a:stCxn id="197" idx="3"/>
                <a:endCxn id="172" idx="2"/>
              </p:cNvCxnSpPr>
              <p:nvPr/>
            </p:nvCxnSpPr>
            <p:spPr>
              <a:xfrm>
                <a:off x="2171234" y="4246385"/>
                <a:ext cx="1258819" cy="67663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" name="直線單箭頭接點 200"/>
              <p:cNvCxnSpPr>
                <a:stCxn id="198" idx="3"/>
                <a:endCxn id="171" idx="2"/>
              </p:cNvCxnSpPr>
              <p:nvPr/>
            </p:nvCxnSpPr>
            <p:spPr>
              <a:xfrm flipV="1">
                <a:off x="2171234" y="4224761"/>
                <a:ext cx="1258819" cy="701026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直線單箭頭接點 201"/>
              <p:cNvCxnSpPr>
                <a:stCxn id="198" idx="3"/>
                <a:endCxn id="170" idx="2"/>
              </p:cNvCxnSpPr>
              <p:nvPr/>
            </p:nvCxnSpPr>
            <p:spPr>
              <a:xfrm flipV="1">
                <a:off x="2171234" y="3526507"/>
                <a:ext cx="1258819" cy="139928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直線單箭頭接點 202"/>
              <p:cNvCxnSpPr>
                <a:stCxn id="198" idx="3"/>
                <a:endCxn id="169" idx="2"/>
              </p:cNvCxnSpPr>
              <p:nvPr/>
            </p:nvCxnSpPr>
            <p:spPr>
              <a:xfrm flipV="1">
                <a:off x="2171234" y="2825688"/>
                <a:ext cx="1258819" cy="210009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直線單箭頭接點 203"/>
              <p:cNvCxnSpPr>
                <a:stCxn id="197" idx="3"/>
                <a:endCxn id="170" idx="2"/>
              </p:cNvCxnSpPr>
              <p:nvPr/>
            </p:nvCxnSpPr>
            <p:spPr>
              <a:xfrm flipV="1">
                <a:off x="2171234" y="3526507"/>
                <a:ext cx="1258819" cy="71987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直線單箭頭接點 204"/>
              <p:cNvCxnSpPr>
                <a:stCxn id="197" idx="3"/>
                <a:endCxn id="169" idx="2"/>
              </p:cNvCxnSpPr>
              <p:nvPr/>
            </p:nvCxnSpPr>
            <p:spPr>
              <a:xfrm flipV="1">
                <a:off x="2171234" y="2825688"/>
                <a:ext cx="1258819" cy="142069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直線單箭頭接點 205"/>
              <p:cNvCxnSpPr/>
              <p:nvPr/>
            </p:nvCxnSpPr>
            <p:spPr>
              <a:xfrm>
                <a:off x="3940007" y="2804064"/>
                <a:ext cx="1258819" cy="2162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" name="直線單箭頭接點 206"/>
              <p:cNvCxnSpPr/>
              <p:nvPr/>
            </p:nvCxnSpPr>
            <p:spPr>
              <a:xfrm>
                <a:off x="3940007" y="2804064"/>
                <a:ext cx="1258819" cy="72244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直線單箭頭接點 207"/>
              <p:cNvCxnSpPr/>
              <p:nvPr/>
            </p:nvCxnSpPr>
            <p:spPr>
              <a:xfrm>
                <a:off x="3940007" y="2804064"/>
                <a:ext cx="1258819" cy="142069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" name="直線單箭頭接點 208"/>
              <p:cNvCxnSpPr/>
              <p:nvPr/>
            </p:nvCxnSpPr>
            <p:spPr>
              <a:xfrm>
                <a:off x="3940007" y="2804064"/>
                <a:ext cx="1258819" cy="211895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0" name="直線單箭頭接點 209"/>
              <p:cNvCxnSpPr/>
              <p:nvPr/>
            </p:nvCxnSpPr>
            <p:spPr>
              <a:xfrm>
                <a:off x="3940007" y="3491791"/>
                <a:ext cx="1258819" cy="34716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" name="直線單箭頭接點 210"/>
              <p:cNvCxnSpPr/>
              <p:nvPr/>
            </p:nvCxnSpPr>
            <p:spPr>
              <a:xfrm>
                <a:off x="3940007" y="3491791"/>
                <a:ext cx="1258819" cy="73297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" name="直線單箭頭接點 211"/>
              <p:cNvCxnSpPr/>
              <p:nvPr/>
            </p:nvCxnSpPr>
            <p:spPr>
              <a:xfrm>
                <a:off x="3940007" y="3491791"/>
                <a:ext cx="1258819" cy="143122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3" name="直線單箭頭接點 212"/>
              <p:cNvCxnSpPr/>
              <p:nvPr/>
            </p:nvCxnSpPr>
            <p:spPr>
              <a:xfrm flipV="1">
                <a:off x="3940007" y="4923015"/>
                <a:ext cx="1258819" cy="2772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4" name="直線單箭頭接點 213"/>
              <p:cNvCxnSpPr/>
              <p:nvPr/>
            </p:nvCxnSpPr>
            <p:spPr>
              <a:xfrm>
                <a:off x="3940007" y="4246385"/>
                <a:ext cx="1258819" cy="67663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" name="直線單箭頭接點 214"/>
              <p:cNvCxnSpPr/>
              <p:nvPr/>
            </p:nvCxnSpPr>
            <p:spPr>
              <a:xfrm flipV="1">
                <a:off x="3940007" y="4224761"/>
                <a:ext cx="1258819" cy="701026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6" name="直線單箭頭接點 215"/>
              <p:cNvCxnSpPr/>
              <p:nvPr/>
            </p:nvCxnSpPr>
            <p:spPr>
              <a:xfrm flipV="1">
                <a:off x="3940007" y="3526507"/>
                <a:ext cx="1258819" cy="139928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7" name="直線單箭頭接點 216"/>
              <p:cNvCxnSpPr/>
              <p:nvPr/>
            </p:nvCxnSpPr>
            <p:spPr>
              <a:xfrm flipV="1">
                <a:off x="3940007" y="2825688"/>
                <a:ext cx="1258819" cy="210009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" name="直線單箭頭接點 217"/>
              <p:cNvCxnSpPr/>
              <p:nvPr/>
            </p:nvCxnSpPr>
            <p:spPr>
              <a:xfrm flipV="1">
                <a:off x="3940007" y="3526507"/>
                <a:ext cx="1258819" cy="71987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" name="直線單箭頭接點 218"/>
              <p:cNvCxnSpPr/>
              <p:nvPr/>
            </p:nvCxnSpPr>
            <p:spPr>
              <a:xfrm flipV="1">
                <a:off x="3940007" y="2825688"/>
                <a:ext cx="1258819" cy="142069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直線單箭頭接點 219"/>
              <p:cNvCxnSpPr/>
              <p:nvPr/>
            </p:nvCxnSpPr>
            <p:spPr>
              <a:xfrm>
                <a:off x="7162454" y="3451153"/>
                <a:ext cx="465993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1" name="直線單箭頭接點 220"/>
              <p:cNvCxnSpPr/>
              <p:nvPr/>
            </p:nvCxnSpPr>
            <p:spPr>
              <a:xfrm>
                <a:off x="7162454" y="4292030"/>
                <a:ext cx="465993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66" name="直線單箭頭接點 165"/>
            <p:cNvCxnSpPr/>
            <p:nvPr/>
          </p:nvCxnSpPr>
          <p:spPr>
            <a:xfrm flipV="1">
              <a:off x="8277073" y="3163187"/>
              <a:ext cx="1245635" cy="539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直線單箭頭接點 166"/>
            <p:cNvCxnSpPr/>
            <p:nvPr/>
          </p:nvCxnSpPr>
          <p:spPr>
            <a:xfrm flipV="1">
              <a:off x="10067356" y="3149173"/>
              <a:ext cx="1245635" cy="539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直線單箭頭接點 167"/>
            <p:cNvCxnSpPr>
              <a:stCxn id="170" idx="6"/>
              <a:endCxn id="193" idx="2"/>
            </p:cNvCxnSpPr>
            <p:nvPr/>
          </p:nvCxnSpPr>
          <p:spPr>
            <a:xfrm flipV="1">
              <a:off x="10032662" y="1716698"/>
              <a:ext cx="1254787" cy="73553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文字方塊 29"/>
          <p:cNvSpPr txBox="1"/>
          <p:nvPr/>
        </p:nvSpPr>
        <p:spPr>
          <a:xfrm>
            <a:off x="13329995" y="5015732"/>
            <a:ext cx="1938599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All the weights multiply 1-p%</a:t>
            </a:r>
            <a:endParaRPr lang="zh-TW" altLang="en-US" sz="3600" dirty="0"/>
          </a:p>
        </p:txBody>
      </p:sp>
      <p:sp>
        <p:nvSpPr>
          <p:cNvPr id="38" name="文字方塊 37"/>
          <p:cNvSpPr txBox="1"/>
          <p:nvPr/>
        </p:nvSpPr>
        <p:spPr>
          <a:xfrm>
            <a:off x="9356177" y="9241709"/>
            <a:ext cx="140017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6000" b="1" dirty="0">
                <a:solidFill>
                  <a:srgbClr val="FF0000"/>
                </a:solidFill>
              </a:rPr>
              <a:t>≈</a:t>
            </a:r>
          </a:p>
        </p:txBody>
      </p:sp>
      <p:sp>
        <p:nvSpPr>
          <p:cNvPr id="226" name="文字方塊 225"/>
          <p:cNvSpPr txBox="1"/>
          <p:nvPr/>
        </p:nvSpPr>
        <p:spPr>
          <a:xfrm>
            <a:off x="11269131" y="9252170"/>
            <a:ext cx="1133816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y</a:t>
            </a:r>
            <a:endParaRPr lang="zh-TW" altLang="en-US" sz="4200" baseline="-25000" dirty="0"/>
          </a:p>
        </p:txBody>
      </p:sp>
      <p:cxnSp>
        <p:nvCxnSpPr>
          <p:cNvPr id="229" name="直線單箭頭接點 228"/>
          <p:cNvCxnSpPr/>
          <p:nvPr/>
        </p:nvCxnSpPr>
        <p:spPr>
          <a:xfrm>
            <a:off x="10524840" y="3404579"/>
            <a:ext cx="1304634" cy="67532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線單箭頭接點 229"/>
          <p:cNvCxnSpPr/>
          <p:nvPr/>
        </p:nvCxnSpPr>
        <p:spPr>
          <a:xfrm>
            <a:off x="11840031" y="8653431"/>
            <a:ext cx="0" cy="67970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/>
          <p:cNvSpPr txBox="1"/>
          <p:nvPr/>
        </p:nvSpPr>
        <p:spPr>
          <a:xfrm>
            <a:off x="9452685" y="8930517"/>
            <a:ext cx="130366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>
                <a:solidFill>
                  <a:srgbClr val="FF0000"/>
                </a:solidFill>
              </a:rPr>
              <a:t>?????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bldLvl="0" animBg="1"/>
      <p:bldP spid="30" grpId="0"/>
      <p:bldP spid="226" grpId="0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683970" y="296730"/>
            <a:ext cx="4932045" cy="73723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200" b="1" i="1" u="sng" dirty="0"/>
              <a:t>Testing of Dropout</a:t>
            </a:r>
            <a:endParaRPr lang="en-US" altLang="zh-TW" sz="4200" dirty="0"/>
          </a:p>
        </p:txBody>
      </p:sp>
      <p:grpSp>
        <p:nvGrpSpPr>
          <p:cNvPr id="91" name="群組 90"/>
          <p:cNvGrpSpPr/>
          <p:nvPr/>
        </p:nvGrpSpPr>
        <p:grpSpPr>
          <a:xfrm>
            <a:off x="3063461" y="1565585"/>
            <a:ext cx="3328716" cy="3355829"/>
            <a:chOff x="518307" y="1043723"/>
            <a:chExt cx="2219144" cy="2237219"/>
          </a:xfrm>
        </p:grpSpPr>
        <p:sp>
          <p:nvSpPr>
            <p:cNvPr id="23" name="橢圓 22"/>
            <p:cNvSpPr/>
            <p:nvPr/>
          </p:nvSpPr>
          <p:spPr>
            <a:xfrm>
              <a:off x="1297764" y="2216925"/>
              <a:ext cx="655982" cy="65598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cxnSp>
          <p:nvCxnSpPr>
            <p:cNvPr id="24" name="直線接點 23"/>
            <p:cNvCxnSpPr/>
            <p:nvPr/>
          </p:nvCxnSpPr>
          <p:spPr>
            <a:xfrm flipV="1">
              <a:off x="1429812" y="2348973"/>
              <a:ext cx="391886" cy="391886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直線單箭頭接點 24"/>
            <p:cNvCxnSpPr/>
            <p:nvPr/>
          </p:nvCxnSpPr>
          <p:spPr>
            <a:xfrm>
              <a:off x="1642506" y="2872907"/>
              <a:ext cx="0" cy="40803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字方塊 25"/>
            <p:cNvSpPr txBox="1"/>
            <p:nvPr/>
          </p:nvSpPr>
          <p:spPr>
            <a:xfrm>
              <a:off x="518307" y="1692459"/>
              <a:ext cx="667657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w</a:t>
              </a:r>
              <a:r>
                <a:rPr lang="en-US" altLang="zh-TW" sz="3600" baseline="-25000" dirty="0"/>
                <a:t>1</a:t>
              </a:r>
              <a:endParaRPr lang="zh-TW" altLang="en-US" sz="3600" baseline="-25000" dirty="0"/>
            </a:p>
          </p:txBody>
        </p:sp>
        <p:sp>
          <p:nvSpPr>
            <p:cNvPr id="27" name="文字方塊 26"/>
            <p:cNvSpPr txBox="1"/>
            <p:nvPr/>
          </p:nvSpPr>
          <p:spPr>
            <a:xfrm>
              <a:off x="2069794" y="1708985"/>
              <a:ext cx="667657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w</a:t>
              </a:r>
              <a:r>
                <a:rPr lang="en-US" altLang="zh-TW" sz="3600" baseline="-25000" dirty="0"/>
                <a:t>2</a:t>
              </a:r>
              <a:endParaRPr lang="zh-TW" altLang="en-US" sz="3600" baseline="-25000" dirty="0"/>
            </a:p>
          </p:txBody>
        </p:sp>
        <p:cxnSp>
          <p:nvCxnSpPr>
            <p:cNvPr id="28" name="直線單箭頭接點 27"/>
            <p:cNvCxnSpPr>
              <a:endCxn id="23" idx="1"/>
            </p:cNvCxnSpPr>
            <p:nvPr/>
          </p:nvCxnSpPr>
          <p:spPr>
            <a:xfrm>
              <a:off x="822832" y="1510481"/>
              <a:ext cx="570998" cy="80251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單箭頭接點 28"/>
            <p:cNvCxnSpPr>
              <a:endCxn id="23" idx="7"/>
            </p:cNvCxnSpPr>
            <p:nvPr/>
          </p:nvCxnSpPr>
          <p:spPr>
            <a:xfrm flipH="1">
              <a:off x="1857680" y="1510481"/>
              <a:ext cx="459544" cy="80251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矩形 53"/>
            <p:cNvSpPr/>
            <p:nvPr/>
          </p:nvSpPr>
          <p:spPr>
            <a:xfrm>
              <a:off x="630834" y="1043723"/>
              <a:ext cx="450000" cy="4500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600" dirty="0"/>
                <a:t>x</a:t>
              </a:r>
              <a:r>
                <a:rPr lang="en-US" altLang="zh-TW" sz="3600" baseline="-25000" dirty="0"/>
                <a:t>1</a:t>
              </a:r>
              <a:endParaRPr lang="zh-TW" altLang="en-US" sz="3600" baseline="-25000" dirty="0"/>
            </a:p>
          </p:txBody>
        </p:sp>
        <p:sp>
          <p:nvSpPr>
            <p:cNvPr id="55" name="矩形 54"/>
            <p:cNvSpPr/>
            <p:nvPr/>
          </p:nvSpPr>
          <p:spPr>
            <a:xfrm>
              <a:off x="2133061" y="1065495"/>
              <a:ext cx="450000" cy="4500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600" dirty="0"/>
                <a:t>x</a:t>
              </a:r>
              <a:r>
                <a:rPr lang="en-US" altLang="zh-TW" sz="3600" baseline="-25000" dirty="0"/>
                <a:t>2</a:t>
              </a:r>
              <a:endParaRPr lang="zh-TW" altLang="en-US" sz="3600" baseline="-25000" dirty="0"/>
            </a:p>
          </p:txBody>
        </p:sp>
      </p:grpSp>
      <p:grpSp>
        <p:nvGrpSpPr>
          <p:cNvPr id="92" name="群組 91"/>
          <p:cNvGrpSpPr/>
          <p:nvPr/>
        </p:nvGrpSpPr>
        <p:grpSpPr>
          <a:xfrm>
            <a:off x="6960180" y="1556478"/>
            <a:ext cx="3328716" cy="3364935"/>
            <a:chOff x="3116120" y="1037652"/>
            <a:chExt cx="2219144" cy="2243290"/>
          </a:xfrm>
        </p:grpSpPr>
        <p:sp>
          <p:nvSpPr>
            <p:cNvPr id="30" name="橢圓 29"/>
            <p:cNvSpPr/>
            <p:nvPr/>
          </p:nvSpPr>
          <p:spPr>
            <a:xfrm>
              <a:off x="3895577" y="2216925"/>
              <a:ext cx="655982" cy="65598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cxnSp>
          <p:nvCxnSpPr>
            <p:cNvPr id="31" name="直線接點 30"/>
            <p:cNvCxnSpPr/>
            <p:nvPr/>
          </p:nvCxnSpPr>
          <p:spPr>
            <a:xfrm flipV="1">
              <a:off x="4027625" y="2348973"/>
              <a:ext cx="391886" cy="391886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直線單箭頭接點 31"/>
            <p:cNvCxnSpPr/>
            <p:nvPr/>
          </p:nvCxnSpPr>
          <p:spPr>
            <a:xfrm>
              <a:off x="4240319" y="2872907"/>
              <a:ext cx="0" cy="40803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文字方塊 32"/>
            <p:cNvSpPr txBox="1"/>
            <p:nvPr/>
          </p:nvSpPr>
          <p:spPr>
            <a:xfrm>
              <a:off x="3116120" y="1692459"/>
              <a:ext cx="667657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w</a:t>
              </a:r>
              <a:r>
                <a:rPr lang="en-US" altLang="zh-TW" sz="3600" baseline="-25000" dirty="0"/>
                <a:t>1</a:t>
              </a:r>
              <a:endParaRPr lang="zh-TW" altLang="en-US" sz="3600" baseline="-25000" dirty="0"/>
            </a:p>
          </p:txBody>
        </p:sp>
        <p:sp>
          <p:nvSpPr>
            <p:cNvPr id="34" name="文字方塊 33"/>
            <p:cNvSpPr txBox="1"/>
            <p:nvPr/>
          </p:nvSpPr>
          <p:spPr>
            <a:xfrm>
              <a:off x="4667607" y="1708985"/>
              <a:ext cx="667657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w</a:t>
              </a:r>
              <a:r>
                <a:rPr lang="en-US" altLang="zh-TW" sz="3600" baseline="-25000" dirty="0"/>
                <a:t>2</a:t>
              </a:r>
              <a:endParaRPr lang="zh-TW" altLang="en-US" sz="3600" baseline="-25000" dirty="0"/>
            </a:p>
          </p:txBody>
        </p:sp>
        <p:cxnSp>
          <p:nvCxnSpPr>
            <p:cNvPr id="35" name="直線單箭頭接點 34"/>
            <p:cNvCxnSpPr>
              <a:endCxn id="30" idx="1"/>
            </p:cNvCxnSpPr>
            <p:nvPr/>
          </p:nvCxnSpPr>
          <p:spPr>
            <a:xfrm>
              <a:off x="3420645" y="1510481"/>
              <a:ext cx="570998" cy="80251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單箭頭接點 35"/>
            <p:cNvCxnSpPr>
              <a:endCxn id="30" idx="7"/>
            </p:cNvCxnSpPr>
            <p:nvPr/>
          </p:nvCxnSpPr>
          <p:spPr>
            <a:xfrm flipH="1">
              <a:off x="4455493" y="1510481"/>
              <a:ext cx="459544" cy="80251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矩形 55"/>
            <p:cNvSpPr/>
            <p:nvPr/>
          </p:nvSpPr>
          <p:spPr>
            <a:xfrm>
              <a:off x="3151006" y="1037652"/>
              <a:ext cx="450000" cy="4500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600" dirty="0"/>
                <a:t>x</a:t>
              </a:r>
              <a:r>
                <a:rPr lang="en-US" altLang="zh-TW" sz="3600" baseline="-25000" dirty="0"/>
                <a:t>1</a:t>
              </a:r>
              <a:endParaRPr lang="zh-TW" altLang="en-US" sz="3600" baseline="-25000" dirty="0"/>
            </a:p>
          </p:txBody>
        </p:sp>
        <p:sp>
          <p:nvSpPr>
            <p:cNvPr id="57" name="矩形 56"/>
            <p:cNvSpPr/>
            <p:nvPr/>
          </p:nvSpPr>
          <p:spPr>
            <a:xfrm>
              <a:off x="4653233" y="1059424"/>
              <a:ext cx="450000" cy="4500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600" dirty="0"/>
                <a:t>x</a:t>
              </a:r>
              <a:r>
                <a:rPr lang="en-US" altLang="zh-TW" sz="3600" baseline="-25000" dirty="0"/>
                <a:t>2</a:t>
              </a:r>
              <a:endParaRPr lang="zh-TW" altLang="en-US" sz="3600" baseline="-25000" dirty="0"/>
            </a:p>
          </p:txBody>
        </p:sp>
        <p:grpSp>
          <p:nvGrpSpPr>
            <p:cNvPr id="51" name="群組 50"/>
            <p:cNvGrpSpPr/>
            <p:nvPr/>
          </p:nvGrpSpPr>
          <p:grpSpPr>
            <a:xfrm>
              <a:off x="3183188" y="1085048"/>
              <a:ext cx="365326" cy="367349"/>
              <a:chOff x="-1866900" y="1906630"/>
              <a:chExt cx="365326" cy="367349"/>
            </a:xfrm>
          </p:grpSpPr>
          <p:cxnSp>
            <p:nvCxnSpPr>
              <p:cNvPr id="52" name="直線接點 51"/>
              <p:cNvCxnSpPr/>
              <p:nvPr/>
            </p:nvCxnSpPr>
            <p:spPr>
              <a:xfrm>
                <a:off x="-1866900" y="1906630"/>
                <a:ext cx="361950" cy="361950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線接點 52"/>
              <p:cNvCxnSpPr/>
              <p:nvPr/>
            </p:nvCxnSpPr>
            <p:spPr>
              <a:xfrm rot="5400000">
                <a:off x="-1863524" y="1912029"/>
                <a:ext cx="361950" cy="361950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3" name="群組 92"/>
          <p:cNvGrpSpPr/>
          <p:nvPr/>
        </p:nvGrpSpPr>
        <p:grpSpPr>
          <a:xfrm>
            <a:off x="3061008" y="5930631"/>
            <a:ext cx="3328716" cy="3188042"/>
            <a:chOff x="516672" y="3953754"/>
            <a:chExt cx="2219144" cy="2125361"/>
          </a:xfrm>
        </p:grpSpPr>
        <p:sp>
          <p:nvSpPr>
            <p:cNvPr id="37" name="橢圓 36"/>
            <p:cNvSpPr/>
            <p:nvPr/>
          </p:nvSpPr>
          <p:spPr>
            <a:xfrm>
              <a:off x="1296129" y="5015098"/>
              <a:ext cx="655982" cy="65598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cxnSp>
          <p:nvCxnSpPr>
            <p:cNvPr id="38" name="直線接點 37"/>
            <p:cNvCxnSpPr/>
            <p:nvPr/>
          </p:nvCxnSpPr>
          <p:spPr>
            <a:xfrm flipV="1">
              <a:off x="1428177" y="5147146"/>
              <a:ext cx="391886" cy="391886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直線單箭頭接點 38"/>
            <p:cNvCxnSpPr/>
            <p:nvPr/>
          </p:nvCxnSpPr>
          <p:spPr>
            <a:xfrm>
              <a:off x="1640871" y="5671080"/>
              <a:ext cx="0" cy="40803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文字方塊 39"/>
            <p:cNvSpPr txBox="1"/>
            <p:nvPr/>
          </p:nvSpPr>
          <p:spPr>
            <a:xfrm>
              <a:off x="516672" y="4490632"/>
              <a:ext cx="667657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w</a:t>
              </a:r>
              <a:r>
                <a:rPr lang="en-US" altLang="zh-TW" sz="3600" baseline="-25000" dirty="0"/>
                <a:t>1</a:t>
              </a:r>
              <a:endParaRPr lang="zh-TW" altLang="en-US" sz="3600" baseline="-25000" dirty="0"/>
            </a:p>
          </p:txBody>
        </p:sp>
        <p:sp>
          <p:nvSpPr>
            <p:cNvPr id="41" name="文字方塊 40"/>
            <p:cNvSpPr txBox="1"/>
            <p:nvPr/>
          </p:nvSpPr>
          <p:spPr>
            <a:xfrm>
              <a:off x="2068159" y="4507158"/>
              <a:ext cx="667657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w</a:t>
              </a:r>
              <a:r>
                <a:rPr lang="en-US" altLang="zh-TW" sz="3600" baseline="-25000" dirty="0"/>
                <a:t>2</a:t>
              </a:r>
              <a:endParaRPr lang="zh-TW" altLang="en-US" sz="3600" baseline="-25000" dirty="0"/>
            </a:p>
          </p:txBody>
        </p:sp>
        <p:cxnSp>
          <p:nvCxnSpPr>
            <p:cNvPr id="42" name="直線單箭頭接點 41"/>
            <p:cNvCxnSpPr>
              <a:endCxn id="37" idx="1"/>
            </p:cNvCxnSpPr>
            <p:nvPr/>
          </p:nvCxnSpPr>
          <p:spPr>
            <a:xfrm>
              <a:off x="821197" y="4308654"/>
              <a:ext cx="570998" cy="80251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線單箭頭接點 42"/>
            <p:cNvCxnSpPr>
              <a:endCxn id="37" idx="7"/>
            </p:cNvCxnSpPr>
            <p:nvPr/>
          </p:nvCxnSpPr>
          <p:spPr>
            <a:xfrm flipH="1">
              <a:off x="1856045" y="4308654"/>
              <a:ext cx="459544" cy="80251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矩形 57"/>
            <p:cNvSpPr/>
            <p:nvPr/>
          </p:nvSpPr>
          <p:spPr>
            <a:xfrm>
              <a:off x="625354" y="3953754"/>
              <a:ext cx="450000" cy="4500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600" dirty="0"/>
                <a:t>x</a:t>
              </a:r>
              <a:r>
                <a:rPr lang="en-US" altLang="zh-TW" sz="3600" baseline="-25000" dirty="0"/>
                <a:t>1</a:t>
              </a:r>
              <a:endParaRPr lang="zh-TW" altLang="en-US" sz="3600" baseline="-25000" dirty="0"/>
            </a:p>
          </p:txBody>
        </p:sp>
        <p:sp>
          <p:nvSpPr>
            <p:cNvPr id="59" name="矩形 58"/>
            <p:cNvSpPr/>
            <p:nvPr/>
          </p:nvSpPr>
          <p:spPr>
            <a:xfrm>
              <a:off x="2127581" y="3975526"/>
              <a:ext cx="450000" cy="4500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600" dirty="0"/>
                <a:t>x</a:t>
              </a:r>
              <a:r>
                <a:rPr lang="en-US" altLang="zh-TW" sz="3600" baseline="-25000" dirty="0"/>
                <a:t>2</a:t>
              </a:r>
              <a:endParaRPr lang="zh-TW" altLang="en-US" sz="3600" baseline="-25000" dirty="0"/>
            </a:p>
          </p:txBody>
        </p:sp>
        <p:grpSp>
          <p:nvGrpSpPr>
            <p:cNvPr id="62" name="群組 61"/>
            <p:cNvGrpSpPr/>
            <p:nvPr/>
          </p:nvGrpSpPr>
          <p:grpSpPr>
            <a:xfrm>
              <a:off x="2160376" y="4016851"/>
              <a:ext cx="365326" cy="367349"/>
              <a:chOff x="-1866900" y="1906630"/>
              <a:chExt cx="365326" cy="367349"/>
            </a:xfrm>
          </p:grpSpPr>
          <p:cxnSp>
            <p:nvCxnSpPr>
              <p:cNvPr id="63" name="直線接點 62"/>
              <p:cNvCxnSpPr/>
              <p:nvPr/>
            </p:nvCxnSpPr>
            <p:spPr>
              <a:xfrm>
                <a:off x="-1866900" y="1906630"/>
                <a:ext cx="361950" cy="361950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線接點 63"/>
              <p:cNvCxnSpPr/>
              <p:nvPr/>
            </p:nvCxnSpPr>
            <p:spPr>
              <a:xfrm rot="5400000">
                <a:off x="-1863524" y="1912029"/>
                <a:ext cx="361950" cy="361950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4" name="群組 93"/>
          <p:cNvGrpSpPr/>
          <p:nvPr/>
        </p:nvGrpSpPr>
        <p:grpSpPr>
          <a:xfrm>
            <a:off x="6960180" y="5949857"/>
            <a:ext cx="3328716" cy="3168816"/>
            <a:chOff x="3116120" y="3966571"/>
            <a:chExt cx="2219144" cy="2112544"/>
          </a:xfrm>
        </p:grpSpPr>
        <p:sp>
          <p:nvSpPr>
            <p:cNvPr id="44" name="橢圓 43"/>
            <p:cNvSpPr/>
            <p:nvPr/>
          </p:nvSpPr>
          <p:spPr>
            <a:xfrm>
              <a:off x="3895577" y="5015098"/>
              <a:ext cx="655982" cy="65598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cxnSp>
          <p:nvCxnSpPr>
            <p:cNvPr id="45" name="直線接點 44"/>
            <p:cNvCxnSpPr/>
            <p:nvPr/>
          </p:nvCxnSpPr>
          <p:spPr>
            <a:xfrm flipV="1">
              <a:off x="4027625" y="5147146"/>
              <a:ext cx="391886" cy="391886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直線單箭頭接點 45"/>
            <p:cNvCxnSpPr/>
            <p:nvPr/>
          </p:nvCxnSpPr>
          <p:spPr>
            <a:xfrm>
              <a:off x="4240319" y="5671080"/>
              <a:ext cx="0" cy="40803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文字方塊 46"/>
            <p:cNvSpPr txBox="1"/>
            <p:nvPr/>
          </p:nvSpPr>
          <p:spPr>
            <a:xfrm>
              <a:off x="3116120" y="4490632"/>
              <a:ext cx="667657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w</a:t>
              </a:r>
              <a:r>
                <a:rPr lang="en-US" altLang="zh-TW" sz="3600" baseline="-25000" dirty="0"/>
                <a:t>1</a:t>
              </a:r>
              <a:endParaRPr lang="zh-TW" altLang="en-US" sz="3600" baseline="-25000" dirty="0"/>
            </a:p>
          </p:txBody>
        </p:sp>
        <p:sp>
          <p:nvSpPr>
            <p:cNvPr id="48" name="文字方塊 47"/>
            <p:cNvSpPr txBox="1"/>
            <p:nvPr/>
          </p:nvSpPr>
          <p:spPr>
            <a:xfrm>
              <a:off x="4667607" y="4507158"/>
              <a:ext cx="667657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w</a:t>
              </a:r>
              <a:r>
                <a:rPr lang="en-US" altLang="zh-TW" sz="3600" baseline="-25000" dirty="0"/>
                <a:t>2</a:t>
              </a:r>
              <a:endParaRPr lang="zh-TW" altLang="en-US" sz="3600" baseline="-25000" dirty="0"/>
            </a:p>
          </p:txBody>
        </p:sp>
        <p:cxnSp>
          <p:nvCxnSpPr>
            <p:cNvPr id="49" name="直線單箭頭接點 48"/>
            <p:cNvCxnSpPr>
              <a:endCxn id="44" idx="1"/>
            </p:cNvCxnSpPr>
            <p:nvPr/>
          </p:nvCxnSpPr>
          <p:spPr>
            <a:xfrm>
              <a:off x="3420645" y="4308654"/>
              <a:ext cx="570998" cy="80251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線單箭頭接點 49"/>
            <p:cNvCxnSpPr>
              <a:endCxn id="44" idx="7"/>
            </p:cNvCxnSpPr>
            <p:nvPr/>
          </p:nvCxnSpPr>
          <p:spPr>
            <a:xfrm flipH="1">
              <a:off x="4455493" y="4308654"/>
              <a:ext cx="459544" cy="80251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矩形 59"/>
            <p:cNvSpPr/>
            <p:nvPr/>
          </p:nvSpPr>
          <p:spPr>
            <a:xfrm>
              <a:off x="3249189" y="3966571"/>
              <a:ext cx="450000" cy="4500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600" dirty="0"/>
                <a:t>x</a:t>
              </a:r>
              <a:r>
                <a:rPr lang="en-US" altLang="zh-TW" sz="3600" baseline="-25000" dirty="0"/>
                <a:t>1</a:t>
              </a:r>
              <a:endParaRPr lang="zh-TW" altLang="en-US" sz="3600" baseline="-25000" dirty="0"/>
            </a:p>
          </p:txBody>
        </p:sp>
        <p:sp>
          <p:nvSpPr>
            <p:cNvPr id="61" name="矩形 60"/>
            <p:cNvSpPr/>
            <p:nvPr/>
          </p:nvSpPr>
          <p:spPr>
            <a:xfrm>
              <a:off x="4751416" y="3988343"/>
              <a:ext cx="450000" cy="4500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600" dirty="0"/>
                <a:t>x</a:t>
              </a:r>
              <a:r>
                <a:rPr lang="en-US" altLang="zh-TW" sz="3600" baseline="-25000" dirty="0"/>
                <a:t>2</a:t>
              </a:r>
              <a:endParaRPr lang="zh-TW" altLang="en-US" sz="3600" baseline="-25000" dirty="0"/>
            </a:p>
          </p:txBody>
        </p:sp>
        <p:grpSp>
          <p:nvGrpSpPr>
            <p:cNvPr id="65" name="群組 64"/>
            <p:cNvGrpSpPr/>
            <p:nvPr/>
          </p:nvGrpSpPr>
          <p:grpSpPr>
            <a:xfrm>
              <a:off x="3287458" y="4011452"/>
              <a:ext cx="365326" cy="367349"/>
              <a:chOff x="-1866900" y="1906630"/>
              <a:chExt cx="365326" cy="367349"/>
            </a:xfrm>
          </p:grpSpPr>
          <p:cxnSp>
            <p:nvCxnSpPr>
              <p:cNvPr id="66" name="直線接點 65"/>
              <p:cNvCxnSpPr/>
              <p:nvPr/>
            </p:nvCxnSpPr>
            <p:spPr>
              <a:xfrm>
                <a:off x="-1866900" y="1906630"/>
                <a:ext cx="361950" cy="361950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線接點 66"/>
              <p:cNvCxnSpPr/>
              <p:nvPr/>
            </p:nvCxnSpPr>
            <p:spPr>
              <a:xfrm rot="5400000">
                <a:off x="-1863524" y="1912029"/>
                <a:ext cx="361950" cy="361950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群組 67"/>
            <p:cNvGrpSpPr/>
            <p:nvPr/>
          </p:nvGrpSpPr>
          <p:grpSpPr>
            <a:xfrm>
              <a:off x="4829126" y="4065141"/>
              <a:ext cx="365326" cy="367349"/>
              <a:chOff x="-1866900" y="1906630"/>
              <a:chExt cx="365326" cy="367349"/>
            </a:xfrm>
          </p:grpSpPr>
          <p:cxnSp>
            <p:nvCxnSpPr>
              <p:cNvPr id="69" name="直線接點 68"/>
              <p:cNvCxnSpPr/>
              <p:nvPr/>
            </p:nvCxnSpPr>
            <p:spPr>
              <a:xfrm>
                <a:off x="-1866900" y="1906630"/>
                <a:ext cx="361950" cy="361950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直線接點 69"/>
              <p:cNvCxnSpPr/>
              <p:nvPr/>
            </p:nvCxnSpPr>
            <p:spPr>
              <a:xfrm rot="5400000">
                <a:off x="-1863524" y="1912029"/>
                <a:ext cx="361950" cy="361950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1" name="文字方塊 70"/>
          <p:cNvSpPr txBox="1"/>
          <p:nvPr/>
        </p:nvSpPr>
        <p:spPr>
          <a:xfrm>
            <a:off x="3061008" y="4846557"/>
            <a:ext cx="337259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z=w</a:t>
            </a:r>
            <a:r>
              <a:rPr lang="en-US" altLang="zh-TW" sz="3600" baseline="-25000" dirty="0"/>
              <a:t>1</a:t>
            </a:r>
            <a:r>
              <a:rPr lang="en-US" altLang="zh-TW" sz="3600" dirty="0"/>
              <a:t>x</a:t>
            </a:r>
            <a:r>
              <a:rPr lang="en-US" altLang="zh-TW" sz="3600" baseline="-25000" dirty="0"/>
              <a:t>1</a:t>
            </a:r>
            <a:r>
              <a:rPr lang="en-US" altLang="zh-TW" sz="3600" dirty="0"/>
              <a:t>+w</a:t>
            </a:r>
            <a:r>
              <a:rPr lang="en-US" altLang="zh-TW" sz="3600" baseline="-25000" dirty="0"/>
              <a:t>2</a:t>
            </a:r>
            <a:r>
              <a:rPr lang="en-US" altLang="zh-TW" sz="3600" dirty="0"/>
              <a:t>x</a:t>
            </a:r>
            <a:r>
              <a:rPr lang="en-US" altLang="zh-TW" sz="3600" baseline="-25000" dirty="0"/>
              <a:t>2</a:t>
            </a:r>
            <a:endParaRPr lang="zh-TW" altLang="en-US" sz="3600" baseline="-25000" dirty="0"/>
          </a:p>
        </p:txBody>
      </p:sp>
      <p:sp>
        <p:nvSpPr>
          <p:cNvPr id="72" name="文字方塊 71"/>
          <p:cNvSpPr txBox="1"/>
          <p:nvPr/>
        </p:nvSpPr>
        <p:spPr>
          <a:xfrm>
            <a:off x="6916301" y="4850048"/>
            <a:ext cx="337259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z=w</a:t>
            </a:r>
            <a:r>
              <a:rPr lang="en-US" altLang="zh-TW" sz="3600" baseline="-25000" dirty="0"/>
              <a:t>2</a:t>
            </a:r>
            <a:r>
              <a:rPr lang="en-US" altLang="zh-TW" sz="3600" dirty="0"/>
              <a:t>x</a:t>
            </a:r>
            <a:r>
              <a:rPr lang="en-US" altLang="zh-TW" sz="3600" baseline="-25000" dirty="0"/>
              <a:t>2</a:t>
            </a:r>
            <a:endParaRPr lang="zh-TW" altLang="en-US" sz="3600" baseline="-25000" dirty="0"/>
          </a:p>
        </p:txBody>
      </p:sp>
      <p:sp>
        <p:nvSpPr>
          <p:cNvPr id="73" name="文字方塊 72"/>
          <p:cNvSpPr txBox="1"/>
          <p:nvPr/>
        </p:nvSpPr>
        <p:spPr>
          <a:xfrm>
            <a:off x="3035882" y="9065789"/>
            <a:ext cx="337259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z=w</a:t>
            </a:r>
            <a:r>
              <a:rPr lang="en-US" altLang="zh-TW" sz="3600" baseline="-25000" dirty="0"/>
              <a:t>1</a:t>
            </a:r>
            <a:r>
              <a:rPr lang="en-US" altLang="zh-TW" sz="3600" dirty="0"/>
              <a:t>x</a:t>
            </a:r>
            <a:r>
              <a:rPr lang="en-US" altLang="zh-TW" sz="3600" baseline="-25000" dirty="0"/>
              <a:t>1</a:t>
            </a:r>
            <a:endParaRPr lang="zh-TW" altLang="en-US" sz="3600" baseline="-25000" dirty="0"/>
          </a:p>
        </p:txBody>
      </p:sp>
      <p:sp>
        <p:nvSpPr>
          <p:cNvPr id="74" name="文字方塊 73"/>
          <p:cNvSpPr txBox="1"/>
          <p:nvPr/>
        </p:nvSpPr>
        <p:spPr>
          <a:xfrm>
            <a:off x="6960180" y="9125424"/>
            <a:ext cx="337259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z=0</a:t>
            </a:r>
            <a:endParaRPr lang="zh-TW" altLang="en-US" sz="3600" baseline="-25000" dirty="0"/>
          </a:p>
        </p:txBody>
      </p:sp>
      <p:sp>
        <p:nvSpPr>
          <p:cNvPr id="75" name="橢圓 74"/>
          <p:cNvSpPr/>
          <p:nvPr/>
        </p:nvSpPr>
        <p:spPr>
          <a:xfrm>
            <a:off x="12763748" y="7318557"/>
            <a:ext cx="983973" cy="98397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76" name="直線接點 75"/>
          <p:cNvCxnSpPr/>
          <p:nvPr/>
        </p:nvCxnSpPr>
        <p:spPr>
          <a:xfrm flipV="1">
            <a:off x="12961820" y="7516629"/>
            <a:ext cx="587829" cy="587829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7" name="直線單箭頭接點 76"/>
          <p:cNvCxnSpPr/>
          <p:nvPr/>
        </p:nvCxnSpPr>
        <p:spPr>
          <a:xfrm>
            <a:off x="13280861" y="8302530"/>
            <a:ext cx="0" cy="61205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矩形 77"/>
          <p:cNvSpPr/>
          <p:nvPr/>
        </p:nvSpPr>
        <p:spPr>
          <a:xfrm>
            <a:off x="11718720" y="5551233"/>
            <a:ext cx="675000" cy="675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-25000" dirty="0"/>
              <a:t>1</a:t>
            </a:r>
            <a:endParaRPr lang="zh-TW" altLang="en-US" sz="3600" baseline="-25000" dirty="0"/>
          </a:p>
        </p:txBody>
      </p:sp>
      <p:sp>
        <p:nvSpPr>
          <p:cNvPr id="79" name="矩形 78"/>
          <p:cNvSpPr/>
          <p:nvPr/>
        </p:nvSpPr>
        <p:spPr>
          <a:xfrm>
            <a:off x="13972061" y="5583891"/>
            <a:ext cx="675000" cy="675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-25000" dirty="0"/>
              <a:t>2</a:t>
            </a:r>
            <a:endParaRPr lang="zh-TW" altLang="en-US" sz="3600" baseline="-25000" dirty="0"/>
          </a:p>
        </p:txBody>
      </p:sp>
      <p:sp>
        <p:nvSpPr>
          <p:cNvPr id="80" name="文字方塊 79"/>
          <p:cNvSpPr txBox="1"/>
          <p:nvPr/>
        </p:nvSpPr>
        <p:spPr>
          <a:xfrm>
            <a:off x="11594562" y="6531858"/>
            <a:ext cx="100148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w</a:t>
            </a:r>
            <a:r>
              <a:rPr lang="en-US" altLang="zh-TW" sz="3600" baseline="-25000" dirty="0"/>
              <a:t>1</a:t>
            </a:r>
            <a:endParaRPr lang="zh-TW" altLang="en-US" sz="3600" baseline="-25000" dirty="0"/>
          </a:p>
        </p:txBody>
      </p:sp>
      <p:sp>
        <p:nvSpPr>
          <p:cNvPr id="81" name="文字方塊 80"/>
          <p:cNvSpPr txBox="1"/>
          <p:nvPr/>
        </p:nvSpPr>
        <p:spPr>
          <a:xfrm>
            <a:off x="14282207" y="6586464"/>
            <a:ext cx="100148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w</a:t>
            </a:r>
            <a:r>
              <a:rPr lang="en-US" altLang="zh-TW" sz="3600" baseline="-25000" dirty="0"/>
              <a:t>2</a:t>
            </a:r>
            <a:endParaRPr lang="zh-TW" altLang="en-US" sz="3600" baseline="-25000" dirty="0"/>
          </a:p>
        </p:txBody>
      </p:sp>
      <p:cxnSp>
        <p:nvCxnSpPr>
          <p:cNvPr id="83" name="直線單箭頭接點 82"/>
          <p:cNvCxnSpPr>
            <a:endCxn id="75" idx="1"/>
          </p:cNvCxnSpPr>
          <p:nvPr/>
        </p:nvCxnSpPr>
        <p:spPr>
          <a:xfrm>
            <a:off x="12051350" y="6258891"/>
            <a:ext cx="856497" cy="12037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單箭頭接點 83"/>
          <p:cNvCxnSpPr>
            <a:endCxn id="75" idx="7"/>
          </p:cNvCxnSpPr>
          <p:nvPr/>
        </p:nvCxnSpPr>
        <p:spPr>
          <a:xfrm flipH="1">
            <a:off x="13603622" y="6258891"/>
            <a:ext cx="689316" cy="12037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文字方塊 84"/>
              <p:cNvSpPr txBox="1"/>
              <p:nvPr/>
            </p:nvSpPr>
            <p:spPr>
              <a:xfrm>
                <a:off x="11474355" y="6351709"/>
                <a:ext cx="305435" cy="10280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3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TW" altLang="en-US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5" name="文字方塊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74355" y="6351709"/>
                <a:ext cx="305435" cy="1028065"/>
              </a:xfrm>
              <a:prstGeom prst="rect">
                <a:avLst/>
              </a:prstGeom>
              <a:blipFill rotWithShape="1">
                <a:blip r:embed="rId3"/>
                <a:stretch>
                  <a:fillRect l="-177" t="-43" r="-24563" b="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文字方塊 85"/>
              <p:cNvSpPr txBox="1"/>
              <p:nvPr/>
            </p:nvSpPr>
            <p:spPr>
              <a:xfrm>
                <a:off x="14144858" y="6414108"/>
                <a:ext cx="305435" cy="10280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3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TW" altLang="en-US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6" name="文字方塊 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44858" y="6414108"/>
                <a:ext cx="305435" cy="1028065"/>
              </a:xfrm>
              <a:prstGeom prst="rect">
                <a:avLst/>
              </a:prstGeom>
              <a:blipFill rotWithShape="1">
                <a:blip r:embed="rId3"/>
                <a:stretch>
                  <a:fillRect l="-76" t="-59" r="-24664" b="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0" name="群組 89"/>
          <p:cNvGrpSpPr/>
          <p:nvPr/>
        </p:nvGrpSpPr>
        <p:grpSpPr>
          <a:xfrm>
            <a:off x="11431262" y="433364"/>
            <a:ext cx="3648945" cy="4310654"/>
            <a:chOff x="6096841" y="288909"/>
            <a:chExt cx="2432630" cy="2873769"/>
          </a:xfrm>
        </p:grpSpPr>
        <p:grpSp>
          <p:nvGrpSpPr>
            <p:cNvPr id="87" name="群組 86"/>
            <p:cNvGrpSpPr/>
            <p:nvPr/>
          </p:nvGrpSpPr>
          <p:grpSpPr>
            <a:xfrm>
              <a:off x="6205708" y="468942"/>
              <a:ext cx="2248397" cy="2573555"/>
              <a:chOff x="6310492" y="287501"/>
              <a:chExt cx="2248397" cy="2573555"/>
            </a:xfrm>
          </p:grpSpPr>
          <p:sp>
            <p:nvSpPr>
              <p:cNvPr id="6" name="橢圓 5"/>
              <p:cNvSpPr/>
              <p:nvPr/>
            </p:nvSpPr>
            <p:spPr>
              <a:xfrm>
                <a:off x="7089949" y="1465717"/>
                <a:ext cx="655982" cy="65598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 dirty="0"/>
              </a:p>
            </p:txBody>
          </p:sp>
          <p:cxnSp>
            <p:nvCxnSpPr>
              <p:cNvPr id="10" name="直線接點 9"/>
              <p:cNvCxnSpPr/>
              <p:nvPr/>
            </p:nvCxnSpPr>
            <p:spPr>
              <a:xfrm flipV="1">
                <a:off x="7221997" y="1597765"/>
                <a:ext cx="391886" cy="391886"/>
              </a:xfrm>
              <a:prstGeom prst="line">
                <a:avLst/>
              </a:prstGeom>
              <a:ln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直線單箭頭接點 11"/>
              <p:cNvCxnSpPr/>
              <p:nvPr/>
            </p:nvCxnSpPr>
            <p:spPr>
              <a:xfrm>
                <a:off x="7434691" y="2121699"/>
                <a:ext cx="0" cy="408035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矩形 12"/>
              <p:cNvSpPr/>
              <p:nvPr/>
            </p:nvSpPr>
            <p:spPr>
              <a:xfrm>
                <a:off x="6393264" y="287501"/>
                <a:ext cx="450000" cy="45000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3600" dirty="0"/>
                  <a:t>x</a:t>
                </a:r>
                <a:r>
                  <a:rPr lang="en-US" altLang="zh-TW" sz="3600" baseline="-25000" dirty="0"/>
                  <a:t>1</a:t>
                </a:r>
                <a:endParaRPr lang="zh-TW" altLang="en-US" sz="3600" baseline="-25000" dirty="0"/>
              </a:p>
            </p:txBody>
          </p:sp>
          <p:sp>
            <p:nvSpPr>
              <p:cNvPr id="14" name="矩形 13"/>
              <p:cNvSpPr/>
              <p:nvPr/>
            </p:nvSpPr>
            <p:spPr>
              <a:xfrm>
                <a:off x="7895491" y="309273"/>
                <a:ext cx="450000" cy="45000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3600" dirty="0"/>
                  <a:t>x</a:t>
                </a:r>
                <a:r>
                  <a:rPr lang="en-US" altLang="zh-TW" sz="3600" baseline="-25000" dirty="0"/>
                  <a:t>2</a:t>
                </a:r>
                <a:endParaRPr lang="zh-TW" altLang="en-US" sz="3600" baseline="-25000" dirty="0"/>
              </a:p>
            </p:txBody>
          </p:sp>
          <p:sp>
            <p:nvSpPr>
              <p:cNvPr id="15" name="文字方塊 14"/>
              <p:cNvSpPr txBox="1"/>
              <p:nvPr/>
            </p:nvSpPr>
            <p:spPr>
              <a:xfrm>
                <a:off x="6310492" y="941251"/>
                <a:ext cx="667657" cy="430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3600" dirty="0"/>
                  <a:t>w</a:t>
                </a:r>
                <a:r>
                  <a:rPr lang="en-US" altLang="zh-TW" sz="3600" baseline="-25000" dirty="0"/>
                  <a:t>1</a:t>
                </a:r>
                <a:endParaRPr lang="zh-TW" altLang="en-US" sz="3600" baseline="-25000" dirty="0"/>
              </a:p>
            </p:txBody>
          </p:sp>
          <p:sp>
            <p:nvSpPr>
              <p:cNvPr id="16" name="文字方塊 15"/>
              <p:cNvSpPr txBox="1"/>
              <p:nvPr/>
            </p:nvSpPr>
            <p:spPr>
              <a:xfrm>
                <a:off x="7861979" y="957777"/>
                <a:ext cx="667657" cy="430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3600" dirty="0"/>
                  <a:t>w</a:t>
                </a:r>
                <a:r>
                  <a:rPr lang="en-US" altLang="zh-TW" sz="3600" baseline="-25000" dirty="0"/>
                  <a:t>2</a:t>
                </a:r>
                <a:endParaRPr lang="zh-TW" altLang="en-US" sz="3600" baseline="-25000" dirty="0"/>
              </a:p>
            </p:txBody>
          </p:sp>
          <p:sp>
            <p:nvSpPr>
              <p:cNvPr id="17" name="文字方塊 16"/>
              <p:cNvSpPr txBox="1"/>
              <p:nvPr/>
            </p:nvSpPr>
            <p:spPr>
              <a:xfrm>
                <a:off x="6310492" y="2430949"/>
                <a:ext cx="2248397" cy="430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3600" dirty="0"/>
                  <a:t>z=w</a:t>
                </a:r>
                <a:r>
                  <a:rPr lang="en-US" altLang="zh-TW" sz="3600" baseline="-25000" dirty="0"/>
                  <a:t>1</a:t>
                </a:r>
                <a:r>
                  <a:rPr lang="en-US" altLang="zh-TW" sz="3600" dirty="0"/>
                  <a:t>x</a:t>
                </a:r>
                <a:r>
                  <a:rPr lang="en-US" altLang="zh-TW" sz="3600" baseline="-25000" dirty="0"/>
                  <a:t>1</a:t>
                </a:r>
                <a:r>
                  <a:rPr lang="en-US" altLang="zh-TW" sz="3600" dirty="0"/>
                  <a:t>+w</a:t>
                </a:r>
                <a:r>
                  <a:rPr lang="en-US" altLang="zh-TW" sz="3600" baseline="-25000" dirty="0"/>
                  <a:t>2</a:t>
                </a:r>
                <a:r>
                  <a:rPr lang="en-US" altLang="zh-TW" sz="3600" dirty="0"/>
                  <a:t>x</a:t>
                </a:r>
                <a:r>
                  <a:rPr lang="en-US" altLang="zh-TW" sz="3600" baseline="-25000" dirty="0"/>
                  <a:t>2</a:t>
                </a:r>
                <a:endParaRPr lang="zh-TW" altLang="en-US" sz="3600" baseline="-25000" dirty="0"/>
              </a:p>
            </p:txBody>
          </p:sp>
          <p:cxnSp>
            <p:nvCxnSpPr>
              <p:cNvPr id="19" name="直線單箭頭接點 18"/>
              <p:cNvCxnSpPr>
                <a:endCxn id="6" idx="1"/>
              </p:cNvCxnSpPr>
              <p:nvPr/>
            </p:nvCxnSpPr>
            <p:spPr>
              <a:xfrm>
                <a:off x="6615017" y="759273"/>
                <a:ext cx="570998" cy="80251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線單箭頭接點 20"/>
              <p:cNvCxnSpPr>
                <a:endCxn id="6" idx="7"/>
              </p:cNvCxnSpPr>
              <p:nvPr/>
            </p:nvCxnSpPr>
            <p:spPr>
              <a:xfrm flipH="1">
                <a:off x="7649865" y="759273"/>
                <a:ext cx="459544" cy="80251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8" name="矩形 87"/>
            <p:cNvSpPr/>
            <p:nvPr/>
          </p:nvSpPr>
          <p:spPr>
            <a:xfrm>
              <a:off x="6096841" y="288909"/>
              <a:ext cx="2432630" cy="2873769"/>
            </a:xfrm>
            <a:prstGeom prst="rect">
              <a:avLst/>
            </a:prstGeom>
            <a:noFill/>
            <a:ln w="381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文字方塊 88"/>
              <p:cNvSpPr txBox="1"/>
              <p:nvPr/>
            </p:nvSpPr>
            <p:spPr>
              <a:xfrm>
                <a:off x="13437968" y="8137656"/>
                <a:ext cx="4069715" cy="10280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TW" sz="3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89" name="文字方塊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37968" y="8137656"/>
                <a:ext cx="4069715" cy="1028065"/>
              </a:xfrm>
              <a:prstGeom prst="rect">
                <a:avLst/>
              </a:prstGeom>
              <a:blipFill>
                <a:blip r:embed="rId4"/>
                <a:stretch>
                  <a:fillRect l="-1242" r="-932" b="-146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/>
      <p:bldP spid="72" grpId="0"/>
      <p:bldP spid="73" grpId="0"/>
      <p:bldP spid="74" grpId="0"/>
      <p:bldP spid="75" grpId="0" bldLvl="0" animBg="1"/>
      <p:bldP spid="78" grpId="0" bldLvl="0" animBg="1"/>
      <p:bldP spid="79" grpId="0" bldLvl="0" animBg="1"/>
      <p:bldP spid="80" grpId="0"/>
      <p:bldP spid="81" grpId="0"/>
      <p:bldP spid="85" grpId="0"/>
      <p:bldP spid="86" grpId="0"/>
      <p:bldP spid="8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7352445" y="8051181"/>
            <a:ext cx="4147001" cy="1993013"/>
            <a:chOff x="6018023" y="4983224"/>
            <a:chExt cx="2764667" cy="1328675"/>
          </a:xfrm>
        </p:grpSpPr>
        <p:pic>
          <p:nvPicPr>
            <p:cNvPr id="7" name="圖片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6018023" y="4983224"/>
              <a:ext cx="2764667" cy="1328675"/>
            </a:xfrm>
            <a:prstGeom prst="rect">
              <a:avLst/>
            </a:prstGeom>
          </p:spPr>
        </p:pic>
        <p:sp>
          <p:nvSpPr>
            <p:cNvPr id="8" name="文字方塊 7"/>
            <p:cNvSpPr txBox="1"/>
            <p:nvPr/>
          </p:nvSpPr>
          <p:spPr>
            <a:xfrm>
              <a:off x="6707786" y="5210235"/>
              <a:ext cx="1837691" cy="718145"/>
            </a:xfrm>
            <a:prstGeom prst="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Neural Network</a:t>
              </a:r>
              <a:endParaRPr lang="zh-TW" altLang="en-US" sz="3200" dirty="0">
                <a:solidFill>
                  <a:schemeClr val="tx1"/>
                </a:solidFill>
              </a:endParaRPr>
            </a:p>
          </p:txBody>
        </p:sp>
      </p:grpSp>
      <p:sp>
        <p:nvSpPr>
          <p:cNvPr id="9" name="矩形 8"/>
          <p:cNvSpPr/>
          <p:nvPr/>
        </p:nvSpPr>
        <p:spPr>
          <a:xfrm>
            <a:off x="11281751" y="2442432"/>
            <a:ext cx="3804755" cy="1993013"/>
          </a:xfrm>
          <a:prstGeom prst="rect">
            <a:avLst/>
          </a:prstGeom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1003">
            <a:schemeClr val="lt2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Good Results on Testing Data?</a:t>
            </a:r>
            <a:endParaRPr lang="zh-TW" altLang="en-US" sz="3600" dirty="0"/>
          </a:p>
        </p:txBody>
      </p:sp>
      <p:sp>
        <p:nvSpPr>
          <p:cNvPr id="10" name="矩形 9"/>
          <p:cNvSpPr/>
          <p:nvPr/>
        </p:nvSpPr>
        <p:spPr>
          <a:xfrm>
            <a:off x="11295731" y="5751270"/>
            <a:ext cx="3790775" cy="1921647"/>
          </a:xfrm>
          <a:prstGeom prst="rect">
            <a:avLst/>
          </a:prstGeom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1003">
            <a:schemeClr val="lt2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Good Results on Training Data?</a:t>
            </a:r>
            <a:endParaRPr lang="zh-TW" altLang="en-US" sz="3600" dirty="0"/>
          </a:p>
        </p:txBody>
      </p:sp>
      <p:graphicFrame>
        <p:nvGraphicFramePr>
          <p:cNvPr id="14" name="內容版面配置區 3"/>
          <p:cNvGraphicFramePr>
            <a:graphicFrameLocks noGrp="1"/>
          </p:cNvGraphicFramePr>
          <p:nvPr>
            <p:ph idx="1"/>
          </p:nvPr>
        </p:nvGraphicFramePr>
        <p:xfrm>
          <a:off x="3615318" y="2494919"/>
          <a:ext cx="4707198" cy="50544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5" name="矩形 14"/>
          <p:cNvSpPr/>
          <p:nvPr/>
        </p:nvSpPr>
        <p:spPr>
          <a:xfrm>
            <a:off x="3348548" y="2228876"/>
            <a:ext cx="5281683" cy="560712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8" name="向下箭號 17"/>
          <p:cNvSpPr/>
          <p:nvPr/>
        </p:nvSpPr>
        <p:spPr>
          <a:xfrm rot="5400000">
            <a:off x="9536745" y="5514645"/>
            <a:ext cx="818865" cy="2394897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0" name="向下箭號 19"/>
          <p:cNvSpPr/>
          <p:nvPr/>
        </p:nvSpPr>
        <p:spPr>
          <a:xfrm rot="10800000">
            <a:off x="12767705" y="1380420"/>
            <a:ext cx="818865" cy="1062012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1" name="向下箭號 20"/>
          <p:cNvSpPr/>
          <p:nvPr/>
        </p:nvSpPr>
        <p:spPr>
          <a:xfrm rot="10800000">
            <a:off x="12781685" y="4488201"/>
            <a:ext cx="818865" cy="1189952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pic>
        <p:nvPicPr>
          <p:cNvPr id="22" name="圖片 2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631067" y="220569"/>
            <a:ext cx="1092140" cy="1029893"/>
          </a:xfrm>
          <a:prstGeom prst="rect">
            <a:avLst/>
          </a:prstGeom>
        </p:spPr>
      </p:pic>
      <p:sp>
        <p:nvSpPr>
          <p:cNvPr id="24" name="右彎箭號 23"/>
          <p:cNvSpPr/>
          <p:nvPr/>
        </p:nvSpPr>
        <p:spPr>
          <a:xfrm flipV="1">
            <a:off x="5736179" y="7945110"/>
            <a:ext cx="1575099" cy="1478687"/>
          </a:xfrm>
          <a:prstGeom prst="ben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chemeClr val="tx1"/>
              </a:solidFill>
            </a:endParaRPr>
          </a:p>
        </p:txBody>
      </p:sp>
      <p:sp>
        <p:nvSpPr>
          <p:cNvPr id="25" name="右彎箭號 24"/>
          <p:cNvSpPr/>
          <p:nvPr/>
        </p:nvSpPr>
        <p:spPr>
          <a:xfrm rot="16200000" flipV="1">
            <a:off x="12016112" y="7721123"/>
            <a:ext cx="1575099" cy="1478687"/>
          </a:xfrm>
          <a:prstGeom prst="ben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chemeClr val="tx1"/>
              </a:solidFill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13586569" y="4862661"/>
            <a:ext cx="115484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chemeClr val="accent2"/>
                </a:solidFill>
              </a:rPr>
              <a:t>YES</a:t>
            </a:r>
            <a:endParaRPr lang="zh-TW" altLang="en-US" sz="3600" dirty="0">
              <a:solidFill>
                <a:schemeClr val="accent2"/>
              </a:solidFill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13586569" y="1553823"/>
            <a:ext cx="115484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chemeClr val="accent2"/>
                </a:solidFill>
              </a:rPr>
              <a:t>YES</a:t>
            </a:r>
            <a:endParaRPr lang="zh-TW" altLang="en-US" sz="3600" dirty="0">
              <a:solidFill>
                <a:schemeClr val="accent2"/>
              </a:solidFill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9487413" y="5824581"/>
            <a:ext cx="115484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FF0000"/>
                </a:solidFill>
              </a:rPr>
              <a:t>NO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29" name="向下箭號 28"/>
          <p:cNvSpPr/>
          <p:nvPr/>
        </p:nvSpPr>
        <p:spPr>
          <a:xfrm rot="5400000">
            <a:off x="9536745" y="2123666"/>
            <a:ext cx="818865" cy="2394897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0" name="文字方塊 29"/>
          <p:cNvSpPr txBox="1"/>
          <p:nvPr/>
        </p:nvSpPr>
        <p:spPr>
          <a:xfrm>
            <a:off x="9487413" y="2351124"/>
            <a:ext cx="115484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FF0000"/>
                </a:solidFill>
              </a:rPr>
              <a:t>NO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8543994" y="3719160"/>
            <a:ext cx="2911931" cy="707886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4000" dirty="0"/>
              <a:t>Overfitting!</a:t>
            </a:r>
            <a:endParaRPr lang="zh-TW" altLang="en-US" sz="4000" dirty="0"/>
          </a:p>
        </p:txBody>
      </p:sp>
      <p:sp>
        <p:nvSpPr>
          <p:cNvPr id="32" name="文字方塊 31"/>
          <p:cNvSpPr txBox="1"/>
          <p:nvPr/>
        </p:nvSpPr>
        <p:spPr>
          <a:xfrm>
            <a:off x="1127760" y="460375"/>
            <a:ext cx="863727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b="1" i="1" u="sng" dirty="0"/>
              <a:t>Recipe of Deep Learning</a:t>
            </a:r>
            <a:endParaRPr lang="zh-TW" altLang="en-US" sz="4800" b="1" i="1" u="sng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10" grpId="0" bldLvl="0" animBg="1"/>
      <p:bldGraphic spid="14" grpId="0">
        <p:bldAsOne/>
      </p:bldGraphic>
      <p:bldP spid="15" grpId="0" bldLvl="0" animBg="1"/>
      <p:bldP spid="18" grpId="0" bldLvl="0" animBg="1"/>
      <p:bldP spid="20" grpId="0" bldLvl="0" animBg="1"/>
      <p:bldP spid="21" grpId="0" bldLvl="0" animBg="1"/>
      <p:bldP spid="24" grpId="0" bldLvl="0" animBg="1"/>
      <p:bldP spid="25" grpId="0" bldLvl="0" animBg="1"/>
      <p:bldP spid="26" grpId="0"/>
      <p:bldP spid="27" grpId="0"/>
      <p:bldP spid="28" grpId="0"/>
      <p:bldP spid="29" grpId="0" bldLvl="0" animBg="1"/>
      <p:bldP spid="30" grpId="0"/>
      <p:bldP spid="23" grpId="0" bldLvl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TkwYzUxNzkwY2E3N2U1OThkZGUzYTRjZDY0NTk2MDE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>
            <a:fillRect/>
          </a:stretch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7" ma:contentTypeDescription="Create a new document." ma:contentTypeScope="" ma:versionID="6dd4d27a79178d964495491d99d85ab0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5371f2543c27c65efb9018a9acd511a8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Props1.xml><?xml version="1.0" encoding="utf-8"?>
<ds:datastoreItem xmlns:ds="http://schemas.openxmlformats.org/officeDocument/2006/customXml" ds:itemID="{BFA838ED-C12F-4A42-8E88-98BAC73D2147}">
  <ds:schemaRefs/>
</ds:datastoreItem>
</file>

<file path=customXml/itemProps2.xml><?xml version="1.0" encoding="utf-8"?>
<ds:datastoreItem xmlns:ds="http://schemas.openxmlformats.org/officeDocument/2006/customXml" ds:itemID="{9636FAAA-BCD0-4737-B7BF-714C4CFDEB51}">
  <ds:schemaRefs/>
</ds:datastoreItem>
</file>

<file path=customXml/itemProps3.xml><?xml version="1.0" encoding="utf-8"?>
<ds:datastoreItem xmlns:ds="http://schemas.openxmlformats.org/officeDocument/2006/customXml" ds:itemID="{3C6A4EEA-2556-441D-B20B-0657893061DE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506</Words>
  <Application>Microsoft Macintosh PowerPoint</Application>
  <PresentationFormat>Custom</PresentationFormat>
  <Paragraphs>174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等线</vt:lpstr>
      <vt:lpstr>Arial</vt:lpstr>
      <vt:lpstr>Cambria Math</vt:lpstr>
      <vt:lpstr>Wingdings</vt:lpstr>
      <vt:lpstr>Wingdings 2</vt:lpstr>
      <vt:lpstr>Breeze</vt:lpstr>
      <vt:lpstr> Dropout</vt:lpstr>
      <vt:lpstr>PowerPoint Presentation</vt:lpstr>
      <vt:lpstr>Dropout</vt:lpstr>
      <vt:lpstr>Dropout</vt:lpstr>
      <vt:lpstr>Dropout</vt:lpstr>
      <vt:lpstr>Dropout - Intuitive Reason</vt:lpstr>
      <vt:lpstr>Dropout - Intuitive Reason</vt:lpstr>
      <vt:lpstr>Dropout is a kind of ensemble.</vt:lpstr>
      <vt:lpstr>Dropout is a kind of ensemble.</vt:lpstr>
      <vt:lpstr>Dropout is a kind of ensemble.</vt:lpstr>
      <vt:lpstr>Dropout is a kind of ensemble.</vt:lpstr>
      <vt:lpstr>PowerPoint Presentation</vt:lpstr>
      <vt:lpstr>PowerPoint Presentation</vt:lpstr>
    </vt:vector>
  </TitlesOfParts>
  <Company>Illinois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creator>Sandra Laporte</dc:creator>
  <cp:lastModifiedBy>Tom Yan</cp:lastModifiedBy>
  <cp:revision>31</cp:revision>
  <dcterms:created xsi:type="dcterms:W3CDTF">2019-02-13T16:04:00Z</dcterms:created>
  <dcterms:modified xsi:type="dcterms:W3CDTF">2024-04-02T04:20:41Z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MediaServiceImageTags">
    <vt:lpwstr/>
  </property>
  <property fmtid="{D5CDD505-2E9C-101B-9397-08002B2CF9AE}" pid="4" name="ICV">
    <vt:lpwstr>2FDE17E7A9D6443A9C0CF1913E2AA2B7_12</vt:lpwstr>
  </property>
  <property fmtid="{D5CDD505-2E9C-101B-9397-08002B2CF9AE}" pid="5" name="KSOProductBuildVer">
    <vt:lpwstr>2052-12.1.0.16364</vt:lpwstr>
  </property>
</Properties>
</file>