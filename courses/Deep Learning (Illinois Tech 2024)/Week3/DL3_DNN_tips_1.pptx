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266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8288000" cy="10287000"/>
  <p:notesSz cx="6858000" cy="9144000"/>
  <p:custDataLst>
    <p:tags r:id="rId1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F447B-B91C-4FD9-8A08-DF75B1BAAF5A}" v="30" dt="2024-03-14T05:51:00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14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AC5F447B-B91C-4FD9-8A08-DF75B1BAAF5A}"/>
    <pc:docChg chg="undo custSel modSld">
      <pc:chgData name="Kaiang Wen" userId="a219f04c-ae7d-4ada-9001-a33e528312f1" providerId="ADAL" clId="{AC5F447B-B91C-4FD9-8A08-DF75B1BAAF5A}" dt="2024-03-14T05:51:00.805" v="184"/>
      <pc:docMkLst>
        <pc:docMk/>
      </pc:docMkLst>
      <pc:sldChg chg="modSp mod">
        <pc:chgData name="Kaiang Wen" userId="a219f04c-ae7d-4ada-9001-a33e528312f1" providerId="ADAL" clId="{AC5F447B-B91C-4FD9-8A08-DF75B1BAAF5A}" dt="2024-03-14T05:43:41.188" v="18" actId="13822"/>
        <pc:sldMkLst>
          <pc:docMk/>
          <pc:sldMk cId="0" sldId="274"/>
        </pc:sldMkLst>
        <pc:spChg chg="mod">
          <ac:chgData name="Kaiang Wen" userId="a219f04c-ae7d-4ada-9001-a33e528312f1" providerId="ADAL" clId="{AC5F447B-B91C-4FD9-8A08-DF75B1BAAF5A}" dt="2024-03-14T05:43:41.188" v="18" actId="13822"/>
          <ac:spMkLst>
            <pc:docMk/>
            <pc:sldMk cId="0" sldId="274"/>
            <ac:spMk id="8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1:18.247" v="8"/>
          <ac:spMkLst>
            <pc:docMk/>
            <pc:sldMk cId="0" sldId="274"/>
            <ac:spMk id="9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1:28.190" v="10"/>
          <ac:spMkLst>
            <pc:docMk/>
            <pc:sldMk cId="0" sldId="274"/>
            <ac:spMk id="10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1:50.954" v="13" actId="404"/>
          <ac:spMkLst>
            <pc:docMk/>
            <pc:sldMk cId="0" sldId="274"/>
            <ac:spMk id="23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1:42.874" v="12" actId="207"/>
          <ac:spMkLst>
            <pc:docMk/>
            <pc:sldMk cId="0" sldId="274"/>
            <ac:spMk id="26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1:41.094" v="11" actId="207"/>
          <ac:spMkLst>
            <pc:docMk/>
            <pc:sldMk cId="0" sldId="274"/>
            <ac:spMk id="27" creationId="{00000000-0000-0000-0000-000000000000}"/>
          </ac:spMkLst>
        </pc:spChg>
        <pc:graphicFrameChg chg="mod">
          <ac:chgData name="Kaiang Wen" userId="a219f04c-ae7d-4ada-9001-a33e528312f1" providerId="ADAL" clId="{AC5F447B-B91C-4FD9-8A08-DF75B1BAAF5A}" dt="2024-03-14T05:40:08.527" v="3" actId="17032"/>
          <ac:graphicFrameMkLst>
            <pc:docMk/>
            <pc:sldMk cId="0" sldId="274"/>
            <ac:graphicFrameMk id="14" creationId="{00000000-0000-0000-0000-000000000000}"/>
          </ac:graphicFrameMkLst>
        </pc:graphicFrameChg>
      </pc:sldChg>
      <pc:sldChg chg="modSp">
        <pc:chgData name="Kaiang Wen" userId="a219f04c-ae7d-4ada-9001-a33e528312f1" providerId="ADAL" clId="{AC5F447B-B91C-4FD9-8A08-DF75B1BAAF5A}" dt="2024-03-14T05:43:53.394" v="19" actId="207"/>
        <pc:sldMkLst>
          <pc:docMk/>
          <pc:sldMk cId="0" sldId="275"/>
        </pc:sldMkLst>
        <pc:spChg chg="mod">
          <ac:chgData name="Kaiang Wen" userId="a219f04c-ae7d-4ada-9001-a33e528312f1" providerId="ADAL" clId="{AC5F447B-B91C-4FD9-8A08-DF75B1BAAF5A}" dt="2024-03-14T05:43:53.394" v="19" actId="207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Kaiang Wen" userId="a219f04c-ae7d-4ada-9001-a33e528312f1" providerId="ADAL" clId="{AC5F447B-B91C-4FD9-8A08-DF75B1BAAF5A}" dt="2024-03-14T05:44:20.813" v="22" actId="14100"/>
        <pc:sldMkLst>
          <pc:docMk/>
          <pc:sldMk cId="0" sldId="276"/>
        </pc:sldMkLst>
        <pc:spChg chg="mod">
          <ac:chgData name="Kaiang Wen" userId="a219f04c-ae7d-4ada-9001-a33e528312f1" providerId="ADAL" clId="{AC5F447B-B91C-4FD9-8A08-DF75B1BAAF5A}" dt="2024-03-14T05:44:09.537" v="21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4:04.739" v="20" actId="207"/>
          <ac:spMkLst>
            <pc:docMk/>
            <pc:sldMk cId="0" sldId="276"/>
            <ac:spMk id="8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3:18.829" v="16"/>
          <ac:spMkLst>
            <pc:docMk/>
            <pc:sldMk cId="0" sldId="276"/>
            <ac:spMk id="9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3:18.829" v="16"/>
          <ac:spMkLst>
            <pc:docMk/>
            <pc:sldMk cId="0" sldId="276"/>
            <ac:spMk id="10" creationId="{00000000-0000-0000-0000-000000000000}"/>
          </ac:spMkLst>
        </pc:spChg>
        <pc:cxnChg chg="mod">
          <ac:chgData name="Kaiang Wen" userId="a219f04c-ae7d-4ada-9001-a33e528312f1" providerId="ADAL" clId="{AC5F447B-B91C-4FD9-8A08-DF75B1BAAF5A}" dt="2024-03-14T05:44:20.813" v="22" actId="14100"/>
          <ac:cxnSpMkLst>
            <pc:docMk/>
            <pc:sldMk cId="0" sldId="276"/>
            <ac:cxnSpMk id="34" creationId="{00000000-0000-0000-0000-000000000000}"/>
          </ac:cxnSpMkLst>
        </pc:cxnChg>
      </pc:sldChg>
      <pc:sldChg chg="addSp delSp modSp mod delAnim modAnim">
        <pc:chgData name="Kaiang Wen" userId="a219f04c-ae7d-4ada-9001-a33e528312f1" providerId="ADAL" clId="{AC5F447B-B91C-4FD9-8A08-DF75B1BAAF5A}" dt="2024-03-14T05:49:53.203" v="180" actId="14100"/>
        <pc:sldMkLst>
          <pc:docMk/>
          <pc:sldMk cId="0" sldId="277"/>
        </pc:sldMkLst>
        <pc:spChg chg="del">
          <ac:chgData name="Kaiang Wen" userId="a219f04c-ae7d-4ada-9001-a33e528312f1" providerId="ADAL" clId="{AC5F447B-B91C-4FD9-8A08-DF75B1BAAF5A}" dt="2024-03-14T05:45:53.205" v="30" actId="478"/>
          <ac:spMkLst>
            <pc:docMk/>
            <pc:sldMk cId="0" sldId="277"/>
            <ac:spMk id="2" creationId="{00000000-0000-0000-0000-000000000000}"/>
          </ac:spMkLst>
        </pc:spChg>
        <pc:spChg chg="add del mod">
          <ac:chgData name="Kaiang Wen" userId="a219f04c-ae7d-4ada-9001-a33e528312f1" providerId="ADAL" clId="{AC5F447B-B91C-4FD9-8A08-DF75B1BAAF5A}" dt="2024-03-14T05:45:56.374" v="32" actId="478"/>
          <ac:spMkLst>
            <pc:docMk/>
            <pc:sldMk cId="0" sldId="277"/>
            <ac:spMk id="4" creationId="{1D35ED1A-696C-15A8-7093-9C6D13D0DE39}"/>
          </ac:spMkLst>
        </pc:spChg>
        <pc:spChg chg="del">
          <ac:chgData name="Kaiang Wen" userId="a219f04c-ae7d-4ada-9001-a33e528312f1" providerId="ADAL" clId="{AC5F447B-B91C-4FD9-8A08-DF75B1BAAF5A}" dt="2024-03-14T05:46:00.818" v="34" actId="478"/>
          <ac:spMkLst>
            <pc:docMk/>
            <pc:sldMk cId="0" sldId="277"/>
            <ac:spMk id="5" creationId="{00000000-0000-0000-0000-000000000000}"/>
          </ac:spMkLst>
        </pc:spChg>
        <pc:spChg chg="add del mod">
          <ac:chgData name="Kaiang Wen" userId="a219f04c-ae7d-4ada-9001-a33e528312f1" providerId="ADAL" clId="{AC5F447B-B91C-4FD9-8A08-DF75B1BAAF5A}" dt="2024-03-14T05:46:02.684" v="35" actId="478"/>
          <ac:spMkLst>
            <pc:docMk/>
            <pc:sldMk cId="0" sldId="277"/>
            <ac:spMk id="7" creationId="{5214BF99-CD66-252C-91D6-AB43BBF2F8DB}"/>
          </ac:spMkLst>
        </pc:spChg>
        <pc:spChg chg="add mod">
          <ac:chgData name="Kaiang Wen" userId="a219f04c-ae7d-4ada-9001-a33e528312f1" providerId="ADAL" clId="{AC5F447B-B91C-4FD9-8A08-DF75B1BAAF5A}" dt="2024-03-14T05:47:40.507" v="89" actId="164"/>
          <ac:spMkLst>
            <pc:docMk/>
            <pc:sldMk cId="0" sldId="277"/>
            <ac:spMk id="8" creationId="{D1F8FECD-318E-942F-AE28-1993ADF8AE31}"/>
          </ac:spMkLst>
        </pc:spChg>
        <pc:spChg chg="mod">
          <ac:chgData name="Kaiang Wen" userId="a219f04c-ae7d-4ada-9001-a33e528312f1" providerId="ADAL" clId="{AC5F447B-B91C-4FD9-8A08-DF75B1BAAF5A}" dt="2024-03-14T05:44:52.246" v="24"/>
          <ac:spMkLst>
            <pc:docMk/>
            <pc:sldMk cId="0" sldId="277"/>
            <ac:spMk id="9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4:52.246" v="24"/>
          <ac:spMkLst>
            <pc:docMk/>
            <pc:sldMk cId="0" sldId="277"/>
            <ac:spMk id="10" creationId="{00000000-0000-0000-0000-000000000000}"/>
          </ac:spMkLst>
        </pc:spChg>
        <pc:spChg chg="add mod">
          <ac:chgData name="Kaiang Wen" userId="a219f04c-ae7d-4ada-9001-a33e528312f1" providerId="ADAL" clId="{AC5F447B-B91C-4FD9-8A08-DF75B1BAAF5A}" dt="2024-03-14T05:47:40.507" v="89" actId="164"/>
          <ac:spMkLst>
            <pc:docMk/>
            <pc:sldMk cId="0" sldId="277"/>
            <ac:spMk id="12" creationId="{618B1553-7041-8332-262E-6879DF92CC73}"/>
          </ac:spMkLst>
        </pc:spChg>
        <pc:spChg chg="add mod">
          <ac:chgData name="Kaiang Wen" userId="a219f04c-ae7d-4ada-9001-a33e528312f1" providerId="ADAL" clId="{AC5F447B-B91C-4FD9-8A08-DF75B1BAAF5A}" dt="2024-03-14T05:47:40.507" v="89" actId="164"/>
          <ac:spMkLst>
            <pc:docMk/>
            <pc:sldMk cId="0" sldId="277"/>
            <ac:spMk id="13" creationId="{E19C2211-08D8-6D31-BC78-A02795AECA1D}"/>
          </ac:spMkLst>
        </pc:spChg>
        <pc:spChg chg="add mod ord">
          <ac:chgData name="Kaiang Wen" userId="a219f04c-ae7d-4ada-9001-a33e528312f1" providerId="ADAL" clId="{AC5F447B-B91C-4FD9-8A08-DF75B1BAAF5A}" dt="2024-03-14T05:47:40.507" v="89" actId="164"/>
          <ac:spMkLst>
            <pc:docMk/>
            <pc:sldMk cId="0" sldId="277"/>
            <ac:spMk id="14" creationId="{4795C05B-CBA3-4BE0-8A95-7EB28FC98D0A}"/>
          </ac:spMkLst>
        </pc:spChg>
        <pc:spChg chg="del">
          <ac:chgData name="Kaiang Wen" userId="a219f04c-ae7d-4ada-9001-a33e528312f1" providerId="ADAL" clId="{AC5F447B-B91C-4FD9-8A08-DF75B1BAAF5A}" dt="2024-03-14T05:45:48.646" v="25" actId="478"/>
          <ac:spMkLst>
            <pc:docMk/>
            <pc:sldMk cId="0" sldId="277"/>
            <ac:spMk id="17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48:05.340" v="93"/>
          <ac:spMkLst>
            <pc:docMk/>
            <pc:sldMk cId="0" sldId="277"/>
            <ac:spMk id="24" creationId="{9756ED22-5B04-27B7-27A4-6322FD4FBB21}"/>
          </ac:spMkLst>
        </pc:spChg>
        <pc:spChg chg="mod">
          <ac:chgData name="Kaiang Wen" userId="a219f04c-ae7d-4ada-9001-a33e528312f1" providerId="ADAL" clId="{AC5F447B-B91C-4FD9-8A08-DF75B1BAAF5A}" dt="2024-03-14T05:49:09.325" v="170" actId="1036"/>
          <ac:spMkLst>
            <pc:docMk/>
            <pc:sldMk cId="0" sldId="277"/>
            <ac:spMk id="28" creationId="{E16C72EC-8C30-4D5B-EB58-F95BB8937290}"/>
          </ac:spMkLst>
        </pc:spChg>
        <pc:spChg chg="del mod">
          <ac:chgData name="Kaiang Wen" userId="a219f04c-ae7d-4ada-9001-a33e528312f1" providerId="ADAL" clId="{AC5F447B-B91C-4FD9-8A08-DF75B1BAAF5A}" dt="2024-03-14T05:48:33.397" v="126" actId="478"/>
          <ac:spMkLst>
            <pc:docMk/>
            <pc:sldMk cId="0" sldId="277"/>
            <ac:spMk id="29" creationId="{343A8DB0-D040-7D2F-31BA-04FBDD2AD59E}"/>
          </ac:spMkLst>
        </pc:spChg>
        <pc:spChg chg="mod">
          <ac:chgData name="Kaiang Wen" userId="a219f04c-ae7d-4ada-9001-a33e528312f1" providerId="ADAL" clId="{AC5F447B-B91C-4FD9-8A08-DF75B1BAAF5A}" dt="2024-03-14T05:49:11.675" v="175" actId="1035"/>
          <ac:spMkLst>
            <pc:docMk/>
            <pc:sldMk cId="0" sldId="277"/>
            <ac:spMk id="30" creationId="{2ABEB5B9-BF66-F4B9-E5E5-14CDB1D35A86}"/>
          </ac:spMkLst>
        </pc:spChg>
        <pc:spChg chg="add mod">
          <ac:chgData name="Kaiang Wen" userId="a219f04c-ae7d-4ada-9001-a33e528312f1" providerId="ADAL" clId="{AC5F447B-B91C-4FD9-8A08-DF75B1BAAF5A}" dt="2024-03-14T05:49:53.203" v="180" actId="14100"/>
          <ac:spMkLst>
            <pc:docMk/>
            <pc:sldMk cId="0" sldId="277"/>
            <ac:spMk id="33" creationId="{808578DC-4815-F27F-E160-46F8C283EDF2}"/>
          </ac:spMkLst>
        </pc:spChg>
        <pc:grpChg chg="add mod">
          <ac:chgData name="Kaiang Wen" userId="a219f04c-ae7d-4ada-9001-a33e528312f1" providerId="ADAL" clId="{AC5F447B-B91C-4FD9-8A08-DF75B1BAAF5A}" dt="2024-03-14T05:47:57.345" v="92" actId="14100"/>
          <ac:grpSpMkLst>
            <pc:docMk/>
            <pc:sldMk cId="0" sldId="277"/>
            <ac:grpSpMk id="15" creationId="{D1678EE8-2A60-AFF4-1396-4FA720F4B1D6}"/>
          </ac:grpSpMkLst>
        </pc:grpChg>
        <pc:grpChg chg="add mod">
          <ac:chgData name="Kaiang Wen" userId="a219f04c-ae7d-4ada-9001-a33e528312f1" providerId="ADAL" clId="{AC5F447B-B91C-4FD9-8A08-DF75B1BAAF5A}" dt="2024-03-14T05:48:09.255" v="94" actId="1076"/>
          <ac:grpSpMkLst>
            <pc:docMk/>
            <pc:sldMk cId="0" sldId="277"/>
            <ac:grpSpMk id="16" creationId="{A2FAADB2-F936-0BD8-4F6D-976F2A335B0A}"/>
          </ac:grpSpMkLst>
        </pc:grpChg>
        <pc:graphicFrameChg chg="del mod">
          <ac:chgData name="Kaiang Wen" userId="a219f04c-ae7d-4ada-9001-a33e528312f1" providerId="ADAL" clId="{AC5F447B-B91C-4FD9-8A08-DF75B1BAAF5A}" dt="2024-03-14T05:45:52.230" v="29" actId="478"/>
          <ac:graphicFrameMkLst>
            <pc:docMk/>
            <pc:sldMk cId="0" sldId="277"/>
            <ac:graphicFrameMk id="18" creationId="{00000000-0000-0000-0000-000000000000}"/>
          </ac:graphicFrameMkLst>
        </pc:graphicFrameChg>
        <pc:graphicFrameChg chg="add del">
          <ac:chgData name="Kaiang Wen" userId="a219f04c-ae7d-4ada-9001-a33e528312f1" providerId="ADAL" clId="{AC5F447B-B91C-4FD9-8A08-DF75B1BAAF5A}" dt="2024-03-14T05:45:57.694" v="33" actId="478"/>
          <ac:graphicFrameMkLst>
            <pc:docMk/>
            <pc:sldMk cId="0" sldId="277"/>
            <ac:graphicFrameMk id="37" creationId="{00000000-0000-0000-0000-000000000000}"/>
          </ac:graphicFrameMkLst>
        </pc:graphicFrameChg>
      </pc:sldChg>
      <pc:sldChg chg="modSp mod modAnim">
        <pc:chgData name="Kaiang Wen" userId="a219f04c-ae7d-4ada-9001-a33e528312f1" providerId="ADAL" clId="{AC5F447B-B91C-4FD9-8A08-DF75B1BAAF5A}" dt="2024-03-14T05:51:00.805" v="184"/>
        <pc:sldMkLst>
          <pc:docMk/>
          <pc:sldMk cId="0" sldId="278"/>
        </pc:sldMkLst>
        <pc:spChg chg="mod">
          <ac:chgData name="Kaiang Wen" userId="a219f04c-ae7d-4ada-9001-a33e528312f1" providerId="ADAL" clId="{AC5F447B-B91C-4FD9-8A08-DF75B1BAAF5A}" dt="2024-03-14T05:50:37.801" v="181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Kaiang Wen" userId="a219f04c-ae7d-4ada-9001-a33e528312f1" providerId="ADAL" clId="{AC5F447B-B91C-4FD9-8A08-DF75B1BAAF5A}" dt="2024-03-14T05:50:44.713" v="183" actId="404"/>
          <ac:spMkLst>
            <pc:docMk/>
            <pc:sldMk cId="0" sldId="278"/>
            <ac:spMk id="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4" loCatId="process" qsTypeId="urn:microsoft.com/office/officeart/2005/8/quickstyle/simple4#1" qsCatId="simple" csTypeId="urn:microsoft.com/office/officeart/2005/8/colors/colorful4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1: define a set of function              </a:t>
          </a:r>
          <a:endParaRPr lang="zh-TW" altLang="en-US" sz="2800" dirty="0"/>
        </a:p>
      </dgm:t>
    </dgm:pt>
    <dgm:pt modelId="{741192AF-66D8-44B3-8D71-D609A9576CFF}" type="parTrans" cxnId="{7021B101-6AE5-4EA4-923F-149909DC3C09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021B101-6AE5-4EA4-923F-149909DC3C09}">
      <dgm:prSet custT="1"/>
      <dgm:spPr/>
      <dgm:t>
        <a:bodyPr/>
        <a:lstStyle/>
        <a:p>
          <a:endParaRPr lang="zh-TW" altLang="en-US" sz="2800"/>
        </a:p>
      </dgm:t>
    </dgm:pt>
    <dgm:pt modelId="{68AF6AC4-A157-413E-A943-77A2B593809A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2: goodness of function</a:t>
          </a:r>
          <a:endParaRPr lang="zh-TW" altLang="en-US" sz="2800" dirty="0"/>
        </a:p>
      </dgm:t>
    </dgm:pt>
    <dgm:pt modelId="{A0FB97BE-4134-4DB4-88C2-019F601E5B07}" type="par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B74A4E88-AC00-472F-AA92-0C3BFAD673FA}" type="sibTrans" cxnId="{E0F0CC33-1AFF-4E6F-8A92-7DBADF24B6A2}">
      <dgm:prSet/>
      <dgm:spPr/>
      <dgm:t>
        <a:bodyPr/>
        <a:lstStyle/>
        <a:p>
          <a:endParaRPr lang="zh-TW" altLang="en-US"/>
        </a:p>
      </dgm:t>
    </dgm:pt>
    <dgm:pt modelId="{838C9766-C422-41F6-872C-5F3EAAA9A94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dgm:style>
      </dgm:prSet>
      <dgm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zh-TW" sz="2800" dirty="0"/>
            <a:t>Step 3: pick the best function</a:t>
          </a:r>
          <a:endParaRPr lang="zh-TW" altLang="en-US" sz="2800" dirty="0"/>
        </a:p>
      </dgm:t>
    </dgm:pt>
    <dgm:pt modelId="{ED85ABCC-1599-46D5-8D79-5F8D47102174}" type="par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0FA9D5B3-0255-46FC-86B3-C2800C42F094}" type="sibTrans" cxnId="{5DD8715A-6FCC-48EE-B11F-00E577A24C88}">
      <dgm:prSet/>
      <dgm:spPr/>
      <dgm:t>
        <a:bodyPr/>
        <a:lstStyle/>
        <a:p>
          <a:endParaRPr lang="zh-TW" altLang="en-US"/>
        </a:p>
      </dgm:t>
    </dgm:pt>
    <dgm:pt modelId="{6A493627-A8CE-458E-9FA6-3A00EC3686A2}" type="pres">
      <dgm:prSet presAssocID="{7ABBEAF7-C373-4176-BC82-DCCB6D5E3E26}" presName="Name0" presStyleCnt="0">
        <dgm:presLayoutVars>
          <dgm:dir/>
          <dgm:animLvl val="lvl"/>
          <dgm:resizeHandles val="exact"/>
        </dgm:presLayoutVars>
      </dgm:prSet>
      <dgm:spPr/>
    </dgm:pt>
    <dgm:pt modelId="{39CF3BA0-AA23-4949-AFA0-BDD50F26DB42}" type="pres">
      <dgm:prSet presAssocID="{838C9766-C422-41F6-872C-5F3EAAA9A94F}" presName="boxAndChildren" presStyleCnt="0"/>
      <dgm:spPr/>
    </dgm:pt>
    <dgm:pt modelId="{984FAD53-B753-4A58-A177-0DF55E30F75D}" type="pres">
      <dgm:prSet presAssocID="{838C9766-C422-41F6-872C-5F3EAAA9A94F}" presName="parentTextBox" presStyleLbl="node1" presStyleIdx="0" presStyleCnt="3"/>
      <dgm:spPr/>
    </dgm:pt>
    <dgm:pt modelId="{A1663AA5-740E-4FDF-ADD2-27E43D433575}" type="pres">
      <dgm:prSet presAssocID="{B74A4E88-AC00-472F-AA92-0C3BFAD673FA}" presName="sp" presStyleCnt="0"/>
      <dgm:spPr/>
    </dgm:pt>
    <dgm:pt modelId="{5C2994BA-95EC-4AC2-AFA4-1B22FBEBB354}" type="pres">
      <dgm:prSet presAssocID="{68AF6AC4-A157-413E-A943-77A2B593809A}" presName="arrowAndChildren" presStyleCnt="0"/>
      <dgm:spPr/>
    </dgm:pt>
    <dgm:pt modelId="{1E9D90BD-C08F-4B8E-BA1A-67740CDA9EFC}" type="pres">
      <dgm:prSet presAssocID="{68AF6AC4-A157-413E-A943-77A2B593809A}" presName="parentTextArrow" presStyleLbl="node1" presStyleIdx="1" presStyleCnt="3"/>
      <dgm:spPr/>
    </dgm:pt>
    <dgm:pt modelId="{6B7612A3-1F46-4536-B12F-8EF141796DD7}" type="pres">
      <dgm:prSet presAssocID="{E857221A-734F-4396-A642-04F985B7D590}" presName="sp" presStyleCnt="0"/>
      <dgm:spPr/>
    </dgm:pt>
    <dgm:pt modelId="{CF8B7011-CFF3-437B-8D62-509F4A4CAC99}" type="pres">
      <dgm:prSet presAssocID="{801111EC-7761-4006-9B8D-BDD3478D6A0C}" presName="arrowAndChildren" presStyleCnt="0"/>
      <dgm:spPr/>
    </dgm:pt>
    <dgm:pt modelId="{E824EC70-AE1E-4100-B32E-97CD66F66319}" type="pres">
      <dgm:prSet presAssocID="{801111EC-7761-4006-9B8D-BDD3478D6A0C}" presName="parentTextArrow" presStyleLbl="node1" presStyleIdx="2" presStyleCnt="3"/>
      <dgm:spPr/>
    </dgm:pt>
  </dgm:ptLst>
  <dgm:cxnLst>
    <dgm:cxn modelId="{7021B101-6AE5-4EA4-923F-149909DC3C09}" srcId="{7ABBEAF7-C373-4176-BC82-DCCB6D5E3E26}" destId="{801111EC-7761-4006-9B8D-BDD3478D6A0C}" srcOrd="0" destOrd="0" parTransId="{741192AF-66D8-44B3-8D71-D609A9576CFF}" sibTransId="{E857221A-734F-4396-A642-04F985B7D590}"/>
    <dgm:cxn modelId="{E0F0CC33-1AFF-4E6F-8A92-7DBADF24B6A2}" srcId="{7ABBEAF7-C373-4176-BC82-DCCB6D5E3E26}" destId="{68AF6AC4-A157-413E-A943-77A2B593809A}" srcOrd="1" destOrd="0" parTransId="{A0FB97BE-4134-4DB4-88C2-019F601E5B07}" sibTransId="{B74A4E88-AC00-472F-AA92-0C3BFAD673FA}"/>
    <dgm:cxn modelId="{C4C06B3F-5FD2-4A64-824C-3E63187AF6BF}" type="presOf" srcId="{801111EC-7761-4006-9B8D-BDD3478D6A0C}" destId="{E824EC70-AE1E-4100-B32E-97CD66F66319}" srcOrd="0" destOrd="0" presId="urn:microsoft.com/office/officeart/2005/8/layout/process4"/>
    <dgm:cxn modelId="{5DD8715A-6FCC-48EE-B11F-00E577A24C88}" srcId="{7ABBEAF7-C373-4176-BC82-DCCB6D5E3E26}" destId="{838C9766-C422-41F6-872C-5F3EAAA9A94F}" srcOrd="2" destOrd="0" parTransId="{ED85ABCC-1599-46D5-8D79-5F8D47102174}" sibTransId="{0FA9D5B3-0255-46FC-86B3-C2800C42F094}"/>
    <dgm:cxn modelId="{027E675B-E36E-41CB-AF05-682124408BAC}" type="presOf" srcId="{68AF6AC4-A157-413E-A943-77A2B593809A}" destId="{1E9D90BD-C08F-4B8E-BA1A-67740CDA9EFC}" srcOrd="0" destOrd="0" presId="urn:microsoft.com/office/officeart/2005/8/layout/process4"/>
    <dgm:cxn modelId="{B9B3E985-332A-4722-9ADB-FD213F46FD24}" type="presOf" srcId="{7ABBEAF7-C373-4176-BC82-DCCB6D5E3E26}" destId="{6A493627-A8CE-458E-9FA6-3A00EC3686A2}" srcOrd="0" destOrd="0" presId="urn:microsoft.com/office/officeart/2005/8/layout/process4"/>
    <dgm:cxn modelId="{AF6B36D7-D1B2-4822-AE51-2A8BBE43E86B}" type="presOf" srcId="{838C9766-C422-41F6-872C-5F3EAAA9A94F}" destId="{984FAD53-B753-4A58-A177-0DF55E30F75D}" srcOrd="0" destOrd="0" presId="urn:microsoft.com/office/officeart/2005/8/layout/process4"/>
    <dgm:cxn modelId="{37D5568F-2CDE-4094-ACEE-99280B0E7851}" type="presParOf" srcId="{6A493627-A8CE-458E-9FA6-3A00EC3686A2}" destId="{39CF3BA0-AA23-4949-AFA0-BDD50F26DB42}" srcOrd="0" destOrd="0" presId="urn:microsoft.com/office/officeart/2005/8/layout/process4"/>
    <dgm:cxn modelId="{E327B1AA-3D83-4F75-923B-5D9578FCAB83}" type="presParOf" srcId="{39CF3BA0-AA23-4949-AFA0-BDD50F26DB42}" destId="{984FAD53-B753-4A58-A177-0DF55E30F75D}" srcOrd="0" destOrd="0" presId="urn:microsoft.com/office/officeart/2005/8/layout/process4"/>
    <dgm:cxn modelId="{B78FE124-B6A5-4B5A-A82F-0DB8AC56F942}" type="presParOf" srcId="{6A493627-A8CE-458E-9FA6-3A00EC3686A2}" destId="{A1663AA5-740E-4FDF-ADD2-27E43D433575}" srcOrd="1" destOrd="0" presId="urn:microsoft.com/office/officeart/2005/8/layout/process4"/>
    <dgm:cxn modelId="{BA46F452-6351-456C-A882-CC746B8F4780}" type="presParOf" srcId="{6A493627-A8CE-458E-9FA6-3A00EC3686A2}" destId="{5C2994BA-95EC-4AC2-AFA4-1B22FBEBB354}" srcOrd="2" destOrd="0" presId="urn:microsoft.com/office/officeart/2005/8/layout/process4"/>
    <dgm:cxn modelId="{AC365965-F79F-4FB7-A4E8-7D97607DF9A9}" type="presParOf" srcId="{5C2994BA-95EC-4AC2-AFA4-1B22FBEBB354}" destId="{1E9D90BD-C08F-4B8E-BA1A-67740CDA9EFC}" srcOrd="0" destOrd="0" presId="urn:microsoft.com/office/officeart/2005/8/layout/process4"/>
    <dgm:cxn modelId="{C6120EB1-931A-4136-8254-7E9DC3E0FD20}" type="presParOf" srcId="{6A493627-A8CE-458E-9FA6-3A00EC3686A2}" destId="{6B7612A3-1F46-4536-B12F-8EF141796DD7}" srcOrd="3" destOrd="0" presId="urn:microsoft.com/office/officeart/2005/8/layout/process4"/>
    <dgm:cxn modelId="{22EA36C0-78EB-4763-B997-275F1E5B6BDB}" type="presParOf" srcId="{6A493627-A8CE-458E-9FA6-3A00EC3686A2}" destId="{CF8B7011-CFF3-437B-8D62-509F4A4CAC99}" srcOrd="4" destOrd="0" presId="urn:microsoft.com/office/officeart/2005/8/layout/process4"/>
    <dgm:cxn modelId="{5010DCE6-7AA6-43D0-8088-47EA07072850}" type="presParOf" srcId="{CF8B7011-CFF3-437B-8D62-509F4A4CAC99}" destId="{E824EC70-AE1E-4100-B32E-97CD66F663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AD53-B753-4A58-A177-0DF55E30F75D}">
      <dsp:nvSpPr>
        <dsp:cNvPr id="0" name=""/>
        <dsp:cNvSpPr/>
      </dsp:nvSpPr>
      <dsp:spPr>
        <a:xfrm>
          <a:off x="0" y="3804772"/>
          <a:ext cx="4707198" cy="1248811"/>
        </a:xfrm>
        <a:prstGeom prst="rect">
          <a:avLst/>
        </a:prstGeom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3: pick the best function</a:t>
          </a:r>
          <a:endParaRPr lang="zh-TW" altLang="en-US" sz="2800" kern="1200" dirty="0"/>
        </a:p>
      </dsp:txBody>
      <dsp:txXfrm>
        <a:off x="0" y="3804772"/>
        <a:ext cx="4707198" cy="1248811"/>
      </dsp:txXfrm>
    </dsp:sp>
    <dsp:sp modelId="{1E9D90BD-C08F-4B8E-BA1A-67740CDA9EFC}">
      <dsp:nvSpPr>
        <dsp:cNvPr id="0" name=""/>
        <dsp:cNvSpPr/>
      </dsp:nvSpPr>
      <dsp:spPr>
        <a:xfrm rot="10800000">
          <a:off x="0" y="1902832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2: goodness of function</a:t>
          </a:r>
          <a:endParaRPr lang="zh-TW" altLang="en-US" sz="2800" kern="1200" dirty="0"/>
        </a:p>
      </dsp:txBody>
      <dsp:txXfrm rot="10800000">
        <a:off x="0" y="1902832"/>
        <a:ext cx="4707198" cy="1247994"/>
      </dsp:txXfrm>
    </dsp:sp>
    <dsp:sp modelId="{E824EC70-AE1E-4100-B32E-97CD66F66319}">
      <dsp:nvSpPr>
        <dsp:cNvPr id="0" name=""/>
        <dsp:cNvSpPr/>
      </dsp:nvSpPr>
      <dsp:spPr>
        <a:xfrm rot="10800000">
          <a:off x="0" y="893"/>
          <a:ext cx="4707198" cy="1920671"/>
        </a:xfrm>
        <a:prstGeom prst="upArrowCallou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/>
            <a:t>Step 1: define a set of function              </a:t>
          </a:r>
          <a:endParaRPr lang="zh-TW" altLang="en-US" sz="2800" kern="1200" dirty="0"/>
        </a:p>
      </dsp:txBody>
      <dsp:txXfrm rot="10800000">
        <a:off x="0" y="893"/>
        <a:ext cx="4707198" cy="1247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7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5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4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10.wmf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523067"/>
            <a:ext cx="15667355" cy="184573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Tips for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43009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18145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Neural Network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graphicFrame>
        <p:nvGraphicFramePr>
          <p:cNvPr id="1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078347"/>
              </p:ext>
            </p:extLst>
          </p:nvPr>
        </p:nvGraphicFramePr>
        <p:xfrm>
          <a:off x="3615318" y="2494919"/>
          <a:ext cx="4707198" cy="5054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矩形 14"/>
          <p:cNvSpPr/>
          <p:nvPr/>
        </p:nvSpPr>
        <p:spPr>
          <a:xfrm>
            <a:off x="3348548" y="2228876"/>
            <a:ext cx="5281683" cy="56071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下箭號 17"/>
          <p:cNvSpPr/>
          <p:nvPr/>
        </p:nvSpPr>
        <p:spPr>
          <a:xfrm rot="5400000">
            <a:off x="9536745" y="5514645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accent2"/>
                </a:solidFill>
              </a:rPr>
              <a:t>YES</a:t>
            </a:r>
            <a:endParaRPr lang="zh-TW" altLang="en-US" sz="3600" dirty="0">
              <a:solidFill>
                <a:schemeClr val="accent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9487413" y="582458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 rot="5400000">
            <a:off x="9536745" y="2123666"/>
            <a:ext cx="818865" cy="2394897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9487413" y="2351124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NO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543994" y="3719160"/>
            <a:ext cx="291193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Overfitting!</a:t>
            </a:r>
            <a:endParaRPr lang="zh-TW" altLang="en-US" sz="4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27760" y="460375"/>
            <a:ext cx="8637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Graphic spid="14" grpId="0">
        <p:bldAsOne/>
      </p:bldGraphic>
      <p:bldP spid="15" grpId="0" bldLvl="0" animBg="1"/>
      <p:bldP spid="18" grpId="0" bldLvl="0" animBg="1"/>
      <p:bldP spid="20" grpId="0" bldLvl="0" animBg="1"/>
      <p:bldP spid="21" grpId="0" bldLvl="0" animBg="1"/>
      <p:bldP spid="24" grpId="0" bldLvl="0" animBg="1"/>
      <p:bldP spid="25" grpId="0" bldLvl="0" animBg="1"/>
      <p:bldP spid="26" grpId="0"/>
      <p:bldP spid="27" grpId="0"/>
      <p:bldP spid="28" grpId="0"/>
      <p:bldP spid="29" grpId="0" bldLvl="0" animBg="1"/>
      <p:bldP spid="30" grpId="0"/>
      <p:bldP spid="2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 not always blame Overfitting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90859" y="8642196"/>
            <a:ext cx="1088116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Deep Residual Learning for Image Recognition</a:t>
            </a:r>
          </a:p>
          <a:p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http://arxiv.org/abs/1512.03385</a:t>
            </a:r>
            <a:endParaRPr lang="en-US" altLang="zh-TW" sz="36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440" y="3247808"/>
            <a:ext cx="6457103" cy="438112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1045216" y="7602641"/>
            <a:ext cx="340535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Testing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35411" y="5656302"/>
            <a:ext cx="2938625" cy="73866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4200" dirty="0">
                <a:solidFill>
                  <a:schemeClr val="tx1"/>
                </a:solidFill>
              </a:rPr>
              <a:t>Overfitting?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165" y="3152369"/>
            <a:ext cx="6772275" cy="457200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525255" y="7672700"/>
            <a:ext cx="340535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Training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1953" y="2853840"/>
            <a:ext cx="3332480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3600" dirty="0"/>
              <a:t>Not well trained</a:t>
            </a:r>
            <a:endParaRPr lang="zh-TW" altLang="en-US" sz="3600" dirty="0"/>
          </a:p>
        </p:txBody>
      </p:sp>
      <p:cxnSp>
        <p:nvCxnSpPr>
          <p:cNvPr id="12" name="直線單箭頭接點 11"/>
          <p:cNvCxnSpPr>
            <a:endCxn id="10" idx="2"/>
          </p:cNvCxnSpPr>
          <p:nvPr/>
        </p:nvCxnSpPr>
        <p:spPr>
          <a:xfrm flipV="1">
            <a:off x="12411561" y="5248455"/>
            <a:ext cx="1511829" cy="128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http://www.mobanwang.com/icon/UploadFiles_8971/200909/20090903224008317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3360" y="5481105"/>
            <a:ext cx="1177100" cy="11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9" grpId="0"/>
      <p:bldP spid="1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7352445" y="8051181"/>
            <a:ext cx="4147001" cy="1993013"/>
            <a:chOff x="6018023" y="4983224"/>
            <a:chExt cx="2764667" cy="132867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018023" y="4983224"/>
              <a:ext cx="2764667" cy="1328675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6707786" y="5210235"/>
              <a:ext cx="1837691" cy="79925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Neural Network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4" name="右彎箭號 23"/>
          <p:cNvSpPr/>
          <p:nvPr/>
        </p:nvSpPr>
        <p:spPr>
          <a:xfrm flipV="1">
            <a:off x="5736179" y="7945110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234905" y="460556"/>
            <a:ext cx="653045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" name="文字方塊 2"/>
          <p:cNvSpPr txBox="1"/>
          <p:nvPr/>
        </p:nvSpPr>
        <p:spPr>
          <a:xfrm>
            <a:off x="3555575" y="3157218"/>
            <a:ext cx="5936307" cy="1383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chemeClr val="tx1"/>
                </a:solidFill>
              </a:rPr>
              <a:t>Different approaches for different problems.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667816" y="5083176"/>
            <a:ext cx="566462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e.g. dropout for good results on testing data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cxnSp>
        <p:nvCxnSpPr>
          <p:cNvPr id="33" name="直線單箭頭接點 32"/>
          <p:cNvCxnSpPr>
            <a:endCxn id="9" idx="1"/>
          </p:cNvCxnSpPr>
          <p:nvPr/>
        </p:nvCxnSpPr>
        <p:spPr>
          <a:xfrm flipV="1">
            <a:off x="9503639" y="3438939"/>
            <a:ext cx="1778112" cy="4338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cxnSpLocks/>
            <a:endCxn id="10" idx="1"/>
          </p:cNvCxnSpPr>
          <p:nvPr/>
        </p:nvCxnSpPr>
        <p:spPr>
          <a:xfrm>
            <a:off x="9491882" y="3872799"/>
            <a:ext cx="1803849" cy="283929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3234905" y="460556"/>
            <a:ext cx="653045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1" y="5683963"/>
            <a:ext cx="4165368" cy="141987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 to get the power of Deep …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23" y="2197421"/>
            <a:ext cx="11952876" cy="778748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326223" y="7728902"/>
            <a:ext cx="11952876" cy="73723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tx1"/>
                </a:solidFill>
              </a:rPr>
              <a:t>Deeper usually does not imply better.</a:t>
            </a:r>
            <a:endParaRPr lang="zh-TW" altLang="en-US" sz="420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74728" y="5303768"/>
            <a:ext cx="5631473" cy="982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Results on Training Data</a:t>
            </a:r>
            <a:endParaRPr lang="zh-TW" altLang="en-US" sz="3600" dirty="0"/>
          </a:p>
        </p:txBody>
      </p:sp>
      <p:cxnSp>
        <p:nvCxnSpPr>
          <p:cNvPr id="6" name="直線單箭頭接點 5"/>
          <p:cNvCxnSpPr>
            <a:stCxn id="4" idx="0"/>
          </p:cNvCxnSpPr>
          <p:nvPr/>
        </p:nvCxnSpPr>
        <p:spPr>
          <a:xfrm flipV="1">
            <a:off x="8690465" y="4185767"/>
            <a:ext cx="1082186" cy="11180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129" name="矩形圖說文字 128"/>
          <p:cNvSpPr/>
          <p:nvPr/>
        </p:nvSpPr>
        <p:spPr>
          <a:xfrm>
            <a:off x="9088058" y="6512994"/>
            <a:ext cx="3964524" cy="803948"/>
          </a:xfrm>
          <a:prstGeom prst="wedgeRectCallout">
            <a:avLst>
              <a:gd name="adj1" fmla="val -190"/>
              <a:gd name="adj2" fmla="val -17915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gradients</a:t>
            </a:r>
            <a:endParaRPr lang="zh-TW" altLang="en-US" sz="3600" dirty="0"/>
          </a:p>
        </p:txBody>
      </p:sp>
      <p:sp>
        <p:nvSpPr>
          <p:cNvPr id="131" name="矩形 130"/>
          <p:cNvSpPr/>
          <p:nvPr/>
        </p:nvSpPr>
        <p:spPr>
          <a:xfrm>
            <a:off x="3790145" y="8524625"/>
            <a:ext cx="3964524" cy="8358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Almost random</a:t>
            </a:r>
            <a:endParaRPr lang="zh-TW" altLang="en-US" sz="3600" dirty="0"/>
          </a:p>
        </p:txBody>
      </p:sp>
      <p:sp>
        <p:nvSpPr>
          <p:cNvPr id="132" name="矩形 131"/>
          <p:cNvSpPr/>
          <p:nvPr/>
        </p:nvSpPr>
        <p:spPr>
          <a:xfrm>
            <a:off x="9099557" y="8516429"/>
            <a:ext cx="3953025" cy="8358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Already converge</a:t>
            </a:r>
            <a:endParaRPr lang="zh-TW" altLang="en-US" sz="3600" dirty="0"/>
          </a:p>
        </p:txBody>
      </p:sp>
      <p:sp>
        <p:nvSpPr>
          <p:cNvPr id="134" name="矩形 133"/>
          <p:cNvSpPr/>
          <p:nvPr/>
        </p:nvSpPr>
        <p:spPr>
          <a:xfrm>
            <a:off x="3790145" y="7533236"/>
            <a:ext cx="3964524" cy="8377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Learn very slow</a:t>
            </a:r>
            <a:endParaRPr lang="zh-TW" altLang="en-US" sz="3600" dirty="0"/>
          </a:p>
        </p:txBody>
      </p:sp>
      <p:sp>
        <p:nvSpPr>
          <p:cNvPr id="136" name="矩形 135"/>
          <p:cNvSpPr/>
          <p:nvPr/>
        </p:nvSpPr>
        <p:spPr>
          <a:xfrm>
            <a:off x="9092994" y="7535138"/>
            <a:ext cx="3959588" cy="8358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Learn very fast</a:t>
            </a:r>
            <a:endParaRPr lang="zh-TW" altLang="en-US" sz="3600" dirty="0"/>
          </a:p>
        </p:txBody>
      </p:sp>
      <p:sp>
        <p:nvSpPr>
          <p:cNvPr id="137" name="矩形 136"/>
          <p:cNvSpPr/>
          <p:nvPr/>
        </p:nvSpPr>
        <p:spPr>
          <a:xfrm>
            <a:off x="6630459" y="228290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8" name="矩形 137"/>
          <p:cNvSpPr/>
          <p:nvPr/>
        </p:nvSpPr>
        <p:spPr>
          <a:xfrm>
            <a:off x="8618838" y="225838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9" name="矩形 138"/>
          <p:cNvSpPr/>
          <p:nvPr/>
        </p:nvSpPr>
        <p:spPr>
          <a:xfrm>
            <a:off x="11668844" y="2299094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1" name="矩形 140"/>
          <p:cNvSpPr/>
          <p:nvPr/>
        </p:nvSpPr>
        <p:spPr>
          <a:xfrm>
            <a:off x="4855805" y="2324363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2" name="直線單箭頭接點 141"/>
          <p:cNvCxnSpPr/>
          <p:nvPr/>
        </p:nvCxnSpPr>
        <p:spPr>
          <a:xfrm>
            <a:off x="12249054" y="3871724"/>
            <a:ext cx="1051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/>
          <p:nvPr/>
        </p:nvCxnSpPr>
        <p:spPr>
          <a:xfrm>
            <a:off x="12413028" y="5740559"/>
            <a:ext cx="8879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>
            <a:off x="12213228" y="2703519"/>
            <a:ext cx="10877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4958387" y="3400902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6" name="矩形 145"/>
          <p:cNvSpPr/>
          <p:nvPr/>
        </p:nvSpPr>
        <p:spPr>
          <a:xfrm>
            <a:off x="4967114" y="254540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47" name="Object 12"/>
          <p:cNvGraphicFramePr>
            <a:graphicFrameLocks noChangeAspect="1"/>
          </p:cNvGraphicFramePr>
          <p:nvPr/>
        </p:nvGraphicFramePr>
        <p:xfrm>
          <a:off x="4986162" y="2402534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14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162" y="2402534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2"/>
          <p:cNvGraphicFramePr>
            <a:graphicFrameLocks noChangeAspect="1"/>
          </p:cNvGraphicFramePr>
          <p:nvPr/>
        </p:nvGraphicFramePr>
        <p:xfrm>
          <a:off x="4994106" y="327662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1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106" y="327662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橢圓 148"/>
          <p:cNvSpPr/>
          <p:nvPr/>
        </p:nvSpPr>
        <p:spPr>
          <a:xfrm>
            <a:off x="6776124" y="229940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0" name="橢圓 149"/>
          <p:cNvSpPr/>
          <p:nvPr/>
        </p:nvSpPr>
        <p:spPr>
          <a:xfrm>
            <a:off x="6779637" y="3467259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1" name="橢圓 150"/>
          <p:cNvSpPr/>
          <p:nvPr/>
        </p:nvSpPr>
        <p:spPr>
          <a:xfrm>
            <a:off x="6762188" y="5309277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2" name="文字方塊 151"/>
          <p:cNvSpPr txBox="1"/>
          <p:nvPr/>
        </p:nvSpPr>
        <p:spPr>
          <a:xfrm rot="5400000">
            <a:off x="6758067" y="444271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53" name="矩形 152"/>
          <p:cNvSpPr/>
          <p:nvPr/>
        </p:nvSpPr>
        <p:spPr>
          <a:xfrm>
            <a:off x="4972674" y="5497538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54" name="Object 12"/>
          <p:cNvGraphicFramePr>
            <a:graphicFrameLocks noChangeAspect="1"/>
          </p:cNvGraphicFramePr>
          <p:nvPr/>
        </p:nvGraphicFramePr>
        <p:xfrm>
          <a:off x="4968000" y="5353157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15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000" y="5353157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文字方塊 154"/>
          <p:cNvSpPr txBox="1"/>
          <p:nvPr/>
        </p:nvSpPr>
        <p:spPr>
          <a:xfrm rot="5400000">
            <a:off x="4786572" y="4424951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56" name="橢圓 155"/>
          <p:cNvSpPr/>
          <p:nvPr/>
        </p:nvSpPr>
        <p:spPr>
          <a:xfrm>
            <a:off x="8749467" y="229940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7" name="橢圓 156"/>
          <p:cNvSpPr/>
          <p:nvPr/>
        </p:nvSpPr>
        <p:spPr>
          <a:xfrm>
            <a:off x="8752980" y="3467259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8" name="橢圓 157"/>
          <p:cNvSpPr/>
          <p:nvPr/>
        </p:nvSpPr>
        <p:spPr>
          <a:xfrm>
            <a:off x="8735531" y="530927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9" name="文字方塊 158"/>
          <p:cNvSpPr txBox="1"/>
          <p:nvPr/>
        </p:nvSpPr>
        <p:spPr>
          <a:xfrm rot="5400000">
            <a:off x="8731410" y="444271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0" name="橢圓 159"/>
          <p:cNvSpPr/>
          <p:nvPr/>
        </p:nvSpPr>
        <p:spPr>
          <a:xfrm>
            <a:off x="11782610" y="228693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1" name="橢圓 160"/>
          <p:cNvSpPr/>
          <p:nvPr/>
        </p:nvSpPr>
        <p:spPr>
          <a:xfrm>
            <a:off x="11786123" y="3426798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2" name="橢圓 161"/>
          <p:cNvSpPr/>
          <p:nvPr/>
        </p:nvSpPr>
        <p:spPr>
          <a:xfrm>
            <a:off x="11796665" y="5296808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3" name="文字方塊 162"/>
          <p:cNvSpPr txBox="1"/>
          <p:nvPr/>
        </p:nvSpPr>
        <p:spPr>
          <a:xfrm rot="5400000">
            <a:off x="11792544" y="4425503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4" name="文字方塊 163"/>
          <p:cNvSpPr txBox="1"/>
          <p:nvPr/>
        </p:nvSpPr>
        <p:spPr>
          <a:xfrm>
            <a:off x="9607535" y="221152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5" name="文字方塊 164"/>
          <p:cNvSpPr txBox="1"/>
          <p:nvPr/>
        </p:nvSpPr>
        <p:spPr>
          <a:xfrm>
            <a:off x="9633969" y="3389777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166" name="文字方塊 165"/>
          <p:cNvSpPr txBox="1"/>
          <p:nvPr/>
        </p:nvSpPr>
        <p:spPr>
          <a:xfrm>
            <a:off x="9652239" y="5274215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cxnSp>
        <p:nvCxnSpPr>
          <p:cNvPr id="167" name="直線單箭頭接點 166"/>
          <p:cNvCxnSpPr>
            <a:stCxn id="149" idx="6"/>
            <a:endCxn id="156" idx="2"/>
          </p:cNvCxnSpPr>
          <p:nvPr/>
        </p:nvCxnSpPr>
        <p:spPr>
          <a:xfrm>
            <a:off x="7637361" y="2730023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/>
          <p:cNvCxnSpPr/>
          <p:nvPr/>
        </p:nvCxnSpPr>
        <p:spPr>
          <a:xfrm>
            <a:off x="7637361" y="391765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/>
          <p:cNvCxnSpPr/>
          <p:nvPr/>
        </p:nvCxnSpPr>
        <p:spPr>
          <a:xfrm>
            <a:off x="7623425" y="575060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>
            <a:stCxn id="150" idx="6"/>
            <a:endCxn id="156" idx="2"/>
          </p:cNvCxnSpPr>
          <p:nvPr/>
        </p:nvCxnSpPr>
        <p:spPr>
          <a:xfrm flipV="1">
            <a:off x="7640874" y="2730023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/>
          <p:cNvCxnSpPr>
            <a:stCxn id="149" idx="6"/>
            <a:endCxn id="157" idx="2"/>
          </p:cNvCxnSpPr>
          <p:nvPr/>
        </p:nvCxnSpPr>
        <p:spPr>
          <a:xfrm>
            <a:off x="7637361" y="2730023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單箭頭接點 171"/>
          <p:cNvCxnSpPr>
            <a:stCxn id="149" idx="6"/>
            <a:endCxn id="158" idx="2"/>
          </p:cNvCxnSpPr>
          <p:nvPr/>
        </p:nvCxnSpPr>
        <p:spPr>
          <a:xfrm>
            <a:off x="7637361" y="2730023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/>
          <p:cNvCxnSpPr>
            <a:stCxn id="150" idx="6"/>
            <a:endCxn id="158" idx="2"/>
          </p:cNvCxnSpPr>
          <p:nvPr/>
        </p:nvCxnSpPr>
        <p:spPr>
          <a:xfrm>
            <a:off x="7640874" y="3897878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單箭頭接點 173"/>
          <p:cNvCxnSpPr>
            <a:stCxn id="151" idx="6"/>
            <a:endCxn id="156" idx="2"/>
          </p:cNvCxnSpPr>
          <p:nvPr/>
        </p:nvCxnSpPr>
        <p:spPr>
          <a:xfrm flipV="1">
            <a:off x="7623425" y="2730023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/>
          <p:cNvCxnSpPr>
            <a:stCxn id="151" idx="6"/>
            <a:endCxn id="157" idx="2"/>
          </p:cNvCxnSpPr>
          <p:nvPr/>
        </p:nvCxnSpPr>
        <p:spPr>
          <a:xfrm flipV="1">
            <a:off x="7623425" y="3897878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/>
          <p:cNvCxnSpPr>
            <a:endCxn id="149" idx="2"/>
          </p:cNvCxnSpPr>
          <p:nvPr/>
        </p:nvCxnSpPr>
        <p:spPr>
          <a:xfrm flipV="1">
            <a:off x="5487024" y="2730023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單箭頭接點 176"/>
          <p:cNvCxnSpPr>
            <a:stCxn id="146" idx="3"/>
            <a:endCxn id="150" idx="2"/>
          </p:cNvCxnSpPr>
          <p:nvPr/>
        </p:nvCxnSpPr>
        <p:spPr>
          <a:xfrm>
            <a:off x="5481464" y="2802584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/>
          <p:cNvCxnSpPr>
            <a:stCxn id="146" idx="3"/>
            <a:endCxn id="151" idx="2"/>
          </p:cNvCxnSpPr>
          <p:nvPr/>
        </p:nvCxnSpPr>
        <p:spPr>
          <a:xfrm>
            <a:off x="5481464" y="2802584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>
            <a:stCxn id="148" idx="3"/>
            <a:endCxn id="149" idx="2"/>
          </p:cNvCxnSpPr>
          <p:nvPr/>
        </p:nvCxnSpPr>
        <p:spPr>
          <a:xfrm flipV="1">
            <a:off x="5522744" y="2730023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單箭頭接點 179"/>
          <p:cNvCxnSpPr>
            <a:stCxn id="145" idx="3"/>
            <a:endCxn id="150" idx="2"/>
          </p:cNvCxnSpPr>
          <p:nvPr/>
        </p:nvCxnSpPr>
        <p:spPr>
          <a:xfrm>
            <a:off x="5472737" y="3658077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單箭頭接點 180"/>
          <p:cNvCxnSpPr>
            <a:stCxn id="145" idx="3"/>
            <a:endCxn id="151" idx="2"/>
          </p:cNvCxnSpPr>
          <p:nvPr/>
        </p:nvCxnSpPr>
        <p:spPr>
          <a:xfrm>
            <a:off x="5472737" y="3658077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單箭頭接點 181"/>
          <p:cNvCxnSpPr>
            <a:stCxn id="154" idx="3"/>
            <a:endCxn id="149" idx="2"/>
          </p:cNvCxnSpPr>
          <p:nvPr/>
        </p:nvCxnSpPr>
        <p:spPr>
          <a:xfrm flipV="1">
            <a:off x="5579982" y="2730023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>
            <a:stCxn id="154" idx="3"/>
            <a:endCxn id="150" idx="2"/>
          </p:cNvCxnSpPr>
          <p:nvPr/>
        </p:nvCxnSpPr>
        <p:spPr>
          <a:xfrm flipV="1">
            <a:off x="5540429" y="3897878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>
            <a:stCxn id="154" idx="3"/>
            <a:endCxn id="151" idx="2"/>
          </p:cNvCxnSpPr>
          <p:nvPr/>
        </p:nvCxnSpPr>
        <p:spPr>
          <a:xfrm>
            <a:off x="5540429" y="5719787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13077560" y="2233853"/>
            <a:ext cx="1383664" cy="3833913"/>
            <a:chOff x="7534121" y="1462486"/>
            <a:chExt cx="922443" cy="2555942"/>
          </a:xfrm>
        </p:grpSpPr>
        <p:sp>
          <p:nvSpPr>
            <p:cNvPr id="185" name="文字方塊 184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186" name="文字方塊 185"/>
            <p:cNvSpPr txBox="1"/>
            <p:nvPr/>
          </p:nvSpPr>
          <p:spPr>
            <a:xfrm>
              <a:off x="7679807" y="1462486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1</a:t>
              </a:r>
              <a:endParaRPr lang="zh-TW" altLang="en-US" sz="4200" baseline="-25000" dirty="0"/>
            </a:p>
          </p:txBody>
        </p:sp>
        <p:sp>
          <p:nvSpPr>
            <p:cNvPr id="187" name="文字方塊 186"/>
            <p:cNvSpPr txBox="1"/>
            <p:nvPr/>
          </p:nvSpPr>
          <p:spPr>
            <a:xfrm>
              <a:off x="7668524" y="2260706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/>
                <a:t>y</a:t>
              </a:r>
              <a:r>
                <a:rPr lang="en-US" altLang="zh-TW" sz="4200" baseline="-25000" dirty="0"/>
                <a:t>2</a:t>
              </a:r>
              <a:endParaRPr lang="zh-TW" altLang="en-US" sz="4200" baseline="-25000" dirty="0"/>
            </a:p>
          </p:txBody>
        </p:sp>
        <p:sp>
          <p:nvSpPr>
            <p:cNvPr id="188" name="文字方塊 187"/>
            <p:cNvSpPr txBox="1"/>
            <p:nvPr/>
          </p:nvSpPr>
          <p:spPr>
            <a:xfrm>
              <a:off x="7668524" y="3526938"/>
              <a:ext cx="631069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200" dirty="0" err="1"/>
                <a:t>y</a:t>
              </a:r>
              <a:r>
                <a:rPr lang="en-US" altLang="zh-TW" sz="4200" baseline="-25000" dirty="0" err="1"/>
                <a:t>M</a:t>
              </a:r>
              <a:endParaRPr lang="zh-TW" altLang="en-US" sz="4200" baseline="-25000" dirty="0"/>
            </a:p>
          </p:txBody>
        </p:sp>
      </p:grpSp>
      <p:cxnSp>
        <p:nvCxnSpPr>
          <p:cNvPr id="189" name="直線單箭頭接點 188"/>
          <p:cNvCxnSpPr/>
          <p:nvPr/>
        </p:nvCxnSpPr>
        <p:spPr>
          <a:xfrm>
            <a:off x="10673510" y="2747397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單箭頭接點 189"/>
          <p:cNvCxnSpPr/>
          <p:nvPr/>
        </p:nvCxnSpPr>
        <p:spPr>
          <a:xfrm>
            <a:off x="10673510" y="3935025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>
            <a:off x="10659573" y="5767979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/>
          <p:nvPr/>
        </p:nvCxnSpPr>
        <p:spPr>
          <a:xfrm flipV="1">
            <a:off x="10677023" y="2747397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/>
          <p:nvPr/>
        </p:nvCxnSpPr>
        <p:spPr>
          <a:xfrm>
            <a:off x="10673510" y="2747397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/>
          <p:cNvCxnSpPr/>
          <p:nvPr/>
        </p:nvCxnSpPr>
        <p:spPr>
          <a:xfrm>
            <a:off x="10673510" y="2747397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/>
          <p:cNvCxnSpPr/>
          <p:nvPr/>
        </p:nvCxnSpPr>
        <p:spPr>
          <a:xfrm>
            <a:off x="10677023" y="3915252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單箭頭接點 195"/>
          <p:cNvCxnSpPr/>
          <p:nvPr/>
        </p:nvCxnSpPr>
        <p:spPr>
          <a:xfrm flipV="1">
            <a:off x="10659573" y="2747397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單箭頭接點 196"/>
          <p:cNvCxnSpPr/>
          <p:nvPr/>
        </p:nvCxnSpPr>
        <p:spPr>
          <a:xfrm flipV="1">
            <a:off x="10659573" y="3915252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圖說文字 127"/>
          <p:cNvSpPr/>
          <p:nvPr/>
        </p:nvSpPr>
        <p:spPr>
          <a:xfrm>
            <a:off x="3790145" y="6491334"/>
            <a:ext cx="3964524" cy="847271"/>
          </a:xfrm>
          <a:prstGeom prst="wedgeRectCallout">
            <a:avLst>
              <a:gd name="adj1" fmla="val 4384"/>
              <a:gd name="adj2" fmla="val -2095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gradients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ldLvl="0" animBg="1"/>
      <p:bldP spid="132" grpId="0" bldLvl="0" animBg="1"/>
      <p:bldP spid="134" grpId="0" bldLvl="0" animBg="1"/>
      <p:bldP spid="13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4225769" y="2814720"/>
            <a:ext cx="865716" cy="4101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9" name="矩形 128"/>
          <p:cNvSpPr/>
          <p:nvPr/>
        </p:nvSpPr>
        <p:spPr>
          <a:xfrm>
            <a:off x="11750147" y="2865675"/>
            <a:ext cx="865716" cy="4101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Vanishing Gradient Problem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5003630" y="2937048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2" name="矩形 61"/>
          <p:cNvSpPr/>
          <p:nvPr/>
        </p:nvSpPr>
        <p:spPr>
          <a:xfrm>
            <a:off x="6992009" y="2912528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0042014" y="2953241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3228975" y="2978510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5" name="直線單箭頭接點 64"/>
          <p:cNvCxnSpPr/>
          <p:nvPr/>
        </p:nvCxnSpPr>
        <p:spPr>
          <a:xfrm>
            <a:off x="10622225" y="4525871"/>
            <a:ext cx="1051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10786199" y="6394706"/>
            <a:ext cx="8879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10586399" y="3357666"/>
            <a:ext cx="10877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3331557" y="4055049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3340284" y="3199556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0" name="Object 12"/>
          <p:cNvGraphicFramePr>
            <a:graphicFrameLocks noChangeAspect="1"/>
          </p:cNvGraphicFramePr>
          <p:nvPr/>
        </p:nvGraphicFramePr>
        <p:xfrm>
          <a:off x="3359333" y="3056681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7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333" y="3056681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2"/>
          <p:cNvGraphicFramePr>
            <a:graphicFrameLocks noChangeAspect="1"/>
          </p:cNvGraphicFramePr>
          <p:nvPr/>
        </p:nvGraphicFramePr>
        <p:xfrm>
          <a:off x="3367277" y="3930774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7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277" y="3930774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橢圓 71"/>
          <p:cNvSpPr/>
          <p:nvPr/>
        </p:nvSpPr>
        <p:spPr>
          <a:xfrm>
            <a:off x="5149295" y="2953551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橢圓 72"/>
          <p:cNvSpPr/>
          <p:nvPr/>
        </p:nvSpPr>
        <p:spPr>
          <a:xfrm>
            <a:off x="5152808" y="412140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橢圓 73"/>
          <p:cNvSpPr/>
          <p:nvPr/>
        </p:nvSpPr>
        <p:spPr>
          <a:xfrm>
            <a:off x="5135358" y="596342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文字方塊 74"/>
          <p:cNvSpPr txBox="1"/>
          <p:nvPr/>
        </p:nvSpPr>
        <p:spPr>
          <a:xfrm rot="5400000">
            <a:off x="5131238" y="509686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6" name="矩形 75"/>
          <p:cNvSpPr/>
          <p:nvPr/>
        </p:nvSpPr>
        <p:spPr>
          <a:xfrm>
            <a:off x="3345845" y="615168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7" name="Object 12"/>
          <p:cNvGraphicFramePr>
            <a:graphicFrameLocks noChangeAspect="1"/>
          </p:cNvGraphicFramePr>
          <p:nvPr/>
        </p:nvGraphicFramePr>
        <p:xfrm>
          <a:off x="3341171" y="6007304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7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171" y="6007304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字方塊 77"/>
          <p:cNvSpPr txBox="1"/>
          <p:nvPr/>
        </p:nvSpPr>
        <p:spPr>
          <a:xfrm rot="5400000">
            <a:off x="3159743" y="5079098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9" name="橢圓 78"/>
          <p:cNvSpPr/>
          <p:nvPr/>
        </p:nvSpPr>
        <p:spPr>
          <a:xfrm>
            <a:off x="7122638" y="295355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0" name="橢圓 79"/>
          <p:cNvSpPr/>
          <p:nvPr/>
        </p:nvSpPr>
        <p:spPr>
          <a:xfrm>
            <a:off x="7126151" y="412140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橢圓 80"/>
          <p:cNvSpPr/>
          <p:nvPr/>
        </p:nvSpPr>
        <p:spPr>
          <a:xfrm>
            <a:off x="7108701" y="596342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2" name="文字方塊 81"/>
          <p:cNvSpPr txBox="1"/>
          <p:nvPr/>
        </p:nvSpPr>
        <p:spPr>
          <a:xfrm rot="5400000">
            <a:off x="7104581" y="509686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3" name="橢圓 82"/>
          <p:cNvSpPr/>
          <p:nvPr/>
        </p:nvSpPr>
        <p:spPr>
          <a:xfrm>
            <a:off x="10155780" y="2941082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4" name="橢圓 83"/>
          <p:cNvSpPr/>
          <p:nvPr/>
        </p:nvSpPr>
        <p:spPr>
          <a:xfrm>
            <a:off x="10159293" y="408094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5" name="橢圓 84"/>
          <p:cNvSpPr/>
          <p:nvPr/>
        </p:nvSpPr>
        <p:spPr>
          <a:xfrm>
            <a:off x="10169835" y="595095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文字方塊 85"/>
          <p:cNvSpPr txBox="1"/>
          <p:nvPr/>
        </p:nvSpPr>
        <p:spPr>
          <a:xfrm rot="5400000">
            <a:off x="10165715" y="5079650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7980705" y="2865675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8007140" y="4043924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8025409" y="5928362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cxnSp>
        <p:nvCxnSpPr>
          <p:cNvPr id="90" name="直線單箭頭接點 89"/>
          <p:cNvCxnSpPr>
            <a:stCxn id="72" idx="6"/>
            <a:endCxn id="79" idx="2"/>
          </p:cNvCxnSpPr>
          <p:nvPr/>
        </p:nvCxnSpPr>
        <p:spPr>
          <a:xfrm>
            <a:off x="6010532" y="3384170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>
            <a:off x="6010532" y="4571798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5996595" y="6404751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73" idx="6"/>
            <a:endCxn id="79" idx="2"/>
          </p:cNvCxnSpPr>
          <p:nvPr/>
        </p:nvCxnSpPr>
        <p:spPr>
          <a:xfrm flipV="1">
            <a:off x="6014045" y="3384170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72" idx="6"/>
            <a:endCxn id="80" idx="2"/>
          </p:cNvCxnSpPr>
          <p:nvPr/>
        </p:nvCxnSpPr>
        <p:spPr>
          <a:xfrm>
            <a:off x="6010532" y="3384170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72" idx="6"/>
            <a:endCxn id="81" idx="2"/>
          </p:cNvCxnSpPr>
          <p:nvPr/>
        </p:nvCxnSpPr>
        <p:spPr>
          <a:xfrm>
            <a:off x="6010532" y="3384170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73" idx="6"/>
            <a:endCxn id="81" idx="2"/>
          </p:cNvCxnSpPr>
          <p:nvPr/>
        </p:nvCxnSpPr>
        <p:spPr>
          <a:xfrm>
            <a:off x="6014045" y="4552025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stCxn id="74" idx="6"/>
            <a:endCxn id="79" idx="2"/>
          </p:cNvCxnSpPr>
          <p:nvPr/>
        </p:nvCxnSpPr>
        <p:spPr>
          <a:xfrm flipV="1">
            <a:off x="5996595" y="3384170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stCxn id="74" idx="6"/>
            <a:endCxn id="80" idx="2"/>
          </p:cNvCxnSpPr>
          <p:nvPr/>
        </p:nvCxnSpPr>
        <p:spPr>
          <a:xfrm flipV="1">
            <a:off x="5996595" y="4552025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endCxn id="72" idx="2"/>
          </p:cNvCxnSpPr>
          <p:nvPr/>
        </p:nvCxnSpPr>
        <p:spPr>
          <a:xfrm flipV="1">
            <a:off x="3860195" y="3384170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stCxn id="69" idx="3"/>
            <a:endCxn id="73" idx="2"/>
          </p:cNvCxnSpPr>
          <p:nvPr/>
        </p:nvCxnSpPr>
        <p:spPr>
          <a:xfrm>
            <a:off x="3854634" y="3456731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>
            <a:stCxn id="69" idx="3"/>
            <a:endCxn id="74" idx="2"/>
          </p:cNvCxnSpPr>
          <p:nvPr/>
        </p:nvCxnSpPr>
        <p:spPr>
          <a:xfrm>
            <a:off x="3854634" y="3456731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71" idx="3"/>
            <a:endCxn id="72" idx="2"/>
          </p:cNvCxnSpPr>
          <p:nvPr/>
        </p:nvCxnSpPr>
        <p:spPr>
          <a:xfrm flipV="1">
            <a:off x="3895914" y="3384170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68" idx="3"/>
            <a:endCxn id="73" idx="2"/>
          </p:cNvCxnSpPr>
          <p:nvPr/>
        </p:nvCxnSpPr>
        <p:spPr>
          <a:xfrm>
            <a:off x="3845907" y="4312224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68" idx="3"/>
            <a:endCxn id="74" idx="2"/>
          </p:cNvCxnSpPr>
          <p:nvPr/>
        </p:nvCxnSpPr>
        <p:spPr>
          <a:xfrm>
            <a:off x="3845907" y="4312224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77" idx="3"/>
            <a:endCxn id="72" idx="2"/>
          </p:cNvCxnSpPr>
          <p:nvPr/>
        </p:nvCxnSpPr>
        <p:spPr>
          <a:xfrm flipV="1">
            <a:off x="3953153" y="3384170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77" idx="3"/>
            <a:endCxn id="73" idx="2"/>
          </p:cNvCxnSpPr>
          <p:nvPr/>
        </p:nvCxnSpPr>
        <p:spPr>
          <a:xfrm flipV="1">
            <a:off x="3913599" y="4552025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77" idx="3"/>
            <a:endCxn id="74" idx="2"/>
          </p:cNvCxnSpPr>
          <p:nvPr/>
        </p:nvCxnSpPr>
        <p:spPr>
          <a:xfrm>
            <a:off x="3913599" y="6373934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群組 107"/>
          <p:cNvGrpSpPr/>
          <p:nvPr/>
        </p:nvGrpSpPr>
        <p:grpSpPr>
          <a:xfrm>
            <a:off x="11450730" y="2888000"/>
            <a:ext cx="1383664" cy="3833913"/>
            <a:chOff x="7534121" y="1462486"/>
            <a:chExt cx="922443" cy="2555942"/>
          </a:xfrm>
        </p:grpSpPr>
        <p:sp>
          <p:nvSpPr>
            <p:cNvPr id="109" name="文字方塊 108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/>
                <p:cNvSpPr txBox="1"/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12" name="文字方塊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3" name="直線單箭頭接點 112"/>
          <p:cNvCxnSpPr/>
          <p:nvPr/>
        </p:nvCxnSpPr>
        <p:spPr>
          <a:xfrm>
            <a:off x="9046680" y="3401544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9046680" y="4589172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9032744" y="6422126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/>
          <p:nvPr/>
        </p:nvCxnSpPr>
        <p:spPr>
          <a:xfrm flipV="1">
            <a:off x="9050193" y="3401544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9046680" y="3401544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9046680" y="3401544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9050193" y="4569399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 flipV="1">
            <a:off x="9032744" y="3401544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V="1">
            <a:off x="9032744" y="4569399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群組 123"/>
          <p:cNvGrpSpPr/>
          <p:nvPr/>
        </p:nvGrpSpPr>
        <p:grpSpPr>
          <a:xfrm>
            <a:off x="14007237" y="2937048"/>
            <a:ext cx="1383664" cy="3833913"/>
            <a:chOff x="7534121" y="1462486"/>
            <a:chExt cx="922443" cy="2555942"/>
          </a:xfrm>
        </p:grpSpPr>
        <p:sp>
          <p:nvSpPr>
            <p:cNvPr id="125" name="文字方塊 124"/>
            <p:cNvSpPr txBox="1"/>
            <p:nvPr/>
          </p:nvSpPr>
          <p:spPr>
            <a:xfrm rot="5400000">
              <a:off x="7610714" y="2981307"/>
              <a:ext cx="769257" cy="92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/>
                <p:cNvSpPr txBox="1"/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6" name="文字方塊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807" y="1462486"/>
                  <a:ext cx="631069" cy="49149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126"/>
                <p:cNvSpPr txBox="1"/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7" name="文字方塊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2260706"/>
                  <a:ext cx="631069" cy="49149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4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zh-TW" altLang="en-US" sz="4200" baseline="-250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524" y="3526938"/>
                  <a:ext cx="631069" cy="49149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左-右雙向箭號 130"/>
          <p:cNvSpPr/>
          <p:nvPr/>
        </p:nvSpPr>
        <p:spPr>
          <a:xfrm>
            <a:off x="12771434" y="4459602"/>
            <a:ext cx="1395105" cy="66947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13073750" y="5116730"/>
                <a:ext cx="43434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750" y="5116730"/>
                <a:ext cx="434340" cy="645160"/>
              </a:xfrm>
              <a:prstGeom prst="rect">
                <a:avLst/>
              </a:prstGeom>
              <a:blipFill rotWithShape="1">
                <a:blip r:embed="rId15"/>
                <a:stretch>
                  <a:fillRect l="-85" t="-83" r="85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文字方塊 132"/>
          <p:cNvSpPr txBox="1"/>
          <p:nvPr/>
        </p:nvSpPr>
        <p:spPr>
          <a:xfrm>
            <a:off x="3721449" y="8122394"/>
            <a:ext cx="88774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Intuitive way to compute the derivatives …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/>
              <p:cNvSpPr txBox="1"/>
              <p:nvPr/>
            </p:nvSpPr>
            <p:spPr>
              <a:xfrm>
                <a:off x="11742618" y="8814891"/>
                <a:ext cx="1381760" cy="104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5" name="文字方塊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618" y="8814891"/>
                <a:ext cx="1381760" cy="1043940"/>
              </a:xfrm>
              <a:prstGeom prst="rect">
                <a:avLst/>
              </a:prstGeom>
              <a:blipFill rotWithShape="1">
                <a:blip r:embed="rId16"/>
                <a:stretch>
                  <a:fillRect l="-14" t="-44" r="-729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/>
              <p:cNvSpPr txBox="1"/>
              <p:nvPr/>
            </p:nvSpPr>
            <p:spPr>
              <a:xfrm>
                <a:off x="3830003" y="7029021"/>
                <a:ext cx="1243965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8" name="文字方塊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003" y="7029021"/>
                <a:ext cx="1243965" cy="645160"/>
              </a:xfrm>
              <a:prstGeom prst="rect">
                <a:avLst/>
              </a:prstGeom>
              <a:blipFill rotWithShape="1">
                <a:blip r:embed="rId17"/>
                <a:stretch>
                  <a:fillRect l="-26" t="-32" r="26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/>
              <p:cNvSpPr txBox="1"/>
              <p:nvPr/>
            </p:nvSpPr>
            <p:spPr>
              <a:xfrm>
                <a:off x="12829776" y="5719973"/>
                <a:ext cx="105029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9" name="文字方塊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9776" y="5719973"/>
                <a:ext cx="1050290" cy="645160"/>
              </a:xfrm>
              <a:prstGeom prst="rect">
                <a:avLst/>
              </a:prstGeom>
              <a:blipFill rotWithShape="1">
                <a:blip r:embed="rId18"/>
                <a:stretch>
                  <a:fillRect l="-22" t="-82" r="22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13264089" y="8814891"/>
                <a:ext cx="671195" cy="1042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4089" y="8814891"/>
                <a:ext cx="671195" cy="1042670"/>
              </a:xfrm>
              <a:prstGeom prst="rect">
                <a:avLst/>
              </a:prstGeom>
              <a:blipFill rotWithShape="1">
                <a:blip r:embed="rId19"/>
                <a:stretch>
                  <a:fillRect l="-31" t="-44" r="-1056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左-右雙向箭號 3"/>
          <p:cNvSpPr/>
          <p:nvPr/>
        </p:nvSpPr>
        <p:spPr>
          <a:xfrm rot="5400000">
            <a:off x="3766671" y="6038043"/>
            <a:ext cx="1447922" cy="767141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左-右雙向箭號 135"/>
          <p:cNvSpPr/>
          <p:nvPr/>
        </p:nvSpPr>
        <p:spPr>
          <a:xfrm rot="5400000">
            <a:off x="5776314" y="6123698"/>
            <a:ext cx="990371" cy="59441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0" name="左-右雙向箭號 139"/>
          <p:cNvSpPr/>
          <p:nvPr/>
        </p:nvSpPr>
        <p:spPr>
          <a:xfrm rot="5400000">
            <a:off x="7763052" y="6146205"/>
            <a:ext cx="723909" cy="40085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2" name="左-右雙向箭號 141"/>
          <p:cNvSpPr>
            <a:spLocks noChangeAspect="1"/>
          </p:cNvSpPr>
          <p:nvPr/>
        </p:nvSpPr>
        <p:spPr>
          <a:xfrm rot="5400000">
            <a:off x="13297188" y="4683963"/>
            <a:ext cx="403155" cy="274641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3" name="手繪多邊形 142"/>
          <p:cNvSpPr/>
          <p:nvPr/>
        </p:nvSpPr>
        <p:spPr>
          <a:xfrm>
            <a:off x="5185590" y="6205476"/>
            <a:ext cx="728663" cy="413925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4" name="手繪多邊形 143"/>
          <p:cNvSpPr/>
          <p:nvPr/>
        </p:nvSpPr>
        <p:spPr>
          <a:xfrm>
            <a:off x="7186590" y="6257289"/>
            <a:ext cx="728663" cy="413925"/>
          </a:xfrm>
          <a:custGeom>
            <a:avLst/>
            <a:gdLst>
              <a:gd name="connsiteX0" fmla="*/ 0 w 485775"/>
              <a:gd name="connsiteY0" fmla="*/ 253953 h 275950"/>
              <a:gd name="connsiteX1" fmla="*/ 190500 w 485775"/>
              <a:gd name="connsiteY1" fmla="*/ 253953 h 275950"/>
              <a:gd name="connsiteX2" fmla="*/ 352425 w 485775"/>
              <a:gd name="connsiteY2" fmla="*/ 25353 h 275950"/>
              <a:gd name="connsiteX3" fmla="*/ 485775 w 485775"/>
              <a:gd name="connsiteY3" fmla="*/ 15828 h 27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775" h="275950">
                <a:moveTo>
                  <a:pt x="0" y="253953"/>
                </a:moveTo>
                <a:cubicBezTo>
                  <a:pt x="65881" y="273003"/>
                  <a:pt x="131762" y="292053"/>
                  <a:pt x="190500" y="253953"/>
                </a:cubicBezTo>
                <a:cubicBezTo>
                  <a:pt x="249238" y="215853"/>
                  <a:pt x="303213" y="65040"/>
                  <a:pt x="352425" y="25353"/>
                </a:cubicBezTo>
                <a:cubicBezTo>
                  <a:pt x="401638" y="-14335"/>
                  <a:pt x="443706" y="746"/>
                  <a:pt x="485775" y="15828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4" name="矩形圖說文字 153"/>
          <p:cNvSpPr/>
          <p:nvPr/>
        </p:nvSpPr>
        <p:spPr>
          <a:xfrm>
            <a:off x="3144177" y="1962029"/>
            <a:ext cx="3964524" cy="847271"/>
          </a:xfrm>
          <a:prstGeom prst="wedgeRectCallout">
            <a:avLst>
              <a:gd name="adj1" fmla="val -15935"/>
              <a:gd name="adj2" fmla="val 19392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gradients</a:t>
            </a:r>
            <a:endParaRPr lang="zh-TW" altLang="en-US" sz="3600" dirty="0"/>
          </a:p>
        </p:txBody>
      </p:sp>
      <p:sp>
        <p:nvSpPr>
          <p:cNvPr id="155" name="左-右雙向箭號 154"/>
          <p:cNvSpPr/>
          <p:nvPr/>
        </p:nvSpPr>
        <p:spPr>
          <a:xfrm rot="5400000">
            <a:off x="10971789" y="6137417"/>
            <a:ext cx="602582" cy="361388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46" name="群組 145"/>
          <p:cNvGrpSpPr/>
          <p:nvPr/>
        </p:nvGrpSpPr>
        <p:grpSpPr>
          <a:xfrm>
            <a:off x="8675604" y="2557805"/>
            <a:ext cx="6501720" cy="5115639"/>
            <a:chOff x="3826273" y="2417879"/>
            <a:chExt cx="4334480" cy="3410426"/>
          </a:xfrm>
        </p:grpSpPr>
        <p:pic>
          <p:nvPicPr>
            <p:cNvPr id="147" name="圖片 146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6273" y="2417879"/>
              <a:ext cx="4334480" cy="3410426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cxnSp>
          <p:nvCxnSpPr>
            <p:cNvPr id="148" name="直線接點 147"/>
            <p:cNvCxnSpPr/>
            <p:nvPr/>
          </p:nvCxnSpPr>
          <p:spPr>
            <a:xfrm>
              <a:off x="6696058" y="3528555"/>
              <a:ext cx="0" cy="1513446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/>
            <p:cNvCxnSpPr/>
            <p:nvPr/>
          </p:nvCxnSpPr>
          <p:spPr>
            <a:xfrm>
              <a:off x="7643303" y="3326101"/>
              <a:ext cx="0" cy="171590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接點 149"/>
            <p:cNvCxnSpPr/>
            <p:nvPr/>
          </p:nvCxnSpPr>
          <p:spPr>
            <a:xfrm flipH="1">
              <a:off x="5917019" y="3287769"/>
              <a:ext cx="1726284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150"/>
            <p:cNvCxnSpPr/>
            <p:nvPr/>
          </p:nvCxnSpPr>
          <p:spPr>
            <a:xfrm flipH="1">
              <a:off x="5917018" y="3528555"/>
              <a:ext cx="772745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字方塊 151"/>
            <p:cNvSpPr txBox="1"/>
            <p:nvPr/>
          </p:nvSpPr>
          <p:spPr>
            <a:xfrm>
              <a:off x="6598003" y="4959396"/>
              <a:ext cx="1139472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Large input</a:t>
              </a:r>
              <a:endParaRPr lang="zh-TW" altLang="en-US" sz="3600" dirty="0"/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4777545" y="2964063"/>
              <a:ext cx="1139472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Small output</a:t>
              </a:r>
              <a:endParaRPr lang="zh-TW" altLang="en-US" sz="3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5" grpId="0"/>
      <p:bldP spid="138" grpId="0"/>
      <p:bldP spid="139" grpId="0"/>
      <p:bldP spid="141" grpId="0"/>
      <p:bldP spid="136" grpId="0" bldLvl="0" animBg="1"/>
      <p:bldP spid="140" grpId="0" bldLvl="0" animBg="1"/>
      <p:bldP spid="142" grpId="0" bldLvl="0" animBg="1"/>
      <p:bldP spid="15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244</Words>
  <Application>Microsoft Macintosh PowerPoint</Application>
  <PresentationFormat>Custom</PresentationFormat>
  <Paragraphs>93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Arial</vt:lpstr>
      <vt:lpstr>Cambria Math</vt:lpstr>
      <vt:lpstr>Lucida Grande</vt:lpstr>
      <vt:lpstr>Wingdings 2</vt:lpstr>
      <vt:lpstr>Breeze</vt:lpstr>
      <vt:lpstr>方程式</vt:lpstr>
      <vt:lpstr>Tips for Deep Learning</vt:lpstr>
      <vt:lpstr>PowerPoint Presentation</vt:lpstr>
      <vt:lpstr>Do not always blame Overfitting</vt:lpstr>
      <vt:lpstr>PowerPoint Presentation</vt:lpstr>
      <vt:lpstr>PowerPoint Presentation</vt:lpstr>
      <vt:lpstr>Hard to get the power of Deep …</vt:lpstr>
      <vt:lpstr>Vanishing Gradient Problem</vt:lpstr>
      <vt:lpstr>Vanishing Gradient Problem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20</cp:revision>
  <dcterms:created xsi:type="dcterms:W3CDTF">2019-02-13T16:04:00Z</dcterms:created>
  <dcterms:modified xsi:type="dcterms:W3CDTF">2024-04-01T20:22:20Z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