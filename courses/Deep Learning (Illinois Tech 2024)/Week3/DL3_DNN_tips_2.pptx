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sldIdLst>
    <p:sldId id="266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</p:sldIdLst>
  <p:sldSz cx="18288000" cy="10287000"/>
  <p:notesSz cx="6858000" cy="9144000"/>
  <p:custDataLst>
    <p:tags r:id="rId17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1" userDrawn="1">
          <p15:clr>
            <a:srgbClr val="A4A3A4"/>
          </p15:clr>
        </p15:guide>
        <p15:guide id="2" pos="57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C41D29-5240-4090-8CB1-18EA7CFC2183}" v="140" dt="2024-03-14T06:13:35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/>
    <p:restoredTop sz="93741"/>
  </p:normalViewPr>
  <p:slideViewPr>
    <p:cSldViewPr snapToGrid="0" snapToObjects="1" showGuides="1">
      <p:cViewPr varScale="1">
        <p:scale>
          <a:sx n="75" d="100"/>
          <a:sy n="75" d="100"/>
        </p:scale>
        <p:origin x="624" y="168"/>
      </p:cViewPr>
      <p:guideLst>
        <p:guide orient="horz" pos="3241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iang Wen" userId="a219f04c-ae7d-4ada-9001-a33e528312f1" providerId="ADAL" clId="{8DC41D29-5240-4090-8CB1-18EA7CFC2183}"/>
    <pc:docChg chg="undo redo custSel modSld">
      <pc:chgData name="Kaiang Wen" userId="a219f04c-ae7d-4ada-9001-a33e528312f1" providerId="ADAL" clId="{8DC41D29-5240-4090-8CB1-18EA7CFC2183}" dt="2024-03-17T23:22:30.902" v="312" actId="20577"/>
      <pc:docMkLst>
        <pc:docMk/>
      </pc:docMkLst>
      <pc:sldChg chg="modSp mod">
        <pc:chgData name="Kaiang Wen" userId="a219f04c-ae7d-4ada-9001-a33e528312f1" providerId="ADAL" clId="{8DC41D29-5240-4090-8CB1-18EA7CFC2183}" dt="2024-03-14T05:55:42.968" v="27" actId="1038"/>
        <pc:sldMkLst>
          <pc:docMk/>
          <pc:sldMk cId="0" sldId="281"/>
        </pc:sldMkLst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5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24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27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28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29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5:42.968" v="27" actId="1038"/>
          <ac:spMkLst>
            <pc:docMk/>
            <pc:sldMk cId="0" sldId="281"/>
            <ac:spMk id="30" creationId="{00000000-0000-0000-0000-000000000000}"/>
          </ac:spMkLst>
        </pc:spChg>
      </pc:sldChg>
      <pc:sldChg chg="modSp mod">
        <pc:chgData name="Kaiang Wen" userId="a219f04c-ae7d-4ada-9001-a33e528312f1" providerId="ADAL" clId="{8DC41D29-5240-4090-8CB1-18EA7CFC2183}" dt="2024-03-14T05:56:29.406" v="33" actId="13822"/>
        <pc:sldMkLst>
          <pc:docMk/>
          <pc:sldMk cId="0" sldId="283"/>
        </pc:sldMkLst>
        <pc:spChg chg="mod ord">
          <ac:chgData name="Kaiang Wen" userId="a219f04c-ae7d-4ada-9001-a33e528312f1" providerId="ADAL" clId="{8DC41D29-5240-4090-8CB1-18EA7CFC2183}" dt="2024-03-14T05:56:16.652" v="32" actId="166"/>
          <ac:spMkLst>
            <pc:docMk/>
            <pc:sldMk cId="0" sldId="283"/>
            <ac:spMk id="14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6:29.406" v="33" actId="13822"/>
          <ac:spMkLst>
            <pc:docMk/>
            <pc:sldMk cId="0" sldId="283"/>
            <ac:spMk id="16" creationId="{00000000-0000-0000-0000-000000000000}"/>
          </ac:spMkLst>
        </pc:spChg>
      </pc:sldChg>
      <pc:sldChg chg="modSp mod">
        <pc:chgData name="Kaiang Wen" userId="a219f04c-ae7d-4ada-9001-a33e528312f1" providerId="ADAL" clId="{8DC41D29-5240-4090-8CB1-18EA7CFC2183}" dt="2024-03-14T05:56:46.317" v="34" actId="13822"/>
        <pc:sldMkLst>
          <pc:docMk/>
          <pc:sldMk cId="0" sldId="284"/>
        </pc:sldMkLst>
        <pc:spChg chg="mod">
          <ac:chgData name="Kaiang Wen" userId="a219f04c-ae7d-4ada-9001-a33e528312f1" providerId="ADAL" clId="{8DC41D29-5240-4090-8CB1-18EA7CFC2183}" dt="2024-03-14T05:56:46.317" v="34" actId="13822"/>
          <ac:spMkLst>
            <pc:docMk/>
            <pc:sldMk cId="0" sldId="284"/>
            <ac:spMk id="26" creationId="{00000000-0000-0000-0000-000000000000}"/>
          </ac:spMkLst>
        </pc:spChg>
      </pc:sldChg>
      <pc:sldChg chg="addSp delSp modSp mod delAnim modAnim">
        <pc:chgData name="Kaiang Wen" userId="a219f04c-ae7d-4ada-9001-a33e528312f1" providerId="ADAL" clId="{8DC41D29-5240-4090-8CB1-18EA7CFC2183}" dt="2024-03-17T23:22:28.699" v="311" actId="20577"/>
        <pc:sldMkLst>
          <pc:docMk/>
          <pc:sldMk cId="0" sldId="285"/>
        </pc:sldMkLst>
        <pc:spChg chg="mod">
          <ac:chgData name="Kaiang Wen" userId="a219f04c-ae7d-4ada-9001-a33e528312f1" providerId="ADAL" clId="{8DC41D29-5240-4090-8CB1-18EA7CFC2183}" dt="2024-03-14T05:57:10.017" v="38" actId="14100"/>
          <ac:spMkLst>
            <pc:docMk/>
            <pc:sldMk cId="0" sldId="285"/>
            <ac:spMk id="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7T23:22:28.699" v="311" actId="20577"/>
          <ac:spMkLst>
            <pc:docMk/>
            <pc:sldMk cId="0" sldId="285"/>
            <ac:spMk id="5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9:18.487" v="75" actId="255"/>
          <ac:spMkLst>
            <pc:docMk/>
            <pc:sldMk cId="0" sldId="285"/>
            <ac:spMk id="8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28.757" v="40" actId="207"/>
          <ac:spMkLst>
            <pc:docMk/>
            <pc:sldMk cId="0" sldId="285"/>
            <ac:spMk id="11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28.757" v="40" actId="207"/>
          <ac:spMkLst>
            <pc:docMk/>
            <pc:sldMk cId="0" sldId="285"/>
            <ac:spMk id="1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9:18.487" v="75" actId="255"/>
          <ac:spMkLst>
            <pc:docMk/>
            <pc:sldMk cId="0" sldId="285"/>
            <ac:spMk id="5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28.757" v="40" actId="207"/>
          <ac:spMkLst>
            <pc:docMk/>
            <pc:sldMk cId="0" sldId="285"/>
            <ac:spMk id="8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1.832" v="41" actId="207"/>
          <ac:spMkLst>
            <pc:docMk/>
            <pc:sldMk cId="0" sldId="285"/>
            <ac:spMk id="88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1.832" v="41" actId="207"/>
          <ac:spMkLst>
            <pc:docMk/>
            <pc:sldMk cId="0" sldId="285"/>
            <ac:spMk id="9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1.832" v="41" actId="207"/>
          <ac:spMkLst>
            <pc:docMk/>
            <pc:sldMk cId="0" sldId="285"/>
            <ac:spMk id="91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5.811" v="43" actId="207"/>
          <ac:spMkLst>
            <pc:docMk/>
            <pc:sldMk cId="0" sldId="285"/>
            <ac:spMk id="94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3.661" v="42" actId="207"/>
          <ac:spMkLst>
            <pc:docMk/>
            <pc:sldMk cId="0" sldId="285"/>
            <ac:spMk id="96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33.661" v="42" actId="207"/>
          <ac:spMkLst>
            <pc:docMk/>
            <pc:sldMk cId="0" sldId="285"/>
            <ac:spMk id="97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40.597" v="44" actId="207"/>
          <ac:spMkLst>
            <pc:docMk/>
            <pc:sldMk cId="0" sldId="285"/>
            <ac:spMk id="10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40.597" v="44" actId="207"/>
          <ac:spMkLst>
            <pc:docMk/>
            <pc:sldMk cId="0" sldId="285"/>
            <ac:spMk id="10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40.597" v="44" actId="207"/>
          <ac:spMkLst>
            <pc:docMk/>
            <pc:sldMk cId="0" sldId="285"/>
            <ac:spMk id="103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7:58.971" v="49" actId="207"/>
          <ac:spMkLst>
            <pc:docMk/>
            <pc:sldMk cId="0" sldId="285"/>
            <ac:spMk id="104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0:10.791" v="90" actId="207"/>
          <ac:spMkLst>
            <pc:docMk/>
            <pc:sldMk cId="0" sldId="285"/>
            <ac:spMk id="105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9:18.487" v="75" actId="255"/>
          <ac:spMkLst>
            <pc:docMk/>
            <pc:sldMk cId="0" sldId="285"/>
            <ac:spMk id="106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9:18.487" v="75" actId="255"/>
          <ac:spMkLst>
            <pc:docMk/>
            <pc:sldMk cId="0" sldId="285"/>
            <ac:spMk id="107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2.258" v="64" actId="207"/>
          <ac:spMkLst>
            <pc:docMk/>
            <pc:sldMk cId="0" sldId="285"/>
            <ac:spMk id="11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2.258" v="64" actId="207"/>
          <ac:spMkLst>
            <pc:docMk/>
            <pc:sldMk cId="0" sldId="285"/>
            <ac:spMk id="11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2.258" v="64" actId="207"/>
          <ac:spMkLst>
            <pc:docMk/>
            <pc:sldMk cId="0" sldId="285"/>
            <ac:spMk id="113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4.355" v="65" actId="207"/>
          <ac:spMkLst>
            <pc:docMk/>
            <pc:sldMk cId="0" sldId="285"/>
            <ac:spMk id="116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4.355" v="65" actId="207"/>
          <ac:spMkLst>
            <pc:docMk/>
            <pc:sldMk cId="0" sldId="285"/>
            <ac:spMk id="118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4.355" v="65" actId="207"/>
          <ac:spMkLst>
            <pc:docMk/>
            <pc:sldMk cId="0" sldId="285"/>
            <ac:spMk id="119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6.057" v="66" actId="207"/>
          <ac:spMkLst>
            <pc:docMk/>
            <pc:sldMk cId="0" sldId="285"/>
            <ac:spMk id="12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6.057" v="66" actId="207"/>
          <ac:spMkLst>
            <pc:docMk/>
            <pc:sldMk cId="0" sldId="285"/>
            <ac:spMk id="124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6.057" v="66" actId="207"/>
          <ac:spMkLst>
            <pc:docMk/>
            <pc:sldMk cId="0" sldId="285"/>
            <ac:spMk id="125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7.820" v="67" actId="207"/>
          <ac:spMkLst>
            <pc:docMk/>
            <pc:sldMk cId="0" sldId="285"/>
            <ac:spMk id="128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7.820" v="67" actId="207"/>
          <ac:spMkLst>
            <pc:docMk/>
            <pc:sldMk cId="0" sldId="285"/>
            <ac:spMk id="13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8:57.820" v="67" actId="207"/>
          <ac:spMkLst>
            <pc:docMk/>
            <pc:sldMk cId="0" sldId="285"/>
            <ac:spMk id="131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0:57.172" v="109" actId="207"/>
          <ac:spMkLst>
            <pc:docMk/>
            <pc:sldMk cId="0" sldId="285"/>
            <ac:spMk id="13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5:59:01.379" v="68" actId="207"/>
          <ac:spMkLst>
            <pc:docMk/>
            <pc:sldMk cId="0" sldId="285"/>
            <ac:spMk id="133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2:09.490" v="138" actId="13822"/>
          <ac:spMkLst>
            <pc:docMk/>
            <pc:sldMk cId="0" sldId="285"/>
            <ac:spMk id="145" creationId="{00000000-0000-0000-0000-000000000000}"/>
          </ac:spMkLst>
        </pc:spChg>
        <pc:grpChg chg="mod">
          <ac:chgData name="Kaiang Wen" userId="a219f04c-ae7d-4ada-9001-a33e528312f1" providerId="ADAL" clId="{8DC41D29-5240-4090-8CB1-18EA7CFC2183}" dt="2024-03-14T05:57:28.757" v="40" actId="207"/>
          <ac:grpSpMkLst>
            <pc:docMk/>
            <pc:sldMk cId="0" sldId="285"/>
            <ac:grpSpMk id="36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28.757" v="40" actId="207"/>
          <ac:grpSpMkLst>
            <pc:docMk/>
            <pc:sldMk cId="0" sldId="285"/>
            <ac:grpSpMk id="85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31.832" v="41" actId="207"/>
          <ac:grpSpMkLst>
            <pc:docMk/>
            <pc:sldMk cId="0" sldId="285"/>
            <ac:grpSpMk id="86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31.832" v="41" actId="207"/>
          <ac:grpSpMkLst>
            <pc:docMk/>
            <pc:sldMk cId="0" sldId="285"/>
            <ac:grpSpMk id="87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33.661" v="42" actId="207"/>
          <ac:grpSpMkLst>
            <pc:docMk/>
            <pc:sldMk cId="0" sldId="285"/>
            <ac:grpSpMk id="92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33.661" v="42" actId="207"/>
          <ac:grpSpMkLst>
            <pc:docMk/>
            <pc:sldMk cId="0" sldId="285"/>
            <ac:grpSpMk id="93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40.597" v="44" actId="207"/>
          <ac:grpSpMkLst>
            <pc:docMk/>
            <pc:sldMk cId="0" sldId="285"/>
            <ac:grpSpMk id="98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7:40.597" v="44" actId="207"/>
          <ac:grpSpMkLst>
            <pc:docMk/>
            <pc:sldMk cId="0" sldId="285"/>
            <ac:grpSpMk id="99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2.258" v="64" actId="207"/>
          <ac:grpSpMkLst>
            <pc:docMk/>
            <pc:sldMk cId="0" sldId="285"/>
            <ac:grpSpMk id="108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2.258" v="64" actId="207"/>
          <ac:grpSpMkLst>
            <pc:docMk/>
            <pc:sldMk cId="0" sldId="285"/>
            <ac:grpSpMk id="109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4.355" v="65" actId="207"/>
          <ac:grpSpMkLst>
            <pc:docMk/>
            <pc:sldMk cId="0" sldId="285"/>
            <ac:grpSpMk id="114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4.355" v="65" actId="207"/>
          <ac:grpSpMkLst>
            <pc:docMk/>
            <pc:sldMk cId="0" sldId="285"/>
            <ac:grpSpMk id="115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6.057" v="66" actId="207"/>
          <ac:grpSpMkLst>
            <pc:docMk/>
            <pc:sldMk cId="0" sldId="285"/>
            <ac:grpSpMk id="120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6.057" v="66" actId="207"/>
          <ac:grpSpMkLst>
            <pc:docMk/>
            <pc:sldMk cId="0" sldId="285"/>
            <ac:grpSpMk id="121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7.820" v="67" actId="207"/>
          <ac:grpSpMkLst>
            <pc:docMk/>
            <pc:sldMk cId="0" sldId="285"/>
            <ac:grpSpMk id="126" creationId="{00000000-0000-0000-0000-000000000000}"/>
          </ac:grpSpMkLst>
        </pc:grpChg>
        <pc:grpChg chg="mod">
          <ac:chgData name="Kaiang Wen" userId="a219f04c-ae7d-4ada-9001-a33e528312f1" providerId="ADAL" clId="{8DC41D29-5240-4090-8CB1-18EA7CFC2183}" dt="2024-03-14T05:58:57.820" v="67" actId="207"/>
          <ac:grpSpMkLst>
            <pc:docMk/>
            <pc:sldMk cId="0" sldId="285"/>
            <ac:grpSpMk id="127" creationId="{00000000-0000-0000-0000-000000000000}"/>
          </ac:grpSpMkLst>
        </pc:grpChg>
        <pc:cxnChg chg="add mod">
          <ac:chgData name="Kaiang Wen" userId="a219f04c-ae7d-4ada-9001-a33e528312f1" providerId="ADAL" clId="{8DC41D29-5240-4090-8CB1-18EA7CFC2183}" dt="2024-03-14T05:59:41.238" v="78" actId="14100"/>
          <ac:cxnSpMkLst>
            <pc:docMk/>
            <pc:sldMk cId="0" sldId="285"/>
            <ac:cxnSpMk id="14" creationId="{D4313A1A-ED90-F073-5FE9-DC92B15C2826}"/>
          </ac:cxnSpMkLst>
        </pc:cxnChg>
        <pc:cxnChg chg="add mod">
          <ac:chgData name="Kaiang Wen" userId="a219f04c-ae7d-4ada-9001-a33e528312f1" providerId="ADAL" clId="{8DC41D29-5240-4090-8CB1-18EA7CFC2183}" dt="2024-03-14T05:59:47.264" v="81" actId="14100"/>
          <ac:cxnSpMkLst>
            <pc:docMk/>
            <pc:sldMk cId="0" sldId="285"/>
            <ac:cxnSpMk id="17" creationId="{94DF5F0F-B9F2-8441-6EBC-22D7D4E4EF1A}"/>
          </ac:cxnSpMkLst>
        </pc:cxnChg>
        <pc:cxnChg chg="add mod">
          <ac:chgData name="Kaiang Wen" userId="a219f04c-ae7d-4ada-9001-a33e528312f1" providerId="ADAL" clId="{8DC41D29-5240-4090-8CB1-18EA7CFC2183}" dt="2024-03-14T05:59:53.622" v="84" actId="14100"/>
          <ac:cxnSpMkLst>
            <pc:docMk/>
            <pc:sldMk cId="0" sldId="285"/>
            <ac:cxnSpMk id="20" creationId="{7E02F658-8617-2FD7-9A6C-5EA08D6E54AC}"/>
          </ac:cxnSpMkLst>
        </pc:cxnChg>
        <pc:cxnChg chg="add mod">
          <ac:chgData name="Kaiang Wen" userId="a219f04c-ae7d-4ada-9001-a33e528312f1" providerId="ADAL" clId="{8DC41D29-5240-4090-8CB1-18EA7CFC2183}" dt="2024-03-14T05:59:58.944" v="87" actId="14100"/>
          <ac:cxnSpMkLst>
            <pc:docMk/>
            <pc:sldMk cId="0" sldId="285"/>
            <ac:cxnSpMk id="23" creationId="{DBF81D82-494F-08D9-CC1E-FF3474918F34}"/>
          </ac:cxnSpMkLst>
        </pc:cxnChg>
        <pc:cxnChg chg="add mod">
          <ac:chgData name="Kaiang Wen" userId="a219f04c-ae7d-4ada-9001-a33e528312f1" providerId="ADAL" clId="{8DC41D29-5240-4090-8CB1-18EA7CFC2183}" dt="2024-03-14T06:00:13.865" v="91" actId="14100"/>
          <ac:cxnSpMkLst>
            <pc:docMk/>
            <pc:sldMk cId="0" sldId="285"/>
            <ac:cxnSpMk id="26" creationId="{29CE516C-9E36-B917-B5D0-AEF826CCAFDB}"/>
          </ac:cxnSpMkLst>
        </pc:cxnChg>
        <pc:cxnChg chg="add mod">
          <ac:chgData name="Kaiang Wen" userId="a219f04c-ae7d-4ada-9001-a33e528312f1" providerId="ADAL" clId="{8DC41D29-5240-4090-8CB1-18EA7CFC2183}" dt="2024-03-14T06:00:20.035" v="94" actId="14100"/>
          <ac:cxnSpMkLst>
            <pc:docMk/>
            <pc:sldMk cId="0" sldId="285"/>
            <ac:cxnSpMk id="33" creationId="{CF6EBB8A-6E7C-DF21-7241-48C2EB27CF79}"/>
          </ac:cxnSpMkLst>
        </pc:cxnChg>
        <pc:cxnChg chg="add mod">
          <ac:chgData name="Kaiang Wen" userId="a219f04c-ae7d-4ada-9001-a33e528312f1" providerId="ADAL" clId="{8DC41D29-5240-4090-8CB1-18EA7CFC2183}" dt="2024-03-14T06:00:24.557" v="97" actId="14100"/>
          <ac:cxnSpMkLst>
            <pc:docMk/>
            <pc:sldMk cId="0" sldId="285"/>
            <ac:cxnSpMk id="38" creationId="{74AA1630-B4E3-6E08-2719-2141EB699536}"/>
          </ac:cxnSpMkLst>
        </pc:cxnChg>
        <pc:cxnChg chg="add mod">
          <ac:chgData name="Kaiang Wen" userId="a219f04c-ae7d-4ada-9001-a33e528312f1" providerId="ADAL" clId="{8DC41D29-5240-4090-8CB1-18EA7CFC2183}" dt="2024-03-14T06:00:29.757" v="100" actId="14100"/>
          <ac:cxnSpMkLst>
            <pc:docMk/>
            <pc:sldMk cId="0" sldId="285"/>
            <ac:cxnSpMk id="41" creationId="{159CCBD0-3E6E-C4AD-570C-250BD9201CAD}"/>
          </ac:cxnSpMkLst>
        </pc:cxnChg>
        <pc:cxnChg chg="add mod">
          <ac:chgData name="Kaiang Wen" userId="a219f04c-ae7d-4ada-9001-a33e528312f1" providerId="ADAL" clId="{8DC41D29-5240-4090-8CB1-18EA7CFC2183}" dt="2024-03-14T06:00:40.238" v="103" actId="14100"/>
          <ac:cxnSpMkLst>
            <pc:docMk/>
            <pc:sldMk cId="0" sldId="285"/>
            <ac:cxnSpMk id="44" creationId="{CF845B50-278F-5696-FBCD-D3A4AAEFBB86}"/>
          </ac:cxnSpMkLst>
        </pc:cxnChg>
        <pc:cxnChg chg="add mod">
          <ac:chgData name="Kaiang Wen" userId="a219f04c-ae7d-4ada-9001-a33e528312f1" providerId="ADAL" clId="{8DC41D29-5240-4090-8CB1-18EA7CFC2183}" dt="2024-03-14T06:00:48.831" v="107" actId="14100"/>
          <ac:cxnSpMkLst>
            <pc:docMk/>
            <pc:sldMk cId="0" sldId="285"/>
            <ac:cxnSpMk id="48" creationId="{A181629A-E026-E31A-9442-B4AE38C81DCD}"/>
          </ac:cxnSpMkLst>
        </pc:cxnChg>
        <pc:cxnChg chg="add mod">
          <ac:chgData name="Kaiang Wen" userId="a219f04c-ae7d-4ada-9001-a33e528312f1" providerId="ADAL" clId="{8DC41D29-5240-4090-8CB1-18EA7CFC2183}" dt="2024-03-14T06:01:52.834" v="135" actId="14100"/>
          <ac:cxnSpMkLst>
            <pc:docMk/>
            <pc:sldMk cId="0" sldId="285"/>
            <ac:cxnSpMk id="53" creationId="{78A2FAD6-719A-D577-2EAC-6A6C1342AB96}"/>
          </ac:cxnSpMkLst>
        </pc:cxnChg>
        <pc:cxnChg chg="add mod">
          <ac:chgData name="Kaiang Wen" userId="a219f04c-ae7d-4ada-9001-a33e528312f1" providerId="ADAL" clId="{8DC41D29-5240-4090-8CB1-18EA7CFC2183}" dt="2024-03-14T06:01:51.135" v="134" actId="14100"/>
          <ac:cxnSpMkLst>
            <pc:docMk/>
            <pc:sldMk cId="0" sldId="285"/>
            <ac:cxnSpMk id="56" creationId="{23538AF7-50B8-6584-9151-F380C380F737}"/>
          </ac:cxnSpMkLst>
        </pc:cxnChg>
        <pc:cxnChg chg="add mod">
          <ac:chgData name="Kaiang Wen" userId="a219f04c-ae7d-4ada-9001-a33e528312f1" providerId="ADAL" clId="{8DC41D29-5240-4090-8CB1-18EA7CFC2183}" dt="2024-03-14T06:01:21.131" v="118" actId="14100"/>
          <ac:cxnSpMkLst>
            <pc:docMk/>
            <pc:sldMk cId="0" sldId="285"/>
            <ac:cxnSpMk id="59" creationId="{76B18C07-0603-F9C5-C0BB-2B8E1A1D4135}"/>
          </ac:cxnSpMkLst>
        </pc:cxnChg>
        <pc:cxnChg chg="add mod">
          <ac:chgData name="Kaiang Wen" userId="a219f04c-ae7d-4ada-9001-a33e528312f1" providerId="ADAL" clId="{8DC41D29-5240-4090-8CB1-18EA7CFC2183}" dt="2024-03-14T06:01:26.396" v="121" actId="14100"/>
          <ac:cxnSpMkLst>
            <pc:docMk/>
            <pc:sldMk cId="0" sldId="285"/>
            <ac:cxnSpMk id="62" creationId="{DB4D6615-BFCE-722C-90BA-346ACAB4615B}"/>
          </ac:cxnSpMkLst>
        </pc:cxnChg>
        <pc:cxnChg chg="add mod">
          <ac:chgData name="Kaiang Wen" userId="a219f04c-ae7d-4ada-9001-a33e528312f1" providerId="ADAL" clId="{8DC41D29-5240-4090-8CB1-18EA7CFC2183}" dt="2024-03-14T06:01:31.002" v="124" actId="14100"/>
          <ac:cxnSpMkLst>
            <pc:docMk/>
            <pc:sldMk cId="0" sldId="285"/>
            <ac:cxnSpMk id="65" creationId="{43EC6E43-5BA7-063E-02C6-EC69D6BF3336}"/>
          </ac:cxnSpMkLst>
        </pc:cxnChg>
        <pc:cxnChg chg="add mod">
          <ac:chgData name="Kaiang Wen" userId="a219f04c-ae7d-4ada-9001-a33e528312f1" providerId="ADAL" clId="{8DC41D29-5240-4090-8CB1-18EA7CFC2183}" dt="2024-03-14T06:01:36.571" v="127" actId="14100"/>
          <ac:cxnSpMkLst>
            <pc:docMk/>
            <pc:sldMk cId="0" sldId="285"/>
            <ac:cxnSpMk id="68" creationId="{2B915ABB-C164-1A28-9551-F5BE631BC37F}"/>
          </ac:cxnSpMkLst>
        </pc:cxnChg>
        <pc:cxnChg chg="add mod">
          <ac:chgData name="Kaiang Wen" userId="a219f04c-ae7d-4ada-9001-a33e528312f1" providerId="ADAL" clId="{8DC41D29-5240-4090-8CB1-18EA7CFC2183}" dt="2024-03-14T06:01:42.101" v="130" actId="14100"/>
          <ac:cxnSpMkLst>
            <pc:docMk/>
            <pc:sldMk cId="0" sldId="285"/>
            <ac:cxnSpMk id="71" creationId="{3F68B972-2069-2AD5-CD05-A9328400D2DD}"/>
          </ac:cxnSpMkLst>
        </pc:cxnChg>
        <pc:cxnChg chg="add mod">
          <ac:chgData name="Kaiang Wen" userId="a219f04c-ae7d-4ada-9001-a33e528312f1" providerId="ADAL" clId="{8DC41D29-5240-4090-8CB1-18EA7CFC2183}" dt="2024-03-14T06:01:46.938" v="133" actId="14100"/>
          <ac:cxnSpMkLst>
            <pc:docMk/>
            <pc:sldMk cId="0" sldId="285"/>
            <ac:cxnSpMk id="74" creationId="{8D203C2F-C19B-6AAC-D02C-DFA42DE0F9AA}"/>
          </ac:cxnSpMkLst>
        </pc:cxnChg>
        <pc:cxnChg chg="mod">
          <ac:chgData name="Kaiang Wen" userId="a219f04c-ae7d-4ada-9001-a33e528312f1" providerId="ADAL" clId="{8DC41D29-5240-4090-8CB1-18EA7CFC2183}" dt="2024-03-14T05:57:28.757" v="40" actId="207"/>
          <ac:cxnSpMkLst>
            <pc:docMk/>
            <pc:sldMk cId="0" sldId="285"/>
            <ac:cxnSpMk id="83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7:31.832" v="41" actId="207"/>
          <ac:cxnSpMkLst>
            <pc:docMk/>
            <pc:sldMk cId="0" sldId="285"/>
            <ac:cxnSpMk id="89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7:33.661" v="42" actId="207"/>
          <ac:cxnSpMkLst>
            <pc:docMk/>
            <pc:sldMk cId="0" sldId="285"/>
            <ac:cxnSpMk id="95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7:40.597" v="44" actId="207"/>
          <ac:cxnSpMkLst>
            <pc:docMk/>
            <pc:sldMk cId="0" sldId="285"/>
            <ac:cxnSpMk id="101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8:52.258" v="64" actId="207"/>
          <ac:cxnSpMkLst>
            <pc:docMk/>
            <pc:sldMk cId="0" sldId="285"/>
            <ac:cxnSpMk id="111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8:54.355" v="65" actId="207"/>
          <ac:cxnSpMkLst>
            <pc:docMk/>
            <pc:sldMk cId="0" sldId="285"/>
            <ac:cxnSpMk id="117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8:56.057" v="66" actId="207"/>
          <ac:cxnSpMkLst>
            <pc:docMk/>
            <pc:sldMk cId="0" sldId="285"/>
            <ac:cxnSpMk id="123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5:58:57.820" v="67" actId="207"/>
          <ac:cxnSpMkLst>
            <pc:docMk/>
            <pc:sldMk cId="0" sldId="285"/>
            <ac:cxnSpMk id="129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0.694" v="54" actId="478"/>
          <ac:cxnSpMkLst>
            <pc:docMk/>
            <pc:sldMk cId="0" sldId="285"/>
            <ac:cxnSpMk id="152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1.685" v="55" actId="478"/>
          <ac:cxnSpMkLst>
            <pc:docMk/>
            <pc:sldMk cId="0" sldId="285"/>
            <ac:cxnSpMk id="153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2.808" v="57" actId="478"/>
          <ac:cxnSpMkLst>
            <pc:docMk/>
            <pc:sldMk cId="0" sldId="285"/>
            <ac:cxnSpMk id="163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3.213" v="58" actId="478"/>
          <ac:cxnSpMkLst>
            <pc:docMk/>
            <pc:sldMk cId="0" sldId="285"/>
            <ac:cxnSpMk id="166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9.314" v="53" actId="478"/>
          <ac:cxnSpMkLst>
            <pc:docMk/>
            <pc:sldMk cId="0" sldId="285"/>
            <ac:cxnSpMk id="169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2.110" v="56" actId="478"/>
          <ac:cxnSpMkLst>
            <pc:docMk/>
            <pc:sldMk cId="0" sldId="285"/>
            <ac:cxnSpMk id="172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6.871" v="61" actId="478"/>
          <ac:cxnSpMkLst>
            <pc:docMk/>
            <pc:sldMk cId="0" sldId="285"/>
            <ac:cxnSpMk id="177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2:05.310" v="137" actId="478"/>
          <ac:cxnSpMkLst>
            <pc:docMk/>
            <pc:sldMk cId="0" sldId="285"/>
            <ac:cxnSpMk id="178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3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4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5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6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7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5.752" v="51" actId="478"/>
          <ac:cxnSpMkLst>
            <pc:docMk/>
            <pc:sldMk cId="0" sldId="285"/>
            <ac:cxnSpMk id="188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5.845" v="60" actId="478"/>
          <ac:cxnSpMkLst>
            <pc:docMk/>
            <pc:sldMk cId="0" sldId="285"/>
            <ac:cxnSpMk id="189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5.436" v="59" actId="478"/>
          <ac:cxnSpMkLst>
            <pc:docMk/>
            <pc:sldMk cId="0" sldId="285"/>
            <ac:cxnSpMk id="190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16.827" v="52" actId="478"/>
          <ac:cxnSpMkLst>
            <pc:docMk/>
            <pc:sldMk cId="0" sldId="285"/>
            <ac:cxnSpMk id="199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0:43.587" v="104" actId="14100"/>
          <ac:cxnSpMkLst>
            <pc:docMk/>
            <pc:sldMk cId="0" sldId="285"/>
            <ac:cxnSpMk id="200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0:50.659" v="108" actId="14100"/>
          <ac:cxnSpMkLst>
            <pc:docMk/>
            <pc:sldMk cId="0" sldId="285"/>
            <ac:cxnSpMk id="206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5:58:27.965" v="62" actId="478"/>
          <ac:cxnSpMkLst>
            <pc:docMk/>
            <pc:sldMk cId="0" sldId="285"/>
            <ac:cxnSpMk id="209" creationId="{00000000-0000-0000-0000-000000000000}"/>
          </ac:cxnSpMkLst>
        </pc:cxnChg>
      </pc:sldChg>
      <pc:sldChg chg="addSp delSp modSp mod modAnim">
        <pc:chgData name="Kaiang Wen" userId="a219f04c-ae7d-4ada-9001-a33e528312f1" providerId="ADAL" clId="{8DC41D29-5240-4090-8CB1-18EA7CFC2183}" dt="2024-03-17T23:22:30.902" v="312" actId="20577"/>
        <pc:sldMkLst>
          <pc:docMk/>
          <pc:sldMk cId="0" sldId="286"/>
        </pc:sldMkLst>
        <pc:spChg chg="del">
          <ac:chgData name="Kaiang Wen" userId="a219f04c-ae7d-4ada-9001-a33e528312f1" providerId="ADAL" clId="{8DC41D29-5240-4090-8CB1-18EA7CFC2183}" dt="2024-03-14T06:04:34.735" v="222" actId="478"/>
          <ac:spMkLst>
            <pc:docMk/>
            <pc:sldMk cId="0" sldId="286"/>
            <ac:spMk id="2" creationId="{00000000-0000-0000-0000-000000000000}"/>
          </ac:spMkLst>
        </pc:spChg>
        <pc:spChg chg="add del mod">
          <ac:chgData name="Kaiang Wen" userId="a219f04c-ae7d-4ada-9001-a33e528312f1" providerId="ADAL" clId="{8DC41D29-5240-4090-8CB1-18EA7CFC2183}" dt="2024-03-14T06:04:41.582" v="223" actId="478"/>
          <ac:spMkLst>
            <pc:docMk/>
            <pc:sldMk cId="0" sldId="286"/>
            <ac:spMk id="3" creationId="{9E51116C-1621-1A54-4625-820E34C7E0C4}"/>
          </ac:spMkLst>
        </pc:spChg>
        <pc:spChg chg="add mod">
          <ac:chgData name="Kaiang Wen" userId="a219f04c-ae7d-4ada-9001-a33e528312f1" providerId="ADAL" clId="{8DC41D29-5240-4090-8CB1-18EA7CFC2183}" dt="2024-03-14T06:05:13.976" v="226"/>
          <ac:spMkLst>
            <pc:docMk/>
            <pc:sldMk cId="0" sldId="286"/>
            <ac:spMk id="7" creationId="{A840CC65-4392-F185-DEAB-84E958DDF584}"/>
          </ac:spMkLst>
        </pc:spChg>
        <pc:spChg chg="add mod">
          <ac:chgData name="Kaiang Wen" userId="a219f04c-ae7d-4ada-9001-a33e528312f1" providerId="ADAL" clId="{8DC41D29-5240-4090-8CB1-18EA7CFC2183}" dt="2024-03-17T23:22:30.902" v="312" actId="20577"/>
          <ac:spMkLst>
            <pc:docMk/>
            <pc:sldMk cId="0" sldId="286"/>
            <ac:spMk id="17" creationId="{92402C3B-D94A-FB55-B117-97856E9ACE65}"/>
          </ac:spMkLst>
        </pc:spChg>
        <pc:spChg chg="del">
          <ac:chgData name="Kaiang Wen" userId="a219f04c-ae7d-4ada-9001-a33e528312f1" providerId="ADAL" clId="{8DC41D29-5240-4090-8CB1-18EA7CFC2183}" dt="2024-03-14T06:04:32.309" v="221" actId="478"/>
          <ac:spMkLst>
            <pc:docMk/>
            <pc:sldMk cId="0" sldId="286"/>
            <ac:spMk id="77" creationId="{00000000-0000-0000-0000-000000000000}"/>
          </ac:spMkLst>
        </pc:spChg>
        <pc:cxnChg chg="add mod">
          <ac:chgData name="Kaiang Wen" userId="a219f04c-ae7d-4ada-9001-a33e528312f1" providerId="ADAL" clId="{8DC41D29-5240-4090-8CB1-18EA7CFC2183}" dt="2024-03-14T06:05:02.327" v="224"/>
          <ac:cxnSpMkLst>
            <pc:docMk/>
            <pc:sldMk cId="0" sldId="286"/>
            <ac:cxnSpMk id="5" creationId="{3483ACCA-C9AD-E626-BBBB-71A4FFEF61CD}"/>
          </ac:cxnSpMkLst>
        </pc:cxnChg>
      </pc:sldChg>
      <pc:sldChg chg="addSp delSp modSp mod">
        <pc:chgData name="Kaiang Wen" userId="a219f04c-ae7d-4ada-9001-a33e528312f1" providerId="ADAL" clId="{8DC41D29-5240-4090-8CB1-18EA7CFC2183}" dt="2024-03-14T06:05:53.039" v="252" actId="1076"/>
        <pc:sldMkLst>
          <pc:docMk/>
          <pc:sldMk cId="0" sldId="287"/>
        </pc:sldMkLst>
        <pc:spChg chg="del">
          <ac:chgData name="Kaiang Wen" userId="a219f04c-ae7d-4ada-9001-a33e528312f1" providerId="ADAL" clId="{8DC41D29-5240-4090-8CB1-18EA7CFC2183}" dt="2024-03-14T06:05:33.801" v="228" actId="478"/>
          <ac:spMkLst>
            <pc:docMk/>
            <pc:sldMk cId="0" sldId="287"/>
            <ac:spMk id="2" creationId="{00000000-0000-0000-0000-000000000000}"/>
          </ac:spMkLst>
        </pc:spChg>
        <pc:spChg chg="add del mod">
          <ac:chgData name="Kaiang Wen" userId="a219f04c-ae7d-4ada-9001-a33e528312f1" providerId="ADAL" clId="{8DC41D29-5240-4090-8CB1-18EA7CFC2183}" dt="2024-03-14T06:05:35.519" v="229" actId="478"/>
          <ac:spMkLst>
            <pc:docMk/>
            <pc:sldMk cId="0" sldId="287"/>
            <ac:spMk id="3" creationId="{4FBEB3FC-9C7A-1E39-4690-629A7930B17E}"/>
          </ac:spMkLst>
        </pc:spChg>
        <pc:spChg chg="add mod">
          <ac:chgData name="Kaiang Wen" userId="a219f04c-ae7d-4ada-9001-a33e528312f1" providerId="ADAL" clId="{8DC41D29-5240-4090-8CB1-18EA7CFC2183}" dt="2024-03-14T06:05:36.343" v="230"/>
          <ac:spMkLst>
            <pc:docMk/>
            <pc:sldMk cId="0" sldId="287"/>
            <ac:spMk id="5" creationId="{808DD24F-C001-F177-B502-594BAA425801}"/>
          </ac:spMkLst>
        </pc:spChg>
        <pc:spChg chg="add mod">
          <ac:chgData name="Kaiang Wen" userId="a219f04c-ae7d-4ada-9001-a33e528312f1" providerId="ADAL" clId="{8DC41D29-5240-4090-8CB1-18EA7CFC2183}" dt="2024-03-14T06:05:53.039" v="252" actId="1076"/>
          <ac:spMkLst>
            <pc:docMk/>
            <pc:sldMk cId="0" sldId="287"/>
            <ac:spMk id="7" creationId="{D5A0A006-86D1-9A13-5BF5-76C10A312DBA}"/>
          </ac:spMkLst>
        </pc:spChg>
        <pc:spChg chg="del">
          <ac:chgData name="Kaiang Wen" userId="a219f04c-ae7d-4ada-9001-a33e528312f1" providerId="ADAL" clId="{8DC41D29-5240-4090-8CB1-18EA7CFC2183}" dt="2024-03-14T06:05:32.007" v="227" actId="478"/>
          <ac:spMkLst>
            <pc:docMk/>
            <pc:sldMk cId="0" sldId="287"/>
            <ac:spMk id="103" creationId="{00000000-0000-0000-0000-000000000000}"/>
          </ac:spMkLst>
        </pc:spChg>
      </pc:sldChg>
      <pc:sldChg chg="modSp mod">
        <pc:chgData name="Kaiang Wen" userId="a219f04c-ae7d-4ada-9001-a33e528312f1" providerId="ADAL" clId="{8DC41D29-5240-4090-8CB1-18EA7CFC2183}" dt="2024-03-14T06:06:35.444" v="255" actId="13822"/>
        <pc:sldMkLst>
          <pc:docMk/>
          <pc:sldMk cId="0" sldId="288"/>
        </pc:sldMkLst>
        <pc:spChg chg="mod">
          <ac:chgData name="Kaiang Wen" userId="a219f04c-ae7d-4ada-9001-a33e528312f1" providerId="ADAL" clId="{8DC41D29-5240-4090-8CB1-18EA7CFC2183}" dt="2024-03-14T06:06:35.444" v="255" actId="13822"/>
          <ac:spMkLst>
            <pc:docMk/>
            <pc:sldMk cId="0" sldId="288"/>
            <ac:spMk id="5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6:35.444" v="255" actId="13822"/>
          <ac:spMkLst>
            <pc:docMk/>
            <pc:sldMk cId="0" sldId="288"/>
            <ac:spMk id="58" creationId="{00000000-0000-0000-0000-000000000000}"/>
          </ac:spMkLst>
        </pc:spChg>
      </pc:sldChg>
      <pc:sldChg chg="addSp delSp modSp mod">
        <pc:chgData name="Kaiang Wen" userId="a219f04c-ae7d-4ada-9001-a33e528312f1" providerId="ADAL" clId="{8DC41D29-5240-4090-8CB1-18EA7CFC2183}" dt="2024-03-14T06:07:54.319" v="268" actId="14100"/>
        <pc:sldMkLst>
          <pc:docMk/>
          <pc:sldMk cId="0" sldId="289"/>
        </pc:sldMkLst>
        <pc:spChg chg="mod">
          <ac:chgData name="Kaiang Wen" userId="a219f04c-ae7d-4ada-9001-a33e528312f1" providerId="ADAL" clId="{8DC41D29-5240-4090-8CB1-18EA7CFC2183}" dt="2024-03-14T06:06:53.860" v="256" actId="255"/>
          <ac:spMkLst>
            <pc:docMk/>
            <pc:sldMk cId="0" sldId="289"/>
            <ac:spMk id="13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6:53.860" v="256" actId="255"/>
          <ac:spMkLst>
            <pc:docMk/>
            <pc:sldMk cId="0" sldId="289"/>
            <ac:spMk id="22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6:53.860" v="256" actId="255"/>
          <ac:spMkLst>
            <pc:docMk/>
            <pc:sldMk cId="0" sldId="289"/>
            <ac:spMk id="50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06:53.860" v="256" actId="255"/>
          <ac:spMkLst>
            <pc:docMk/>
            <pc:sldMk cId="0" sldId="289"/>
            <ac:spMk id="51" creationId="{00000000-0000-0000-0000-000000000000}"/>
          </ac:spMkLst>
        </pc:spChg>
        <pc:cxnChg chg="add mod">
          <ac:chgData name="Kaiang Wen" userId="a219f04c-ae7d-4ada-9001-a33e528312f1" providerId="ADAL" clId="{8DC41D29-5240-4090-8CB1-18EA7CFC2183}" dt="2024-03-14T06:07:39.386" v="263" actId="14100"/>
          <ac:cxnSpMkLst>
            <pc:docMk/>
            <pc:sldMk cId="0" sldId="289"/>
            <ac:cxnSpMk id="20" creationId="{5ED980AD-C361-4696-01AA-3E152E569009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85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86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87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88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89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90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9.265" v="259" actId="478"/>
          <ac:cxnSpMkLst>
            <pc:docMk/>
            <pc:sldMk cId="0" sldId="289"/>
            <ac:cxnSpMk id="91" creationId="{00000000-0000-0000-0000-000000000000}"/>
          </ac:cxnSpMkLst>
        </pc:cxnChg>
        <pc:cxnChg chg="del mod">
          <ac:chgData name="Kaiang Wen" userId="a219f04c-ae7d-4ada-9001-a33e528312f1" providerId="ADAL" clId="{8DC41D29-5240-4090-8CB1-18EA7CFC2183}" dt="2024-03-14T06:07:17.987" v="258" actId="478"/>
          <ac:cxnSpMkLst>
            <pc:docMk/>
            <pc:sldMk cId="0" sldId="289"/>
            <ac:cxnSpMk id="92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7:30.924" v="260" actId="1076"/>
          <ac:cxnSpMkLst>
            <pc:docMk/>
            <pc:sldMk cId="0" sldId="289"/>
            <ac:cxnSpMk id="97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7:30.924" v="260" actId="1076"/>
          <ac:cxnSpMkLst>
            <pc:docMk/>
            <pc:sldMk cId="0" sldId="289"/>
            <ac:cxnSpMk id="98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7:30.924" v="260" actId="1076"/>
          <ac:cxnSpMkLst>
            <pc:docMk/>
            <pc:sldMk cId="0" sldId="289"/>
            <ac:cxnSpMk id="99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7:30.924" v="260" actId="1076"/>
          <ac:cxnSpMkLst>
            <pc:docMk/>
            <pc:sldMk cId="0" sldId="289"/>
            <ac:cxnSpMk id="100" creationId="{00000000-0000-0000-0000-000000000000}"/>
          </ac:cxnSpMkLst>
        </pc:cxnChg>
        <pc:cxnChg chg="add mod">
          <ac:chgData name="Kaiang Wen" userId="a219f04c-ae7d-4ada-9001-a33e528312f1" providerId="ADAL" clId="{8DC41D29-5240-4090-8CB1-18EA7CFC2183}" dt="2024-03-14T06:07:39.386" v="263" actId="14100"/>
          <ac:cxnSpMkLst>
            <pc:docMk/>
            <pc:sldMk cId="0" sldId="289"/>
            <ac:cxnSpMk id="113" creationId="{A436B586-C22F-D462-CB4F-473AF1983608}"/>
          </ac:cxnSpMkLst>
        </pc:cxnChg>
        <pc:cxnChg chg="add mod">
          <ac:chgData name="Kaiang Wen" userId="a219f04c-ae7d-4ada-9001-a33e528312f1" providerId="ADAL" clId="{8DC41D29-5240-4090-8CB1-18EA7CFC2183}" dt="2024-03-14T06:07:39.386" v="263" actId="14100"/>
          <ac:cxnSpMkLst>
            <pc:docMk/>
            <pc:sldMk cId="0" sldId="289"/>
            <ac:cxnSpMk id="114" creationId="{4D847E63-F559-AB81-1367-C9DFEC087716}"/>
          </ac:cxnSpMkLst>
        </pc:cxnChg>
        <pc:cxnChg chg="add mod">
          <ac:chgData name="Kaiang Wen" userId="a219f04c-ae7d-4ada-9001-a33e528312f1" providerId="ADAL" clId="{8DC41D29-5240-4090-8CB1-18EA7CFC2183}" dt="2024-03-14T06:07:39.386" v="263" actId="14100"/>
          <ac:cxnSpMkLst>
            <pc:docMk/>
            <pc:sldMk cId="0" sldId="289"/>
            <ac:cxnSpMk id="115" creationId="{FB6956FE-D221-4F24-DDE9-845DED486383}"/>
          </ac:cxnSpMkLst>
        </pc:cxnChg>
        <pc:cxnChg chg="add mod">
          <ac:chgData name="Kaiang Wen" userId="a219f04c-ae7d-4ada-9001-a33e528312f1" providerId="ADAL" clId="{8DC41D29-5240-4090-8CB1-18EA7CFC2183}" dt="2024-03-14T06:07:54.319" v="268" actId="14100"/>
          <ac:cxnSpMkLst>
            <pc:docMk/>
            <pc:sldMk cId="0" sldId="289"/>
            <ac:cxnSpMk id="120" creationId="{3843344B-892B-E8A8-B8CE-AC4F83DC61AE}"/>
          </ac:cxnSpMkLst>
        </pc:cxnChg>
        <pc:cxnChg chg="add mod">
          <ac:chgData name="Kaiang Wen" userId="a219f04c-ae7d-4ada-9001-a33e528312f1" providerId="ADAL" clId="{8DC41D29-5240-4090-8CB1-18EA7CFC2183}" dt="2024-03-14T06:07:54.319" v="268" actId="14100"/>
          <ac:cxnSpMkLst>
            <pc:docMk/>
            <pc:sldMk cId="0" sldId="289"/>
            <ac:cxnSpMk id="121" creationId="{9B21F924-3B45-67AE-5C63-845670063FE8}"/>
          </ac:cxnSpMkLst>
        </pc:cxnChg>
        <pc:cxnChg chg="add mod">
          <ac:chgData name="Kaiang Wen" userId="a219f04c-ae7d-4ada-9001-a33e528312f1" providerId="ADAL" clId="{8DC41D29-5240-4090-8CB1-18EA7CFC2183}" dt="2024-03-14T06:07:54.319" v="268" actId="14100"/>
          <ac:cxnSpMkLst>
            <pc:docMk/>
            <pc:sldMk cId="0" sldId="289"/>
            <ac:cxnSpMk id="122" creationId="{816FAAC2-996B-CDE0-40BA-5D2C283AAF83}"/>
          </ac:cxnSpMkLst>
        </pc:cxnChg>
        <pc:cxnChg chg="add mod">
          <ac:chgData name="Kaiang Wen" userId="a219f04c-ae7d-4ada-9001-a33e528312f1" providerId="ADAL" clId="{8DC41D29-5240-4090-8CB1-18EA7CFC2183}" dt="2024-03-14T06:07:54.319" v="268" actId="14100"/>
          <ac:cxnSpMkLst>
            <pc:docMk/>
            <pc:sldMk cId="0" sldId="289"/>
            <ac:cxnSpMk id="123" creationId="{35E44133-E110-1B38-C952-AF87BBF60F92}"/>
          </ac:cxnSpMkLst>
        </pc:cxnChg>
      </pc:sldChg>
      <pc:sldChg chg="modSp mod modAnim">
        <pc:chgData name="Kaiang Wen" userId="a219f04c-ae7d-4ada-9001-a33e528312f1" providerId="ADAL" clId="{8DC41D29-5240-4090-8CB1-18EA7CFC2183}" dt="2024-03-14T06:13:35.057" v="310"/>
        <pc:sldMkLst>
          <pc:docMk/>
          <pc:sldMk cId="0" sldId="290"/>
        </pc:sldMkLst>
        <pc:spChg chg="mod">
          <ac:chgData name="Kaiang Wen" userId="a219f04c-ae7d-4ada-9001-a33e528312f1" providerId="ADAL" clId="{8DC41D29-5240-4090-8CB1-18EA7CFC2183}" dt="2024-03-14T06:13:07.806" v="308" actId="1076"/>
          <ac:spMkLst>
            <pc:docMk/>
            <pc:sldMk cId="0" sldId="290"/>
            <ac:spMk id="3" creationId="{00000000-0000-0000-0000-000000000000}"/>
          </ac:spMkLst>
        </pc:spChg>
        <pc:spChg chg="mod">
          <ac:chgData name="Kaiang Wen" userId="a219f04c-ae7d-4ada-9001-a33e528312f1" providerId="ADAL" clId="{8DC41D29-5240-4090-8CB1-18EA7CFC2183}" dt="2024-03-14T06:13:31.811" v="309" actId="13822"/>
          <ac:spMkLst>
            <pc:docMk/>
            <pc:sldMk cId="0" sldId="290"/>
            <ac:spMk id="100" creationId="{00000000-0000-0000-0000-000000000000}"/>
          </ac:spMkLst>
        </pc:spChg>
        <pc:cxnChg chg="mod">
          <ac:chgData name="Kaiang Wen" userId="a219f04c-ae7d-4ada-9001-a33e528312f1" providerId="ADAL" clId="{8DC41D29-5240-4090-8CB1-18EA7CFC2183}" dt="2024-03-14T06:09:45.169" v="275" actId="14100"/>
          <ac:cxnSpMkLst>
            <pc:docMk/>
            <pc:sldMk cId="0" sldId="290"/>
            <ac:cxnSpMk id="84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09:48.964" v="277" actId="14100"/>
          <ac:cxnSpMkLst>
            <pc:docMk/>
            <pc:sldMk cId="0" sldId="290"/>
            <ac:cxnSpMk id="85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2:21.819" v="300" actId="14100"/>
          <ac:cxnSpMkLst>
            <pc:docMk/>
            <pc:sldMk cId="0" sldId="290"/>
            <ac:cxnSpMk id="86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2:25.674" v="302" actId="14100"/>
          <ac:cxnSpMkLst>
            <pc:docMk/>
            <pc:sldMk cId="0" sldId="290"/>
            <ac:cxnSpMk id="87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09.999" v="285" actId="14100"/>
          <ac:cxnSpMkLst>
            <pc:docMk/>
            <pc:sldMk cId="0" sldId="290"/>
            <ac:cxnSpMk id="88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30.846" v="290" actId="14100"/>
          <ac:cxnSpMkLst>
            <pc:docMk/>
            <pc:sldMk cId="0" sldId="290"/>
            <ac:cxnSpMk id="89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07.349" v="284" actId="14100"/>
          <ac:cxnSpMkLst>
            <pc:docMk/>
            <pc:sldMk cId="0" sldId="290"/>
            <ac:cxnSpMk id="90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1:53.794" v="297" actId="14100"/>
          <ac:cxnSpMkLst>
            <pc:docMk/>
            <pc:sldMk cId="0" sldId="290"/>
            <ac:cxnSpMk id="91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44.568" v="291" actId="1076"/>
          <ac:cxnSpMkLst>
            <pc:docMk/>
            <pc:sldMk cId="0" sldId="290"/>
            <ac:cxnSpMk id="96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44.568" v="291" actId="1076"/>
          <ac:cxnSpMkLst>
            <pc:docMk/>
            <pc:sldMk cId="0" sldId="290"/>
            <ac:cxnSpMk id="97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44.568" v="291" actId="1076"/>
          <ac:cxnSpMkLst>
            <pc:docMk/>
            <pc:sldMk cId="0" sldId="290"/>
            <ac:cxnSpMk id="98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44.568" v="291" actId="1076"/>
          <ac:cxnSpMkLst>
            <pc:docMk/>
            <pc:sldMk cId="0" sldId="290"/>
            <ac:cxnSpMk id="99" creationId="{00000000-0000-0000-0000-000000000000}"/>
          </ac:cxnSpMkLst>
        </pc:cxnChg>
        <pc:cxnChg chg="mod">
          <ac:chgData name="Kaiang Wen" userId="a219f04c-ae7d-4ada-9001-a33e528312f1" providerId="ADAL" clId="{8DC41D29-5240-4090-8CB1-18EA7CFC2183}" dt="2024-03-14T06:10:52.260" v="292" actId="1076"/>
          <ac:cxnSpMkLst>
            <pc:docMk/>
            <pc:sldMk cId="0" sldId="290"/>
            <ac:cxnSpMk id="101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7B3EA9-8A8A-4E6A-8D24-8CF68123622F}" type="datetimeFigureOut">
              <a:rPr lang="zh-CN" altLang="en-US" smtClean="0"/>
              <a:t>2024/4/1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2F45B-314B-45C8-B772-D24407714C7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1D52DD-5747-49A1-9B72-395A65AA9687}" type="slidenum">
              <a:rPr lang="zh-TW" altLang="en-US" smtClean="0"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TW" altLang="en-US" sz="1200" dirty="0">
              <a:solidFill>
                <a:srgbClr val="0000FF"/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13B472-B66E-431C-811F-64FEA2AB6C54}" type="slidenum">
              <a:rPr lang="zh-TW" altLang="en-US" smtClean="0"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436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0914F-BE26-43C4-8063-9E6C159BF45D}" type="slidenum">
              <a:rPr lang="zh-TW" altLang="en-US" smtClean="0"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624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2F45B-314B-45C8-B772-D24407714C7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45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anose="05020102010507070707" pitchFamily="2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MS PGothic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2" charset="2"/>
        <a:buChar char=""/>
        <a:defRPr sz="4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anose="05020102010507070707" pitchFamily="2" charset="2"/>
        <a:buChar char=""/>
        <a:defRPr sz="4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anose="05020102010507070707" pitchFamily="2" charset="2"/>
        <a:buChar char=""/>
        <a:defRPr sz="4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anose="05020102010507070707" pitchFamily="2" charset="2"/>
        <a:buChar char="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5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anose="05020102010507070707" pitchFamily="2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anose="05020102010507070707" pitchFamily="2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png"/><Relationship Id="rId3" Type="http://schemas.openxmlformats.org/officeDocument/2006/relationships/image" Target="../media/image4.wmf"/><Relationship Id="rId7" Type="http://schemas.openxmlformats.org/officeDocument/2006/relationships/image" Target="../media/image6.wmf"/><Relationship Id="rId12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png"/><Relationship Id="rId5" Type="http://schemas.openxmlformats.org/officeDocument/2006/relationships/image" Target="../media/image5.wmf"/><Relationship Id="rId10" Type="http://schemas.openxmlformats.org/officeDocument/2006/relationships/image" Target="../media/image4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image" Target="../media/image6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4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oleObject" Target="../embeddings/oleObject9.bin"/><Relationship Id="rId7" Type="http://schemas.openxmlformats.org/officeDocument/2006/relationships/image" Target="../media/image9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10.bin"/><Relationship Id="rId15" Type="http://schemas.openxmlformats.org/officeDocument/2006/relationships/image" Target="../media/image21.png"/><Relationship Id="rId10" Type="http://schemas.openxmlformats.org/officeDocument/2006/relationships/image" Target="../media/image12.png"/><Relationship Id="rId4" Type="http://schemas.openxmlformats.org/officeDocument/2006/relationships/image" Target="../media/image4.wmf"/><Relationship Id="rId9" Type="http://schemas.openxmlformats.org/officeDocument/2006/relationships/image" Target="../media/image11.png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5.png"/><Relationship Id="rId18" Type="http://schemas.openxmlformats.org/officeDocument/2006/relationships/image" Target="../media/image33.png"/><Relationship Id="rId26" Type="http://schemas.openxmlformats.org/officeDocument/2006/relationships/oleObject" Target="../embeddings/oleObject14.bin"/><Relationship Id="rId3" Type="http://schemas.openxmlformats.org/officeDocument/2006/relationships/oleObject" Target="../embeddings/oleObject11.bin"/><Relationship Id="rId21" Type="http://schemas.openxmlformats.org/officeDocument/2006/relationships/image" Target="../media/image10.wmf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5" Type="http://schemas.openxmlformats.org/officeDocument/2006/relationships/image" Target="../media/image11.wmf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1.png"/><Relationship Id="rId20" Type="http://schemas.openxmlformats.org/officeDocument/2006/relationships/oleObject" Target="../embeddings/oleObject13.bin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wmf"/><Relationship Id="rId11" Type="http://schemas.openxmlformats.org/officeDocument/2006/relationships/image" Target="../media/image27.png"/><Relationship Id="rId24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image" Target="../media/image30.png"/><Relationship Id="rId23" Type="http://schemas.openxmlformats.org/officeDocument/2006/relationships/image" Target="../media/image10.wmf"/><Relationship Id="rId28" Type="http://schemas.openxmlformats.org/officeDocument/2006/relationships/image" Target="../media/image4.png"/><Relationship Id="rId10" Type="http://schemas.openxmlformats.org/officeDocument/2006/relationships/image" Target="../media/image9.wmf"/><Relationship Id="rId19" Type="http://schemas.openxmlformats.org/officeDocument/2006/relationships/image" Target="../media/image34.png"/><Relationship Id="rId4" Type="http://schemas.openxmlformats.org/officeDocument/2006/relationships/image" Target="../media/image8.wmf"/><Relationship Id="rId9" Type="http://schemas.openxmlformats.org/officeDocument/2006/relationships/oleObject" Target="../embeddings/oleObject12.bin"/><Relationship Id="rId14" Type="http://schemas.openxmlformats.org/officeDocument/2006/relationships/image" Target="../media/image29.png"/><Relationship Id="rId22" Type="http://schemas.openxmlformats.org/officeDocument/2006/relationships/oleObject" Target="../embeddings/oleObject13.bin"/><Relationship Id="rId27" Type="http://schemas.openxmlformats.org/officeDocument/2006/relationships/image" Target="../media/image11.wmf"/><Relationship Id="rId30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9.png"/><Relationship Id="rId18" Type="http://schemas.openxmlformats.org/officeDocument/2006/relationships/image" Target="../media/image33.png"/><Relationship Id="rId26" Type="http://schemas.openxmlformats.org/officeDocument/2006/relationships/oleObject" Target="../embeddings/oleObject18.bin"/><Relationship Id="rId3" Type="http://schemas.openxmlformats.org/officeDocument/2006/relationships/image" Target="../media/image8.wmf"/><Relationship Id="rId21" Type="http://schemas.openxmlformats.org/officeDocument/2006/relationships/image" Target="../media/image10.wmf"/><Relationship Id="rId7" Type="http://schemas.openxmlformats.org/officeDocument/2006/relationships/image" Target="../media/image12.wmf"/><Relationship Id="rId12" Type="http://schemas.openxmlformats.org/officeDocument/2006/relationships/image" Target="../media/image5.png"/><Relationship Id="rId17" Type="http://schemas.openxmlformats.org/officeDocument/2006/relationships/image" Target="../media/image41.png"/><Relationship Id="rId25" Type="http://schemas.openxmlformats.org/officeDocument/2006/relationships/image" Target="../media/image11.wmf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40.png"/><Relationship Id="rId20" Type="http://schemas.openxmlformats.org/officeDocument/2006/relationships/oleObject" Target="../embeddings/oleObject17.bin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6.bin"/><Relationship Id="rId11" Type="http://schemas.openxmlformats.org/officeDocument/2006/relationships/image" Target="../media/image28.png"/><Relationship Id="rId24" Type="http://schemas.openxmlformats.org/officeDocument/2006/relationships/oleObject" Target="../embeddings/oleObject18.bin"/><Relationship Id="rId5" Type="http://schemas.openxmlformats.org/officeDocument/2006/relationships/image" Target="../media/image8.wmf"/><Relationship Id="rId15" Type="http://schemas.openxmlformats.org/officeDocument/2006/relationships/image" Target="../media/image31.png"/><Relationship Id="rId23" Type="http://schemas.openxmlformats.org/officeDocument/2006/relationships/image" Target="../media/image10.wmf"/><Relationship Id="rId28" Type="http://schemas.openxmlformats.org/officeDocument/2006/relationships/image" Target="../media/image4.png"/><Relationship Id="rId10" Type="http://schemas.openxmlformats.org/officeDocument/2006/relationships/image" Target="../media/image27.png"/><Relationship Id="rId19" Type="http://schemas.openxmlformats.org/officeDocument/2006/relationships/image" Target="../media/image34.png"/><Relationship Id="rId4" Type="http://schemas.openxmlformats.org/officeDocument/2006/relationships/oleObject" Target="../embeddings/oleObject15.bin"/><Relationship Id="rId9" Type="http://schemas.openxmlformats.org/officeDocument/2006/relationships/image" Target="../media/image12.wmf"/><Relationship Id="rId14" Type="http://schemas.openxmlformats.org/officeDocument/2006/relationships/image" Target="../media/image30.png"/><Relationship Id="rId22" Type="http://schemas.openxmlformats.org/officeDocument/2006/relationships/oleObject" Target="../embeddings/oleObject17.bin"/><Relationship Id="rId27" Type="http://schemas.openxmlformats.org/officeDocument/2006/relationships/image" Target="../media/image11.wmf"/><Relationship Id="rId30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oleObject" Target="../embeddings/oleObject19.bin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.wmf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11" Type="http://schemas.openxmlformats.org/officeDocument/2006/relationships/image" Target="../media/image47.png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.wmf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0322" y="2621493"/>
            <a:ext cx="15667355" cy="1710267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br>
              <a:rPr lang="en-US" sz="6600" dirty="0"/>
            </a:br>
            <a:r>
              <a:rPr lang="en-US" sz="6600" dirty="0"/>
              <a:t>ReLU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4777" y="514540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Instructor: Dr. Yan Yan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Rectified Linear Unit (</a:t>
            </a:r>
            <a:r>
              <a:rPr lang="en-US" altLang="zh-TW" dirty="0" err="1"/>
              <a:t>ReLU</a:t>
            </a:r>
            <a:r>
              <a:rPr lang="en-US" altLang="zh-TW" dirty="0"/>
              <a:t>)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9568394" y="3036848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b="1" i="1" u="sng" dirty="0"/>
              <a:t>Reason:</a:t>
            </a:r>
            <a:endParaRPr lang="zh-TW" altLang="en-US" sz="4200" b="1" i="1" u="sng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10071030" y="3896830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1. Fast to compute</a:t>
            </a:r>
            <a:endParaRPr lang="zh-TW" altLang="en-US" sz="4200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10092241" y="4853728"/>
            <a:ext cx="49720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2. Biological reason</a:t>
            </a:r>
            <a:endParaRPr lang="zh-TW" altLang="en-US" sz="4200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10092241" y="5805455"/>
            <a:ext cx="4972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3. Infinite sigmoid with different biases</a:t>
            </a:r>
            <a:endParaRPr lang="zh-TW" altLang="en-US" sz="4200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10092241" y="7322954"/>
            <a:ext cx="497205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200" dirty="0"/>
              <a:t>4. Vanishing gradient problem</a:t>
            </a:r>
            <a:endParaRPr lang="zh-TW" altLang="en-US" sz="4200" dirty="0"/>
          </a:p>
        </p:txBody>
      </p:sp>
      <p:grpSp>
        <p:nvGrpSpPr>
          <p:cNvPr id="20" name="群組 19"/>
          <p:cNvGrpSpPr/>
          <p:nvPr/>
        </p:nvGrpSpPr>
        <p:grpSpPr>
          <a:xfrm>
            <a:off x="4057840" y="4124214"/>
            <a:ext cx="4598162" cy="4214046"/>
            <a:chOff x="1054530" y="3434696"/>
            <a:chExt cx="3065441" cy="2809364"/>
          </a:xfrm>
        </p:grpSpPr>
        <p:grpSp>
          <p:nvGrpSpPr>
            <p:cNvPr id="21" name="群組 20"/>
            <p:cNvGrpSpPr/>
            <p:nvPr/>
          </p:nvGrpSpPr>
          <p:grpSpPr>
            <a:xfrm>
              <a:off x="1448290" y="3434696"/>
              <a:ext cx="2671681" cy="2809364"/>
              <a:chOff x="6200673" y="3815455"/>
              <a:chExt cx="2671681" cy="2809364"/>
            </a:xfrm>
          </p:grpSpPr>
          <p:cxnSp>
            <p:nvCxnSpPr>
              <p:cNvPr id="25" name="直線單箭頭接點 24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單箭頭接點 25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1" name="文字方塊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文字方塊 31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2" name="文字方塊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3" name="直線接點 32"/>
              <p:cNvCxnSpPr/>
              <p:nvPr/>
            </p:nvCxnSpPr>
            <p:spPr>
              <a:xfrm>
                <a:off x="6228958" y="5708803"/>
                <a:ext cx="1237168" cy="0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字方塊 34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5" name="文字方塊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字方塊 35"/>
                  <p:cNvSpPr txBox="1"/>
                  <p:nvPr/>
                </p:nvSpPr>
                <p:spPr>
                  <a:xfrm>
                    <a:off x="6401952" y="5321208"/>
                    <a:ext cx="777240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36" name="文字方塊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1952" y="5321208"/>
                    <a:ext cx="777240" cy="369147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/>
                <p:cNvSpPr txBox="1"/>
                <p:nvPr/>
              </p:nvSpPr>
              <p:spPr>
                <a:xfrm>
                  <a:off x="1054530" y="3588584"/>
                  <a:ext cx="726017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420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d>
                          <m:dPr>
                            <m:ctrlPr>
                              <a:rPr lang="en-US" altLang="zh-TW" sz="42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42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d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23" name="文字方塊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4530" y="3588584"/>
                  <a:ext cx="726017" cy="43053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矩形 3"/>
          <p:cNvSpPr/>
          <p:nvPr/>
        </p:nvSpPr>
        <p:spPr>
          <a:xfrm>
            <a:off x="4461023" y="8403903"/>
            <a:ext cx="34099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[Xavier </a:t>
            </a:r>
            <a:r>
              <a:rPr lang="en-US" altLang="zh-TW" sz="100" dirty="0" err="1">
                <a:solidFill>
                  <a:srgbClr val="0000FF"/>
                </a:solidFill>
              </a:rPr>
              <a:t>Glorot</a:t>
            </a:r>
            <a:r>
              <a:rPr lang="en-US" altLang="zh-TW" sz="100" dirty="0">
                <a:solidFill>
                  <a:srgbClr val="0000FF"/>
                </a:solidFill>
              </a:rPr>
              <a:t>, AISTATS’11]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071030" y="7321270"/>
            <a:ext cx="4972050" cy="14503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" name="矩形 21"/>
          <p:cNvSpPr/>
          <p:nvPr/>
        </p:nvSpPr>
        <p:spPr>
          <a:xfrm>
            <a:off x="4479885" y="8753369"/>
            <a:ext cx="33718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[Andrew L. Maas, ICML’13]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4479885" y="9145905"/>
            <a:ext cx="307975" cy="1066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" dirty="0">
                <a:solidFill>
                  <a:srgbClr val="0000FF"/>
                </a:solidFill>
              </a:rPr>
              <a:t>[Kaiming He, arXiv’15]</a:t>
            </a:r>
            <a:endParaRPr lang="zh-TW" altLang="en-US" sz="100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5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3336200" y="6565146"/>
            <a:ext cx="1051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3300374" y="5396942"/>
            <a:ext cx="10878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3723996" y="4828988"/>
            <a:ext cx="514350" cy="692943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2" imgW="3657600" imgH="5181600" progId="Equation.3">
                    <p:embed/>
                  </p:oleObj>
                </mc:Choice>
                <mc:Fallback>
                  <p:oleObj name="方程式" r:id="rId2" imgW="3657600" imgH="5181600" progId="Equation.3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3758321" y="6532010"/>
            <a:ext cx="564357" cy="692945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4" imgW="3962400" imgH="5181600" progId="Equation.3">
                    <p:embed/>
                  </p:oleObj>
                </mc:Choice>
                <mc:Fallback>
                  <p:oleObj name="方程式" r:id="rId4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6597768" y="3254888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601281" y="479306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" name="橢圓 13"/>
          <p:cNvSpPr/>
          <p:nvPr/>
        </p:nvSpPr>
        <p:spPr>
          <a:xfrm>
            <a:off x="6613004" y="6379584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14528453" y="4974137"/>
          <a:ext cx="528638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6" imgW="3962400" imgH="5181600" progId="Equation.3">
                  <p:embed/>
                </p:oleObj>
              </mc:Choice>
              <mc:Fallback>
                <p:oleObj name="方程式" r:id="rId6" imgW="3962400" imgH="518160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8453" y="4974137"/>
                        <a:ext cx="528638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14487972" y="6148902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8" imgW="4267200" imgH="5181600" progId="Equation.3">
                  <p:embed/>
                </p:oleObj>
              </mc:Choice>
              <mc:Fallback>
                <p:oleObj name="方程式" r:id="rId8" imgW="4267200" imgH="5181600" progId="Equation.3">
                  <p:embed/>
                  <p:pic>
                    <p:nvPicPr>
                      <p:cNvPr id="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7972" y="6148902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橢圓 21"/>
          <p:cNvSpPr/>
          <p:nvPr/>
        </p:nvSpPr>
        <p:spPr>
          <a:xfrm>
            <a:off x="10209696" y="3254886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3" name="橢圓 22"/>
          <p:cNvSpPr/>
          <p:nvPr/>
        </p:nvSpPr>
        <p:spPr>
          <a:xfrm>
            <a:off x="10229277" y="48172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4" name="橢圓 23"/>
          <p:cNvSpPr/>
          <p:nvPr/>
        </p:nvSpPr>
        <p:spPr>
          <a:xfrm>
            <a:off x="10268439" y="6379584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12869756" y="498035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12873269" y="6120221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6" name="直線單箭頭接點 35"/>
          <p:cNvCxnSpPr>
            <a:stCxn id="65" idx="6"/>
            <a:endCxn id="24" idx="2"/>
          </p:cNvCxnSpPr>
          <p:nvPr/>
        </p:nvCxnSpPr>
        <p:spPr>
          <a:xfrm flipV="1">
            <a:off x="7459005" y="6810203"/>
            <a:ext cx="2809434" cy="160916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>
            <a:endCxn id="66" idx="2"/>
          </p:cNvCxnSpPr>
          <p:nvPr/>
        </p:nvCxnSpPr>
        <p:spPr>
          <a:xfrm>
            <a:off x="7488177" y="8419368"/>
            <a:ext cx="278026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>
            <a:stCxn id="13" idx="6"/>
            <a:endCxn id="22" idx="2"/>
          </p:cNvCxnSpPr>
          <p:nvPr/>
        </p:nvCxnSpPr>
        <p:spPr>
          <a:xfrm flipV="1">
            <a:off x="7462518" y="3685505"/>
            <a:ext cx="2747178" cy="153818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7459005" y="3685506"/>
            <a:ext cx="2770272" cy="15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/>
          <p:cNvCxnSpPr>
            <a:stCxn id="12" idx="6"/>
            <a:endCxn id="24" idx="2"/>
          </p:cNvCxnSpPr>
          <p:nvPr/>
        </p:nvCxnSpPr>
        <p:spPr>
          <a:xfrm>
            <a:off x="7459005" y="3685506"/>
            <a:ext cx="2809434" cy="312469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40"/>
          <p:cNvCxnSpPr>
            <a:stCxn id="13" idx="6"/>
            <a:endCxn id="24" idx="2"/>
          </p:cNvCxnSpPr>
          <p:nvPr/>
        </p:nvCxnSpPr>
        <p:spPr>
          <a:xfrm>
            <a:off x="7462518" y="5223684"/>
            <a:ext cx="2805921" cy="158651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單箭頭接點 41"/>
          <p:cNvCxnSpPr>
            <a:stCxn id="14" idx="6"/>
            <a:endCxn id="22" idx="2"/>
          </p:cNvCxnSpPr>
          <p:nvPr/>
        </p:nvCxnSpPr>
        <p:spPr>
          <a:xfrm flipV="1">
            <a:off x="7474241" y="3685505"/>
            <a:ext cx="2735456" cy="31246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>
            <a:stCxn id="14" idx="6"/>
            <a:endCxn id="23" idx="2"/>
          </p:cNvCxnSpPr>
          <p:nvPr/>
        </p:nvCxnSpPr>
        <p:spPr>
          <a:xfrm flipV="1">
            <a:off x="7474241" y="5247854"/>
            <a:ext cx="2755037" cy="156234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4231202" y="3685506"/>
            <a:ext cx="2366567" cy="14899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4238346" y="5223684"/>
            <a:ext cx="2362935" cy="53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單箭頭接點 48"/>
          <p:cNvCxnSpPr>
            <a:stCxn id="9" idx="3"/>
            <a:endCxn id="65" idx="2"/>
          </p:cNvCxnSpPr>
          <p:nvPr/>
        </p:nvCxnSpPr>
        <p:spPr>
          <a:xfrm>
            <a:off x="4238346" y="5229038"/>
            <a:ext cx="2359422" cy="31903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4322678" y="3685506"/>
            <a:ext cx="2275091" cy="3192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4272671" y="5223684"/>
            <a:ext cx="2328611" cy="1689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單箭頭接點 51"/>
          <p:cNvCxnSpPr>
            <a:stCxn id="8" idx="3"/>
            <a:endCxn id="65" idx="2"/>
          </p:cNvCxnSpPr>
          <p:nvPr/>
        </p:nvCxnSpPr>
        <p:spPr>
          <a:xfrm>
            <a:off x="4272671" y="6913460"/>
            <a:ext cx="2325098" cy="150590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22" idx="6"/>
          </p:cNvCxnSpPr>
          <p:nvPr/>
        </p:nvCxnSpPr>
        <p:spPr>
          <a:xfrm>
            <a:off x="11070933" y="3685505"/>
            <a:ext cx="1748883" cy="172399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11090514" y="5247854"/>
            <a:ext cx="1729302" cy="13492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11090514" y="5247854"/>
            <a:ext cx="1729302" cy="161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22" idx="6"/>
          </p:cNvCxnSpPr>
          <p:nvPr/>
        </p:nvCxnSpPr>
        <p:spPr>
          <a:xfrm>
            <a:off x="11070933" y="3685505"/>
            <a:ext cx="1752396" cy="28918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24" idx="6"/>
          </p:cNvCxnSpPr>
          <p:nvPr/>
        </p:nvCxnSpPr>
        <p:spPr>
          <a:xfrm flipV="1">
            <a:off x="11129676" y="5409495"/>
            <a:ext cx="1690140" cy="14007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24" idx="6"/>
          </p:cNvCxnSpPr>
          <p:nvPr/>
        </p:nvCxnSpPr>
        <p:spPr>
          <a:xfrm flipV="1">
            <a:off x="11129676" y="6577350"/>
            <a:ext cx="1693653" cy="2328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6597768" y="7988750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6" name="橢圓 65"/>
          <p:cNvSpPr/>
          <p:nvPr/>
        </p:nvSpPr>
        <p:spPr>
          <a:xfrm>
            <a:off x="10268439" y="7988750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01" name="直線單箭頭接點 100"/>
          <p:cNvCxnSpPr>
            <a:stCxn id="8" idx="3"/>
            <a:endCxn id="14" idx="2"/>
          </p:cNvCxnSpPr>
          <p:nvPr/>
        </p:nvCxnSpPr>
        <p:spPr>
          <a:xfrm flipV="1">
            <a:off x="4272671" y="6810203"/>
            <a:ext cx="2340333" cy="1032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>
            <a:stCxn id="9" idx="3"/>
            <a:endCxn id="14" idx="2"/>
          </p:cNvCxnSpPr>
          <p:nvPr/>
        </p:nvCxnSpPr>
        <p:spPr>
          <a:xfrm>
            <a:off x="4238346" y="5229038"/>
            <a:ext cx="2374658" cy="15811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112"/>
          <p:cNvCxnSpPr>
            <a:stCxn id="65" idx="6"/>
            <a:endCxn id="23" idx="2"/>
          </p:cNvCxnSpPr>
          <p:nvPr/>
        </p:nvCxnSpPr>
        <p:spPr>
          <a:xfrm flipV="1">
            <a:off x="7459005" y="5247854"/>
            <a:ext cx="2770272" cy="317151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單箭頭接點 115"/>
          <p:cNvCxnSpPr>
            <a:stCxn id="65" idx="6"/>
            <a:endCxn id="22" idx="2"/>
          </p:cNvCxnSpPr>
          <p:nvPr/>
        </p:nvCxnSpPr>
        <p:spPr>
          <a:xfrm flipV="1">
            <a:off x="7459005" y="3685505"/>
            <a:ext cx="2750691" cy="473386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線單箭頭接點 118"/>
          <p:cNvCxnSpPr>
            <a:endCxn id="66" idx="2"/>
          </p:cNvCxnSpPr>
          <p:nvPr/>
        </p:nvCxnSpPr>
        <p:spPr>
          <a:xfrm>
            <a:off x="7482099" y="6804681"/>
            <a:ext cx="2786340" cy="161468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120"/>
          <p:cNvCxnSpPr>
            <a:stCxn id="14" idx="6"/>
            <a:endCxn id="24" idx="2"/>
          </p:cNvCxnSpPr>
          <p:nvPr/>
        </p:nvCxnSpPr>
        <p:spPr>
          <a:xfrm>
            <a:off x="7474241" y="6810203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單箭頭接點 123"/>
          <p:cNvCxnSpPr/>
          <p:nvPr/>
        </p:nvCxnSpPr>
        <p:spPr>
          <a:xfrm>
            <a:off x="7459005" y="5247854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單箭頭接點 124"/>
          <p:cNvCxnSpPr/>
          <p:nvPr/>
        </p:nvCxnSpPr>
        <p:spPr>
          <a:xfrm>
            <a:off x="7488177" y="3685505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7462518" y="5223684"/>
            <a:ext cx="2805921" cy="31956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7459005" y="3685506"/>
            <a:ext cx="2809434" cy="4733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11129676" y="6550839"/>
            <a:ext cx="1743593" cy="18685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11129676" y="5410976"/>
            <a:ext cx="1740080" cy="30083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6670067" y="38337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7006571" y="34030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6680499" y="539076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7017003" y="496014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/>
          <p:cNvCxnSpPr/>
          <p:nvPr/>
        </p:nvCxnSpPr>
        <p:spPr>
          <a:xfrm>
            <a:off x="6670067" y="6995760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接點 161"/>
          <p:cNvCxnSpPr/>
          <p:nvPr/>
        </p:nvCxnSpPr>
        <p:spPr>
          <a:xfrm flipV="1">
            <a:off x="7006571" y="6565146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接點 162"/>
          <p:cNvCxnSpPr/>
          <p:nvPr/>
        </p:nvCxnSpPr>
        <p:spPr>
          <a:xfrm>
            <a:off x="6680499" y="8587854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接點 163"/>
          <p:cNvCxnSpPr/>
          <p:nvPr/>
        </p:nvCxnSpPr>
        <p:spPr>
          <a:xfrm flipV="1">
            <a:off x="7017003" y="8157240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10325627" y="858810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10662131" y="815748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接點 166"/>
          <p:cNvCxnSpPr/>
          <p:nvPr/>
        </p:nvCxnSpPr>
        <p:spPr>
          <a:xfrm>
            <a:off x="10358447" y="6962624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接點 167"/>
          <p:cNvCxnSpPr/>
          <p:nvPr/>
        </p:nvCxnSpPr>
        <p:spPr>
          <a:xfrm flipV="1">
            <a:off x="10694951" y="6532010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10282371" y="54064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10618875" y="49757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接點 170"/>
          <p:cNvCxnSpPr/>
          <p:nvPr/>
        </p:nvCxnSpPr>
        <p:spPr>
          <a:xfrm>
            <a:off x="10292427" y="3801279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接點 171"/>
          <p:cNvCxnSpPr/>
          <p:nvPr/>
        </p:nvCxnSpPr>
        <p:spPr>
          <a:xfrm flipV="1">
            <a:off x="10628931" y="3370665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文字方塊 172"/>
          <p:cNvSpPr txBox="1"/>
          <p:nvPr/>
        </p:nvSpPr>
        <p:spPr>
          <a:xfrm>
            <a:off x="7193810" y="6872375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4" name="文字方塊 173"/>
          <p:cNvSpPr txBox="1"/>
          <p:nvPr/>
        </p:nvSpPr>
        <p:spPr>
          <a:xfrm>
            <a:off x="7183457" y="8519744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5" name="文字方塊 174"/>
          <p:cNvSpPr txBox="1"/>
          <p:nvPr/>
        </p:nvSpPr>
        <p:spPr>
          <a:xfrm>
            <a:off x="10885482" y="2976693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10900052" y="6015303"/>
            <a:ext cx="771686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4200" dirty="0">
                <a:solidFill>
                  <a:srgbClr val="FF0000"/>
                </a:solidFill>
              </a:rPr>
              <a:t>0</a:t>
            </a:r>
            <a:endParaRPr lang="zh-TW" altLang="en-US" sz="4200" dirty="0">
              <a:solidFill>
                <a:srgbClr val="FF0000"/>
              </a:solidFill>
            </a:endParaRPr>
          </a:p>
        </p:txBody>
      </p:sp>
      <p:grpSp>
        <p:nvGrpSpPr>
          <p:cNvPr id="76" name="群組 75"/>
          <p:cNvGrpSpPr/>
          <p:nvPr/>
        </p:nvGrpSpPr>
        <p:grpSpPr>
          <a:xfrm>
            <a:off x="11698881" y="28770"/>
            <a:ext cx="4007521" cy="4214046"/>
            <a:chOff x="6200673" y="3815455"/>
            <a:chExt cx="2671681" cy="2809364"/>
          </a:xfrm>
        </p:grpSpPr>
        <p:cxnSp>
          <p:nvCxnSpPr>
            <p:cNvPr id="78" name="直線單箭頭接點 77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線單箭頭接點 7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/>
                <p:cNvSpPr txBox="1"/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1" name="文字方塊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2" name="直線接點 81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接點 82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字方塊 83"/>
                <p:cNvSpPr txBox="1"/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4" name="文字方塊 8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字方塊 84"/>
                <p:cNvSpPr txBox="1"/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5" name="文字方塊 8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6" name="直線接點 85"/>
          <p:cNvCxnSpPr/>
          <p:nvPr/>
        </p:nvCxnSpPr>
        <p:spPr>
          <a:xfrm flipH="1">
            <a:off x="6749076" y="340308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flipH="1">
            <a:off x="6736662" y="495984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 flipH="1">
            <a:off x="10360664" y="4971497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flipH="1">
            <a:off x="10437149" y="8147225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endParaRPr lang="zh-TW" altLang="en-US" dirty="0"/>
          </a:p>
        </p:txBody>
      </p:sp>
      <p:cxnSp>
        <p:nvCxnSpPr>
          <p:cNvPr id="5" name="直線單箭頭接點 4"/>
          <p:cNvCxnSpPr/>
          <p:nvPr/>
        </p:nvCxnSpPr>
        <p:spPr>
          <a:xfrm>
            <a:off x="13336200" y="6565146"/>
            <a:ext cx="105199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/>
          <p:cNvCxnSpPr/>
          <p:nvPr/>
        </p:nvCxnSpPr>
        <p:spPr>
          <a:xfrm>
            <a:off x="13300374" y="5396942"/>
            <a:ext cx="108781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群組 66"/>
          <p:cNvGrpSpPr/>
          <p:nvPr/>
        </p:nvGrpSpPr>
        <p:grpSpPr>
          <a:xfrm>
            <a:off x="3723996" y="4828988"/>
            <a:ext cx="514350" cy="692943"/>
            <a:chOff x="1378935" y="1958800"/>
            <a:chExt cx="342900" cy="461962"/>
          </a:xfrm>
        </p:grpSpPr>
        <p:sp>
          <p:nvSpPr>
            <p:cNvPr id="9" name="矩形 8"/>
            <p:cNvSpPr/>
            <p:nvPr/>
          </p:nvSpPr>
          <p:spPr>
            <a:xfrm>
              <a:off x="1378935" y="2054050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0" name="Object 12"/>
            <p:cNvGraphicFramePr>
              <a:graphicFrameLocks noChangeAspect="1"/>
            </p:cNvGraphicFramePr>
            <p:nvPr/>
          </p:nvGraphicFramePr>
          <p:xfrm>
            <a:off x="1391634" y="1958800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1634" y="1958800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" name="群組 67"/>
          <p:cNvGrpSpPr/>
          <p:nvPr/>
        </p:nvGrpSpPr>
        <p:grpSpPr>
          <a:xfrm>
            <a:off x="3758321" y="6532010"/>
            <a:ext cx="564357" cy="692945"/>
            <a:chOff x="1373117" y="2541529"/>
            <a:chExt cx="376238" cy="461963"/>
          </a:xfrm>
        </p:grpSpPr>
        <p:sp>
          <p:nvSpPr>
            <p:cNvPr id="8" name="矩形 7"/>
            <p:cNvSpPr/>
            <p:nvPr/>
          </p:nvSpPr>
          <p:spPr>
            <a:xfrm>
              <a:off x="1373117" y="2624379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1" name="Object 12"/>
            <p:cNvGraphicFramePr>
              <a:graphicFrameLocks noChangeAspect="1"/>
            </p:cNvGraphicFramePr>
            <p:nvPr/>
          </p:nvGraphicFramePr>
          <p:xfrm>
            <a:off x="1396930" y="2541529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6930" y="2541529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橢圓 11"/>
          <p:cNvSpPr/>
          <p:nvPr/>
        </p:nvSpPr>
        <p:spPr>
          <a:xfrm>
            <a:off x="6597768" y="3254888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6601281" y="4793066"/>
            <a:ext cx="861237" cy="861237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14528453" y="4974137"/>
          <a:ext cx="528638" cy="692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7" imgW="3962400" imgH="5181600" progId="Equation.3">
                  <p:embed/>
                </p:oleObj>
              </mc:Choice>
              <mc:Fallback>
                <p:oleObj name="方程式" r:id="rId7" imgW="3962400" imgH="5181600" progId="Equation.3">
                  <p:embed/>
                  <p:pic>
                    <p:nvPicPr>
                      <p:cNvPr id="2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8453" y="4974137"/>
                        <a:ext cx="528638" cy="69294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2"/>
          <p:cNvGraphicFramePr>
            <a:graphicFrameLocks noChangeAspect="1"/>
          </p:cNvGraphicFramePr>
          <p:nvPr/>
        </p:nvGraphicFramePr>
        <p:xfrm>
          <a:off x="14487972" y="6148902"/>
          <a:ext cx="569118" cy="692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9" imgW="4267200" imgH="5181600" progId="Equation.3">
                  <p:embed/>
                </p:oleObj>
              </mc:Choice>
              <mc:Fallback>
                <p:oleObj name="方程式" r:id="rId9" imgW="4267200" imgH="5181600" progId="Equation.3">
                  <p:embed/>
                  <p:pic>
                    <p:nvPicPr>
                      <p:cNvPr id="21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87972" y="6148902"/>
                        <a:ext cx="569118" cy="6929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橢圓 22"/>
          <p:cNvSpPr/>
          <p:nvPr/>
        </p:nvSpPr>
        <p:spPr>
          <a:xfrm>
            <a:off x="10229277" y="4817235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7" name="橢圓 26"/>
          <p:cNvSpPr/>
          <p:nvPr/>
        </p:nvSpPr>
        <p:spPr>
          <a:xfrm>
            <a:off x="12869756" y="4980357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8" name="橢圓 27"/>
          <p:cNvSpPr/>
          <p:nvPr/>
        </p:nvSpPr>
        <p:spPr>
          <a:xfrm>
            <a:off x="12873269" y="6120221"/>
            <a:ext cx="861237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39" name="直線單箭頭接點 38"/>
          <p:cNvCxnSpPr>
            <a:stCxn id="12" idx="6"/>
            <a:endCxn id="23" idx="2"/>
          </p:cNvCxnSpPr>
          <p:nvPr/>
        </p:nvCxnSpPr>
        <p:spPr>
          <a:xfrm>
            <a:off x="7459005" y="3685506"/>
            <a:ext cx="2770272" cy="156234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單箭頭接點 46"/>
          <p:cNvCxnSpPr>
            <a:stCxn id="10" idx="3"/>
            <a:endCxn id="12" idx="2"/>
          </p:cNvCxnSpPr>
          <p:nvPr/>
        </p:nvCxnSpPr>
        <p:spPr>
          <a:xfrm flipV="1">
            <a:off x="4231202" y="3685506"/>
            <a:ext cx="2366567" cy="148995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9" idx="3"/>
            <a:endCxn id="13" idx="2"/>
          </p:cNvCxnSpPr>
          <p:nvPr/>
        </p:nvCxnSpPr>
        <p:spPr>
          <a:xfrm flipV="1">
            <a:off x="4238346" y="5223684"/>
            <a:ext cx="2362935" cy="535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單箭頭接點 49"/>
          <p:cNvCxnSpPr>
            <a:stCxn id="11" idx="3"/>
            <a:endCxn id="12" idx="2"/>
          </p:cNvCxnSpPr>
          <p:nvPr/>
        </p:nvCxnSpPr>
        <p:spPr>
          <a:xfrm flipV="1">
            <a:off x="4322678" y="3685506"/>
            <a:ext cx="2275091" cy="319297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8" idx="3"/>
            <a:endCxn id="13" idx="2"/>
          </p:cNvCxnSpPr>
          <p:nvPr/>
        </p:nvCxnSpPr>
        <p:spPr>
          <a:xfrm flipV="1">
            <a:off x="4272671" y="5223684"/>
            <a:ext cx="2328611" cy="16897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23" idx="6"/>
          </p:cNvCxnSpPr>
          <p:nvPr/>
        </p:nvCxnSpPr>
        <p:spPr>
          <a:xfrm>
            <a:off x="11090514" y="5247854"/>
            <a:ext cx="1729302" cy="134927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23" idx="6"/>
          </p:cNvCxnSpPr>
          <p:nvPr/>
        </p:nvCxnSpPr>
        <p:spPr>
          <a:xfrm>
            <a:off x="11090514" y="5247854"/>
            <a:ext cx="1729302" cy="161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橢圓 65"/>
          <p:cNvSpPr/>
          <p:nvPr/>
        </p:nvSpPr>
        <p:spPr>
          <a:xfrm>
            <a:off x="10268439" y="7988750"/>
            <a:ext cx="861237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24" name="直線單箭頭接點 123"/>
          <p:cNvCxnSpPr/>
          <p:nvPr/>
        </p:nvCxnSpPr>
        <p:spPr>
          <a:xfrm>
            <a:off x="7459005" y="5247854"/>
            <a:ext cx="27941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單箭頭接點 125"/>
          <p:cNvCxnSpPr>
            <a:stCxn id="13" idx="6"/>
            <a:endCxn id="66" idx="2"/>
          </p:cNvCxnSpPr>
          <p:nvPr/>
        </p:nvCxnSpPr>
        <p:spPr>
          <a:xfrm>
            <a:off x="7462518" y="5223684"/>
            <a:ext cx="2805921" cy="319568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單箭頭接點 128"/>
          <p:cNvCxnSpPr>
            <a:stCxn id="12" idx="6"/>
            <a:endCxn id="66" idx="2"/>
          </p:cNvCxnSpPr>
          <p:nvPr/>
        </p:nvCxnSpPr>
        <p:spPr>
          <a:xfrm>
            <a:off x="7459005" y="3685506"/>
            <a:ext cx="2809434" cy="47338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單箭頭接點 137"/>
          <p:cNvCxnSpPr>
            <a:stCxn id="66" idx="6"/>
            <a:endCxn id="28" idx="2"/>
          </p:cNvCxnSpPr>
          <p:nvPr/>
        </p:nvCxnSpPr>
        <p:spPr>
          <a:xfrm flipV="1">
            <a:off x="11129676" y="6550839"/>
            <a:ext cx="1743593" cy="186852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線單箭頭接點 140"/>
          <p:cNvCxnSpPr>
            <a:stCxn id="66" idx="6"/>
            <a:endCxn id="27" idx="2"/>
          </p:cNvCxnSpPr>
          <p:nvPr/>
        </p:nvCxnSpPr>
        <p:spPr>
          <a:xfrm flipV="1">
            <a:off x="11129676" y="5410976"/>
            <a:ext cx="1740080" cy="30083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>
            <a:off x="6670067" y="38337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7006571" y="34030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接點 158"/>
          <p:cNvCxnSpPr/>
          <p:nvPr/>
        </p:nvCxnSpPr>
        <p:spPr>
          <a:xfrm>
            <a:off x="6680499" y="539076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接點 159"/>
          <p:cNvCxnSpPr/>
          <p:nvPr/>
        </p:nvCxnSpPr>
        <p:spPr>
          <a:xfrm flipV="1">
            <a:off x="7017003" y="496014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接點 164"/>
          <p:cNvCxnSpPr/>
          <p:nvPr/>
        </p:nvCxnSpPr>
        <p:spPr>
          <a:xfrm>
            <a:off x="10325627" y="8588103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接點 165"/>
          <p:cNvCxnSpPr/>
          <p:nvPr/>
        </p:nvCxnSpPr>
        <p:spPr>
          <a:xfrm flipV="1">
            <a:off x="10662131" y="8157489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接點 168"/>
          <p:cNvCxnSpPr/>
          <p:nvPr/>
        </p:nvCxnSpPr>
        <p:spPr>
          <a:xfrm>
            <a:off x="10282371" y="5406402"/>
            <a:ext cx="336504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接點 169"/>
          <p:cNvCxnSpPr/>
          <p:nvPr/>
        </p:nvCxnSpPr>
        <p:spPr>
          <a:xfrm flipV="1">
            <a:off x="10618875" y="4975788"/>
            <a:ext cx="295839" cy="4306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5"/>
          <p:cNvCxnSpPr/>
          <p:nvPr/>
        </p:nvCxnSpPr>
        <p:spPr>
          <a:xfrm flipH="1">
            <a:off x="6749076" y="340308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/>
          <p:cNvCxnSpPr/>
          <p:nvPr/>
        </p:nvCxnSpPr>
        <p:spPr>
          <a:xfrm flipH="1">
            <a:off x="6736662" y="4959848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/>
          <p:nvPr/>
        </p:nvCxnSpPr>
        <p:spPr>
          <a:xfrm flipH="1">
            <a:off x="10360664" y="4971497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/>
          <p:nvPr/>
        </p:nvCxnSpPr>
        <p:spPr>
          <a:xfrm flipH="1">
            <a:off x="10437149" y="8147225"/>
            <a:ext cx="544286" cy="544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圖說文字 14"/>
          <p:cNvSpPr/>
          <p:nvPr/>
        </p:nvSpPr>
        <p:spPr>
          <a:xfrm>
            <a:off x="4602254" y="7365264"/>
            <a:ext cx="4293645" cy="1524000"/>
          </a:xfrm>
          <a:prstGeom prst="wedgeRectCallout">
            <a:avLst>
              <a:gd name="adj1" fmla="val -27942"/>
              <a:gd name="adj2" fmla="val -1375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4200" dirty="0"/>
              <a:t>Do not have smaller gradients</a:t>
            </a:r>
            <a:endParaRPr lang="zh-TW" altLang="en-US" sz="4200" dirty="0"/>
          </a:p>
        </p:txBody>
      </p:sp>
      <p:grpSp>
        <p:nvGrpSpPr>
          <p:cNvPr id="45" name="群組 44"/>
          <p:cNvGrpSpPr/>
          <p:nvPr/>
        </p:nvGrpSpPr>
        <p:grpSpPr>
          <a:xfrm>
            <a:off x="11698881" y="28770"/>
            <a:ext cx="4007521" cy="4214046"/>
            <a:chOff x="6200673" y="3815455"/>
            <a:chExt cx="2671681" cy="2809364"/>
          </a:xfrm>
        </p:grpSpPr>
        <p:cxnSp>
          <p:nvCxnSpPr>
            <p:cNvPr id="46" name="直線單箭頭接點 45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單箭頭接點 48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文字方塊 51"/>
                <p:cNvSpPr txBox="1"/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2" name="文字方塊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7357" y="5527718"/>
                  <a:ext cx="184997" cy="369147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/>
                <p:cNvSpPr txBox="1"/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3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865" y="3815455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直線接點 53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字方塊 55"/>
                <p:cNvSpPr txBox="1"/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6" name="文字方塊 5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5942" y="4252893"/>
                  <a:ext cx="75861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/>
                <p:cNvSpPr txBox="1"/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8" name="文字方塊 5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1952" y="5321208"/>
                  <a:ext cx="777240" cy="36914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文字方塊 2"/>
          <p:cNvSpPr txBox="1"/>
          <p:nvPr/>
        </p:nvSpPr>
        <p:spPr>
          <a:xfrm>
            <a:off x="4571888" y="2252606"/>
            <a:ext cx="5791200" cy="138366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4200" dirty="0"/>
              <a:t>A Thinner linear network</a:t>
            </a:r>
            <a:endParaRPr lang="zh-TW" altLang="en-US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ReLU</a:t>
            </a:r>
            <a:r>
              <a:rPr lang="en-US" altLang="zh-TW" dirty="0"/>
              <a:t> - variant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3934738" y="3207195"/>
            <a:ext cx="4541502" cy="4901769"/>
            <a:chOff x="7326642" y="417698"/>
            <a:chExt cx="3027668" cy="3267846"/>
          </a:xfrm>
        </p:grpSpPr>
        <p:grpSp>
          <p:nvGrpSpPr>
            <p:cNvPr id="5" name="群組 4"/>
            <p:cNvGrpSpPr/>
            <p:nvPr/>
          </p:nvGrpSpPr>
          <p:grpSpPr>
            <a:xfrm>
              <a:off x="7326642" y="876180"/>
              <a:ext cx="3027668" cy="2809364"/>
              <a:chOff x="5844686" y="3815455"/>
              <a:chExt cx="3027668" cy="2809364"/>
            </a:xfrm>
          </p:grpSpPr>
          <p:cxnSp>
            <p:nvCxnSpPr>
              <p:cNvPr id="7" name="直線單箭頭接點 6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單箭頭接點 7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文字方塊 8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9" name="文字方塊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文字方塊 9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0" name="文字方塊 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1" name="直線接點 10"/>
              <p:cNvCxnSpPr/>
              <p:nvPr/>
            </p:nvCxnSpPr>
            <p:spPr>
              <a:xfrm flipV="1">
                <a:off x="6200673" y="5708803"/>
                <a:ext cx="1265453" cy="333850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線接點 11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字方塊 12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3" name="文字方塊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文字方塊 13"/>
                  <p:cNvSpPr txBox="1"/>
                  <p:nvPr/>
                </p:nvSpPr>
                <p:spPr>
                  <a:xfrm>
                    <a:off x="5844686" y="6082863"/>
                    <a:ext cx="132926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=0.01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14" name="文字方塊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4686" y="6082863"/>
                    <a:ext cx="1329267" cy="369147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/>
                <p:cNvSpPr txBox="1"/>
                <p:nvPr/>
              </p:nvSpPr>
              <p:spPr>
                <a:xfrm>
                  <a:off x="7926576" y="417698"/>
                  <a:ext cx="1930400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𝑒𝑎𝑘𝑦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𝑅𝑒𝐿𝑈</m:t>
                        </m:r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6" name="文字方塊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6576" y="417698"/>
                  <a:ext cx="1930400" cy="430530"/>
                </a:xfrm>
                <a:prstGeom prst="rect">
                  <a:avLst/>
                </a:prstGeom>
                <a:blipFill rotWithShape="1">
                  <a:blip r:embed="rId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群組 14"/>
          <p:cNvGrpSpPr/>
          <p:nvPr/>
        </p:nvGrpSpPr>
        <p:grpSpPr>
          <a:xfrm>
            <a:off x="9674654" y="3252453"/>
            <a:ext cx="4484025" cy="4993052"/>
            <a:chOff x="7434636" y="356843"/>
            <a:chExt cx="2989350" cy="3328701"/>
          </a:xfrm>
        </p:grpSpPr>
        <p:grpSp>
          <p:nvGrpSpPr>
            <p:cNvPr id="16" name="群組 15"/>
            <p:cNvGrpSpPr/>
            <p:nvPr/>
          </p:nvGrpSpPr>
          <p:grpSpPr>
            <a:xfrm>
              <a:off x="7434636" y="876180"/>
              <a:ext cx="2919674" cy="2809364"/>
              <a:chOff x="5952680" y="3815455"/>
              <a:chExt cx="2919674" cy="2809364"/>
            </a:xfrm>
          </p:grpSpPr>
          <p:cxnSp>
            <p:nvCxnSpPr>
              <p:cNvPr id="18" name="直線單箭頭接點 17"/>
              <p:cNvCxnSpPr/>
              <p:nvPr/>
            </p:nvCxnSpPr>
            <p:spPr>
              <a:xfrm>
                <a:off x="6200673" y="5714500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單箭頭接點 18"/>
              <p:cNvCxnSpPr/>
              <p:nvPr/>
            </p:nvCxnSpPr>
            <p:spPr>
              <a:xfrm rot="16200000">
                <a:off x="6200674" y="5387649"/>
                <a:ext cx="2474339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文字方塊 19"/>
                  <p:cNvSpPr txBox="1"/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0" name="文字方塊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87357" y="5527718"/>
                    <a:ext cx="184997" cy="369147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313865" y="3815455"/>
                    <a:ext cx="208703" cy="369147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接點 21"/>
              <p:cNvCxnSpPr/>
              <p:nvPr/>
            </p:nvCxnSpPr>
            <p:spPr>
              <a:xfrm flipV="1">
                <a:off x="6200673" y="5708803"/>
                <a:ext cx="1265453" cy="333850"/>
              </a:xfrm>
              <a:prstGeom prst="line">
                <a:avLst/>
              </a:prstGeom>
              <a:ln w="76200">
                <a:solidFill>
                  <a:srgbClr val="00B050"/>
                </a:solidFill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23" name="直線接點 22"/>
              <p:cNvCxnSpPr/>
              <p:nvPr/>
            </p:nvCxnSpPr>
            <p:spPr>
              <a:xfrm flipV="1">
                <a:off x="7427944" y="4629511"/>
                <a:ext cx="959230" cy="1079292"/>
              </a:xfrm>
              <a:prstGeom prst="line">
                <a:avLst/>
              </a:prstGeom>
              <a:ln w="57150">
                <a:solidFill>
                  <a:srgbClr val="0000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/>
                  <p:cNvSpPr txBox="1"/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4" name="文字方塊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85942" y="4252893"/>
                    <a:ext cx="758613" cy="369147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/>
                  <p:cNvSpPr txBox="1"/>
                  <p:nvPr/>
                </p:nvSpPr>
                <p:spPr>
                  <a:xfrm>
                    <a:off x="5952680" y="6055863"/>
                    <a:ext cx="942340" cy="3691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TW" altLang="en-US" sz="36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5" name="文字方塊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2680" y="6055863"/>
                    <a:ext cx="942340" cy="369147"/>
                  </a:xfrm>
                  <a:prstGeom prst="rect">
                    <a:avLst/>
                  </a:prstGeom>
                  <a:blipFill rotWithShape="1">
                    <a:blip r:embed="rId8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7599083" y="356843"/>
                  <a:ext cx="2824903" cy="43053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420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𝑎𝑟𝑎𝑚𝑒𝑡𝑟𝑖𝑐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4200" b="0" i="1" smtClean="0">
                            <a:latin typeface="Cambria Math" panose="02040503050406030204" pitchFamily="18" charset="0"/>
                          </a:rPr>
                          <m:t>𝑅𝑒𝐿𝑈</m:t>
                        </m:r>
                      </m:oMath>
                    </m:oMathPara>
                  </a14:m>
                  <a:endParaRPr lang="zh-TW" altLang="en-US" sz="4200" dirty="0"/>
                </a:p>
              </p:txBody>
            </p:sp>
          </mc:Choice>
          <mc:Fallback xmlns="">
            <p:sp>
              <p:nvSpPr>
                <p:cNvPr id="17" name="文字方塊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99083" y="356843"/>
                  <a:ext cx="2824903" cy="43053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文字方塊 25"/>
          <p:cNvSpPr txBox="1"/>
          <p:nvPr/>
        </p:nvSpPr>
        <p:spPr>
          <a:xfrm>
            <a:off x="9921324" y="8637422"/>
            <a:ext cx="4083498" cy="11988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l-GR" altLang="zh-TW" sz="3600" dirty="0"/>
              <a:t>α</a:t>
            </a:r>
            <a:r>
              <a:rPr lang="en-US" altLang="zh-TW" sz="3600" dirty="0"/>
              <a:t> also learned by gradient descent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矩形 141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6" name="橢圓 225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7" name="橢圓 226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0" name="矩形 139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5" name="橢圓 224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24" name="橢圓 223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3" name="矩形 142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41" name="矩形 14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9" name="矩形 138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2700" dirty="0">
                <a:solidFill>
                  <a:srgbClr val="0000FF"/>
                </a:solidFill>
              </a:rPr>
              <a:t>[Ian J. </a:t>
            </a:r>
            <a:r>
              <a:rPr lang="en-US" altLang="zh-TW" sz="2700" dirty="0" err="1">
                <a:solidFill>
                  <a:srgbClr val="0000FF"/>
                </a:solidFill>
              </a:rPr>
              <a:t>Goodfellow</a:t>
            </a:r>
            <a:r>
              <a:rPr lang="en-US" altLang="zh-TW" sz="2700" dirty="0">
                <a:solidFill>
                  <a:srgbClr val="0000FF"/>
                </a:solidFill>
              </a:rPr>
              <a:t>, ICML’13]</a:t>
            </a:r>
            <a:endParaRPr lang="zh-TW" altLang="en-US" sz="2700" dirty="0">
              <a:solidFill>
                <a:srgbClr val="0000FF"/>
              </a:solidFill>
            </a:endParaRPr>
          </a:p>
          <a:p>
            <a:endParaRPr lang="en-US" altLang="zh-TW" dirty="0"/>
          </a:p>
        </p:txBody>
      </p:sp>
      <p:sp>
        <p:nvSpPr>
          <p:cNvPr id="8" name="橢圓 7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Max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grpSp>
        <p:nvGrpSpPr>
          <p:cNvPr id="75" name="群組 74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30" name="矩形 29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31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6" name="群組 75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29" name="矩形 28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32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3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文字方塊 34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52" name="橢圓 51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>
                <a:solidFill>
                  <a:schemeClr val="tx1"/>
                </a:solidFill>
              </a:rPr>
              <a:t>Max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  <p:grpSp>
        <p:nvGrpSpPr>
          <p:cNvPr id="85" name="群組 84"/>
          <p:cNvGrpSpPr/>
          <p:nvPr/>
        </p:nvGrpSpPr>
        <p:grpSpPr>
          <a:xfrm>
            <a:off x="5252184" y="3797598"/>
            <a:ext cx="1413896" cy="737235"/>
            <a:chOff x="3518823" y="2481252"/>
            <a:chExt cx="942597" cy="491490"/>
          </a:xfrm>
        </p:grpSpPr>
        <p:grpSp>
          <p:nvGrpSpPr>
            <p:cNvPr id="36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文字方塊 79"/>
                <p:cNvSpPr txBox="1"/>
                <p:nvPr/>
              </p:nvSpPr>
              <p:spPr>
                <a:xfrm>
                  <a:off x="4206008" y="2571873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0" name="文字方塊 7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71873"/>
                  <a:ext cx="255412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線單箭頭接點 8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群組 85"/>
          <p:cNvGrpSpPr/>
          <p:nvPr/>
        </p:nvGrpSpPr>
        <p:grpSpPr>
          <a:xfrm>
            <a:off x="5269483" y="5096570"/>
            <a:ext cx="1414102" cy="737235"/>
            <a:chOff x="3518823" y="2481252"/>
            <a:chExt cx="942734" cy="491490"/>
          </a:xfrm>
        </p:grpSpPr>
        <p:grpSp>
          <p:nvGrpSpPr>
            <p:cNvPr id="87" name="群組 86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90" name="矩形 8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1" name="文字方塊 90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文字方塊 87"/>
                <p:cNvSpPr txBox="1"/>
                <p:nvPr/>
              </p:nvSpPr>
              <p:spPr>
                <a:xfrm>
                  <a:off x="4206145" y="2546534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8" name="文字方塊 8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145" y="2546534"/>
                  <a:ext cx="255412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9" name="直線單箭頭接點 8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群組 91"/>
          <p:cNvGrpSpPr/>
          <p:nvPr/>
        </p:nvGrpSpPr>
        <p:grpSpPr>
          <a:xfrm>
            <a:off x="5267952" y="6395541"/>
            <a:ext cx="1759122" cy="737235"/>
            <a:chOff x="3518823" y="2481252"/>
            <a:chExt cx="1172748" cy="491490"/>
          </a:xfrm>
        </p:grpSpPr>
        <p:grpSp>
          <p:nvGrpSpPr>
            <p:cNvPr id="93" name="群組 92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96" name="矩形 95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97" name="文字方塊 96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p:cxnSp>
          <p:nvCxnSpPr>
            <p:cNvPr id="95" name="直線單箭頭接點 94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字方塊 93"/>
                <p:cNvSpPr txBox="1"/>
                <p:nvPr/>
              </p:nvSpPr>
              <p:spPr>
                <a:xfrm>
                  <a:off x="4206396" y="2533432"/>
                  <a:ext cx="485175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94" name="文字方塊 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396" y="2533432"/>
                  <a:ext cx="48517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8" name="群組 97"/>
          <p:cNvGrpSpPr/>
          <p:nvPr/>
        </p:nvGrpSpPr>
        <p:grpSpPr>
          <a:xfrm>
            <a:off x="5265224" y="7808787"/>
            <a:ext cx="1413896" cy="737235"/>
            <a:chOff x="3518823" y="2481252"/>
            <a:chExt cx="942597" cy="491490"/>
          </a:xfrm>
        </p:grpSpPr>
        <p:grpSp>
          <p:nvGrpSpPr>
            <p:cNvPr id="99" name="群組 98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02" name="矩形 10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03" name="文字方塊 102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字方塊 99"/>
                <p:cNvSpPr txBox="1"/>
                <p:nvPr/>
              </p:nvSpPr>
              <p:spPr>
                <a:xfrm>
                  <a:off x="4206008" y="2545696"/>
                  <a:ext cx="255412" cy="369332"/>
                </a:xfrm>
                <a:prstGeom prst="rect">
                  <a:avLst/>
                </a:prstGeom>
              </p:spPr>
              <p:style>
                <a:lnRef idx="0">
                  <a:schemeClr val="accent5"/>
                </a:lnRef>
                <a:fillRef idx="3">
                  <a:schemeClr val="accent5"/>
                </a:fillRef>
                <a:effectRef idx="3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0" name="文字方塊 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008" y="2545696"/>
                  <a:ext cx="255412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1" name="直線單箭頭接點 10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文字方塊 103"/>
              <p:cNvSpPr txBox="1"/>
              <p:nvPr/>
            </p:nvSpPr>
            <p:spPr>
              <a:xfrm>
                <a:off x="9103557" y="4554686"/>
                <a:ext cx="305435" cy="553720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4" name="文字方塊 1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305435" cy="5537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9083967" y="7271444"/>
                <a:ext cx="383118" cy="553998"/>
              </a:xfrm>
              <a:prstGeom prst="rect">
                <a:avLst/>
              </a:prstGeom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3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383118" cy="55399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橢圓 105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sp>
        <p:nvSpPr>
          <p:cNvPr id="107" name="橢圓 106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108" name="群組 107"/>
          <p:cNvGrpSpPr/>
          <p:nvPr/>
        </p:nvGrpSpPr>
        <p:grpSpPr>
          <a:xfrm>
            <a:off x="11006708" y="3797598"/>
            <a:ext cx="1319012" cy="737235"/>
            <a:chOff x="3518823" y="2481252"/>
            <a:chExt cx="879341" cy="491490"/>
          </a:xfrm>
        </p:grpSpPr>
        <p:grpSp>
          <p:nvGrpSpPr>
            <p:cNvPr id="109" name="群組 108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2" name="矩形 111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3" name="文字方塊 112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1" name="直線單箭頭接點 110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4" name="群組 113"/>
          <p:cNvGrpSpPr/>
          <p:nvPr/>
        </p:nvGrpSpPr>
        <p:grpSpPr>
          <a:xfrm>
            <a:off x="11024006" y="5096570"/>
            <a:ext cx="1319012" cy="737235"/>
            <a:chOff x="3518823" y="2481252"/>
            <a:chExt cx="879341" cy="491490"/>
          </a:xfrm>
        </p:grpSpPr>
        <p:grpSp>
          <p:nvGrpSpPr>
            <p:cNvPr id="115" name="群組 114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19" name="文字方塊 118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字方塊 115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16" name="文字方塊 1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7" name="直線單箭頭接點 116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群組 119"/>
          <p:cNvGrpSpPr/>
          <p:nvPr/>
        </p:nvGrpSpPr>
        <p:grpSpPr>
          <a:xfrm>
            <a:off x="11022478" y="6395541"/>
            <a:ext cx="1319012" cy="737235"/>
            <a:chOff x="3518823" y="2481252"/>
            <a:chExt cx="879341" cy="491490"/>
          </a:xfrm>
        </p:grpSpPr>
        <p:grpSp>
          <p:nvGrpSpPr>
            <p:cNvPr id="121" name="群組 120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24" name="矩形 123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25" name="文字方塊 124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字方塊 121"/>
                <p:cNvSpPr txBox="1"/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22" name="文字方塊 1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255412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直線單箭頭接點 122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6" name="群組 125"/>
          <p:cNvGrpSpPr/>
          <p:nvPr/>
        </p:nvGrpSpPr>
        <p:grpSpPr>
          <a:xfrm>
            <a:off x="11019748" y="7808787"/>
            <a:ext cx="1340783" cy="737235"/>
            <a:chOff x="3518823" y="2481252"/>
            <a:chExt cx="893855" cy="491490"/>
          </a:xfrm>
        </p:grpSpPr>
        <p:grpSp>
          <p:nvGrpSpPr>
            <p:cNvPr id="127" name="群組 126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130" name="矩形 129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131" name="文字方塊 130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字方塊 127"/>
                <p:cNvSpPr txBox="1"/>
                <p:nvPr/>
              </p:nvSpPr>
              <p:spPr>
                <a:xfrm>
                  <a:off x="4157266" y="2545696"/>
                  <a:ext cx="255412" cy="369332"/>
                </a:xfrm>
                <a:prstGeom prst="rect">
                  <a:avLst/>
                </a:prstGeom>
              </p:spPr>
              <p:style>
                <a:lnRef idx="3">
                  <a:schemeClr val="lt1"/>
                </a:lnRef>
                <a:fillRef idx="1">
                  <a:schemeClr val="accent5"/>
                </a:fillRef>
                <a:effectRef idx="1">
                  <a:schemeClr val="accent5"/>
                </a:effectRef>
                <a:fontRef idx="minor">
                  <a:schemeClr val="lt1"/>
                </a:fontRef>
              </p:style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128" name="文字方塊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266" y="2545696"/>
                  <a:ext cx="255412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直線單箭頭接點 128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/>
              <p:cNvSpPr txBox="1"/>
              <p:nvPr/>
            </p:nvSpPr>
            <p:spPr>
              <a:xfrm>
                <a:off x="14896698" y="4597031"/>
                <a:ext cx="383118" cy="55399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2" name="文字方塊 1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96698" y="4597031"/>
                <a:ext cx="383118" cy="553998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字方塊 132"/>
              <p:cNvSpPr txBox="1"/>
              <p:nvPr/>
            </p:nvSpPr>
            <p:spPr>
              <a:xfrm>
                <a:off x="14902167" y="7317788"/>
                <a:ext cx="383118" cy="55399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33" name="文字方塊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02167" y="7317788"/>
                <a:ext cx="383118" cy="55399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4" name="直線單箭頭接點 143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單箭頭接點 145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單箭頭接點 146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單箭頭接點 147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直線單箭頭接點 199"/>
          <p:cNvCxnSpPr>
            <a:cxnSpLocks/>
            <a:stCxn id="116" idx="3"/>
            <a:endCxn id="106" idx="2"/>
          </p:cNvCxnSpPr>
          <p:nvPr/>
        </p:nvCxnSpPr>
        <p:spPr>
          <a:xfrm flipV="1">
            <a:off x="12343018" y="4834331"/>
            <a:ext cx="916286" cy="6359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線單箭頭接點 205"/>
          <p:cNvCxnSpPr>
            <a:cxnSpLocks/>
            <a:stCxn id="122" idx="3"/>
            <a:endCxn id="107" idx="2"/>
          </p:cNvCxnSpPr>
          <p:nvPr/>
        </p:nvCxnSpPr>
        <p:spPr>
          <a:xfrm>
            <a:off x="12341490" y="6769206"/>
            <a:ext cx="929595" cy="8049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單箭頭接點 218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線單箭頭接點 219"/>
          <p:cNvCxnSpPr/>
          <p:nvPr/>
        </p:nvCxnSpPr>
        <p:spPr>
          <a:xfrm flipV="1">
            <a:off x="6703002" y="4849229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線單箭頭接點 220"/>
          <p:cNvCxnSpPr/>
          <p:nvPr/>
        </p:nvCxnSpPr>
        <p:spPr>
          <a:xfrm>
            <a:off x="6734189" y="6851234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線單箭頭接點 221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7411999" y="1146335"/>
            <a:ext cx="8986885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 err="1"/>
              <a:t>ReLU</a:t>
            </a:r>
            <a:r>
              <a:rPr lang="en-US" altLang="zh-TW" sz="4200" dirty="0"/>
              <a:t> is a special case of </a:t>
            </a:r>
            <a:r>
              <a:rPr lang="en-US" altLang="zh-TW" sz="4200" dirty="0" err="1"/>
              <a:t>Maxout</a:t>
            </a:r>
            <a:endParaRPr lang="en-US" altLang="zh-TW" sz="4200" dirty="0"/>
          </a:p>
        </p:txBody>
      </p:sp>
      <p:sp>
        <p:nvSpPr>
          <p:cNvPr id="145" name="矩形 144"/>
          <p:cNvSpPr/>
          <p:nvPr/>
        </p:nvSpPr>
        <p:spPr>
          <a:xfrm>
            <a:off x="3264195" y="8996112"/>
            <a:ext cx="11637972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You can have more than 2 elements in a group.</a:t>
            </a:r>
          </a:p>
        </p:txBody>
      </p:sp>
      <p:sp>
        <p:nvSpPr>
          <p:cNvPr id="6" name="矩形 5"/>
          <p:cNvSpPr/>
          <p:nvPr/>
        </p:nvSpPr>
        <p:spPr>
          <a:xfrm>
            <a:off x="5997896" y="3809760"/>
            <a:ext cx="2821787" cy="1998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文字方塊 5"/>
          <p:cNvSpPr txBox="1"/>
          <p:nvPr/>
        </p:nvSpPr>
        <p:spPr>
          <a:xfrm>
            <a:off x="7117113" y="3661455"/>
            <a:ext cx="170950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>
                <a:solidFill>
                  <a:srgbClr val="FF0000"/>
                </a:solidFill>
              </a:rPr>
              <a:t>neuron</a:t>
            </a:r>
            <a:endParaRPr lang="zh-TW" altLang="en-US" sz="3600" dirty="0">
              <a:solidFill>
                <a:srgbClr val="FF0000"/>
              </a:solidFill>
            </a:endParaRPr>
          </a:p>
        </p:txBody>
      </p:sp>
      <p:cxnSp>
        <p:nvCxnSpPr>
          <p:cNvPr id="14" name="直線單箭頭接點 219">
            <a:extLst>
              <a:ext uri="{FF2B5EF4-FFF2-40B4-BE49-F238E27FC236}">
                <a16:creationId xmlns:a16="http://schemas.microsoft.com/office/drawing/2014/main" id="{D4313A1A-ED90-F073-5FE9-DC92B15C2826}"/>
              </a:ext>
            </a:extLst>
          </p:cNvPr>
          <p:cNvCxnSpPr>
            <a:cxnSpLocks/>
            <a:stCxn id="104" idx="3"/>
            <a:endCxn id="113" idx="1"/>
          </p:cNvCxnSpPr>
          <p:nvPr/>
        </p:nvCxnSpPr>
        <p:spPr>
          <a:xfrm flipV="1">
            <a:off x="9408992" y="4166216"/>
            <a:ext cx="1615014" cy="66533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219">
            <a:extLst>
              <a:ext uri="{FF2B5EF4-FFF2-40B4-BE49-F238E27FC236}">
                <a16:creationId xmlns:a16="http://schemas.microsoft.com/office/drawing/2014/main" id="{94DF5F0F-B9F2-8441-6EBC-22D7D4E4EF1A}"/>
              </a:ext>
            </a:extLst>
          </p:cNvPr>
          <p:cNvCxnSpPr>
            <a:cxnSpLocks/>
            <a:stCxn id="104" idx="3"/>
            <a:endCxn id="119" idx="1"/>
          </p:cNvCxnSpPr>
          <p:nvPr/>
        </p:nvCxnSpPr>
        <p:spPr>
          <a:xfrm>
            <a:off x="9408992" y="4831546"/>
            <a:ext cx="1632312" cy="6336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219">
            <a:extLst>
              <a:ext uri="{FF2B5EF4-FFF2-40B4-BE49-F238E27FC236}">
                <a16:creationId xmlns:a16="http://schemas.microsoft.com/office/drawing/2014/main" id="{7E02F658-8617-2FD7-9A6C-5EA08D6E54AC}"/>
              </a:ext>
            </a:extLst>
          </p:cNvPr>
          <p:cNvCxnSpPr>
            <a:cxnSpLocks/>
            <a:stCxn id="104" idx="3"/>
            <a:endCxn id="124" idx="1"/>
          </p:cNvCxnSpPr>
          <p:nvPr/>
        </p:nvCxnSpPr>
        <p:spPr>
          <a:xfrm>
            <a:off x="9408992" y="4831546"/>
            <a:ext cx="1613486" cy="19753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19">
            <a:extLst>
              <a:ext uri="{FF2B5EF4-FFF2-40B4-BE49-F238E27FC236}">
                <a16:creationId xmlns:a16="http://schemas.microsoft.com/office/drawing/2014/main" id="{DBF81D82-494F-08D9-CC1E-FF3474918F34}"/>
              </a:ext>
            </a:extLst>
          </p:cNvPr>
          <p:cNvCxnSpPr>
            <a:cxnSpLocks/>
            <a:stCxn id="104" idx="3"/>
            <a:endCxn id="130" idx="1"/>
          </p:cNvCxnSpPr>
          <p:nvPr/>
        </p:nvCxnSpPr>
        <p:spPr>
          <a:xfrm>
            <a:off x="9408992" y="4831546"/>
            <a:ext cx="1610756" cy="33885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單箭頭接點 219">
            <a:extLst>
              <a:ext uri="{FF2B5EF4-FFF2-40B4-BE49-F238E27FC236}">
                <a16:creationId xmlns:a16="http://schemas.microsoft.com/office/drawing/2014/main" id="{29CE516C-9E36-B917-B5D0-AEF826CCAFDB}"/>
              </a:ext>
            </a:extLst>
          </p:cNvPr>
          <p:cNvCxnSpPr>
            <a:cxnSpLocks/>
            <a:stCxn id="105" idx="3"/>
            <a:endCxn id="113" idx="1"/>
          </p:cNvCxnSpPr>
          <p:nvPr/>
        </p:nvCxnSpPr>
        <p:spPr>
          <a:xfrm flipV="1">
            <a:off x="9467085" y="4166216"/>
            <a:ext cx="1556921" cy="338222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219">
            <a:extLst>
              <a:ext uri="{FF2B5EF4-FFF2-40B4-BE49-F238E27FC236}">
                <a16:creationId xmlns:a16="http://schemas.microsoft.com/office/drawing/2014/main" id="{CF6EBB8A-6E7C-DF21-7241-48C2EB27CF79}"/>
              </a:ext>
            </a:extLst>
          </p:cNvPr>
          <p:cNvCxnSpPr>
            <a:cxnSpLocks/>
            <a:stCxn id="105" idx="3"/>
            <a:endCxn id="119" idx="1"/>
          </p:cNvCxnSpPr>
          <p:nvPr/>
        </p:nvCxnSpPr>
        <p:spPr>
          <a:xfrm flipV="1">
            <a:off x="9467085" y="5465188"/>
            <a:ext cx="1574219" cy="208325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219">
            <a:extLst>
              <a:ext uri="{FF2B5EF4-FFF2-40B4-BE49-F238E27FC236}">
                <a16:creationId xmlns:a16="http://schemas.microsoft.com/office/drawing/2014/main" id="{74AA1630-B4E3-6E08-2719-2141EB699536}"/>
              </a:ext>
            </a:extLst>
          </p:cNvPr>
          <p:cNvCxnSpPr>
            <a:cxnSpLocks/>
            <a:endCxn id="125" idx="1"/>
          </p:cNvCxnSpPr>
          <p:nvPr/>
        </p:nvCxnSpPr>
        <p:spPr>
          <a:xfrm flipV="1">
            <a:off x="9467085" y="6764159"/>
            <a:ext cx="1572691" cy="78428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單箭頭接點 219">
            <a:extLst>
              <a:ext uri="{FF2B5EF4-FFF2-40B4-BE49-F238E27FC236}">
                <a16:creationId xmlns:a16="http://schemas.microsoft.com/office/drawing/2014/main" id="{159CCBD0-3E6E-C4AD-570C-250BD9201CAD}"/>
              </a:ext>
            </a:extLst>
          </p:cNvPr>
          <p:cNvCxnSpPr>
            <a:cxnSpLocks/>
            <a:stCxn id="105" idx="3"/>
            <a:endCxn id="131" idx="1"/>
          </p:cNvCxnSpPr>
          <p:nvPr/>
        </p:nvCxnSpPr>
        <p:spPr>
          <a:xfrm>
            <a:off x="9467085" y="7548443"/>
            <a:ext cx="1569961" cy="6289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219">
            <a:extLst>
              <a:ext uri="{FF2B5EF4-FFF2-40B4-BE49-F238E27FC236}">
                <a16:creationId xmlns:a16="http://schemas.microsoft.com/office/drawing/2014/main" id="{CF845B50-278F-5696-FBCD-D3A4AAEFBB86}"/>
              </a:ext>
            </a:extLst>
          </p:cNvPr>
          <p:cNvCxnSpPr>
            <a:cxnSpLocks/>
            <a:stCxn id="110" idx="3"/>
            <a:endCxn id="106" idx="2"/>
          </p:cNvCxnSpPr>
          <p:nvPr/>
        </p:nvCxnSpPr>
        <p:spPr>
          <a:xfrm>
            <a:off x="12325720" y="4171263"/>
            <a:ext cx="933584" cy="66306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219">
            <a:extLst>
              <a:ext uri="{FF2B5EF4-FFF2-40B4-BE49-F238E27FC236}">
                <a16:creationId xmlns:a16="http://schemas.microsoft.com/office/drawing/2014/main" id="{A181629A-E026-E31A-9442-B4AE38C81DCD}"/>
              </a:ext>
            </a:extLst>
          </p:cNvPr>
          <p:cNvCxnSpPr>
            <a:cxnSpLocks/>
            <a:stCxn id="128" idx="3"/>
            <a:endCxn id="107" idx="2"/>
          </p:cNvCxnSpPr>
          <p:nvPr/>
        </p:nvCxnSpPr>
        <p:spPr>
          <a:xfrm flipV="1">
            <a:off x="12360531" y="7574164"/>
            <a:ext cx="910554" cy="608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單箭頭接點 219">
            <a:extLst>
              <a:ext uri="{FF2B5EF4-FFF2-40B4-BE49-F238E27FC236}">
                <a16:creationId xmlns:a16="http://schemas.microsoft.com/office/drawing/2014/main" id="{78A2FAD6-719A-D577-2EAC-6A6C1342AB96}"/>
              </a:ext>
            </a:extLst>
          </p:cNvPr>
          <p:cNvCxnSpPr>
            <a:cxnSpLocks/>
            <a:stCxn id="31" idx="3"/>
            <a:endCxn id="12" idx="1"/>
          </p:cNvCxnSpPr>
          <p:nvPr/>
        </p:nvCxnSpPr>
        <p:spPr>
          <a:xfrm flipV="1">
            <a:off x="3586987" y="4166216"/>
            <a:ext cx="1682495" cy="12627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219">
            <a:extLst>
              <a:ext uri="{FF2B5EF4-FFF2-40B4-BE49-F238E27FC236}">
                <a16:creationId xmlns:a16="http://schemas.microsoft.com/office/drawing/2014/main" id="{23538AF7-50B8-6584-9151-F380C380F737}"/>
              </a:ext>
            </a:extLst>
          </p:cNvPr>
          <p:cNvCxnSpPr>
            <a:cxnSpLocks/>
            <a:stCxn id="30" idx="3"/>
            <a:endCxn id="91" idx="1"/>
          </p:cNvCxnSpPr>
          <p:nvPr/>
        </p:nvCxnSpPr>
        <p:spPr>
          <a:xfrm flipV="1">
            <a:off x="3594131" y="5465188"/>
            <a:ext cx="1692650" cy="173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219">
            <a:extLst>
              <a:ext uri="{FF2B5EF4-FFF2-40B4-BE49-F238E27FC236}">
                <a16:creationId xmlns:a16="http://schemas.microsoft.com/office/drawing/2014/main" id="{76B18C07-0603-F9C5-C0BB-2B8E1A1D4135}"/>
              </a:ext>
            </a:extLst>
          </p:cNvPr>
          <p:cNvCxnSpPr>
            <a:cxnSpLocks/>
            <a:stCxn id="30" idx="3"/>
            <a:endCxn id="97" idx="1"/>
          </p:cNvCxnSpPr>
          <p:nvPr/>
        </p:nvCxnSpPr>
        <p:spPr>
          <a:xfrm>
            <a:off x="3594131" y="5482559"/>
            <a:ext cx="1691119" cy="12816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219">
            <a:extLst>
              <a:ext uri="{FF2B5EF4-FFF2-40B4-BE49-F238E27FC236}">
                <a16:creationId xmlns:a16="http://schemas.microsoft.com/office/drawing/2014/main" id="{DB4D6615-BFCE-722C-90BA-346ACAB4615B}"/>
              </a:ext>
            </a:extLst>
          </p:cNvPr>
          <p:cNvCxnSpPr>
            <a:cxnSpLocks/>
            <a:stCxn id="30" idx="3"/>
            <a:endCxn id="103" idx="1"/>
          </p:cNvCxnSpPr>
          <p:nvPr/>
        </p:nvCxnSpPr>
        <p:spPr>
          <a:xfrm>
            <a:off x="3594131" y="5482559"/>
            <a:ext cx="1688391" cy="2694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單箭頭接點 219">
            <a:extLst>
              <a:ext uri="{FF2B5EF4-FFF2-40B4-BE49-F238E27FC236}">
                <a16:creationId xmlns:a16="http://schemas.microsoft.com/office/drawing/2014/main" id="{43EC6E43-5BA7-063E-02C6-EC69D6BF3336}"/>
              </a:ext>
            </a:extLst>
          </p:cNvPr>
          <p:cNvCxnSpPr>
            <a:cxnSpLocks/>
            <a:stCxn id="32" idx="3"/>
            <a:endCxn id="12" idx="1"/>
          </p:cNvCxnSpPr>
          <p:nvPr/>
        </p:nvCxnSpPr>
        <p:spPr>
          <a:xfrm flipV="1">
            <a:off x="3647536" y="4166216"/>
            <a:ext cx="1621946" cy="253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單箭頭接點 219">
            <a:extLst>
              <a:ext uri="{FF2B5EF4-FFF2-40B4-BE49-F238E27FC236}">
                <a16:creationId xmlns:a16="http://schemas.microsoft.com/office/drawing/2014/main" id="{2B915ABB-C164-1A28-9551-F5BE631BC37F}"/>
              </a:ext>
            </a:extLst>
          </p:cNvPr>
          <p:cNvCxnSpPr>
            <a:cxnSpLocks/>
            <a:stCxn id="32" idx="3"/>
            <a:endCxn id="91" idx="1"/>
          </p:cNvCxnSpPr>
          <p:nvPr/>
        </p:nvCxnSpPr>
        <p:spPr>
          <a:xfrm flipV="1">
            <a:off x="3647536" y="5465188"/>
            <a:ext cx="1639245" cy="12383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單箭頭接點 219">
            <a:extLst>
              <a:ext uri="{FF2B5EF4-FFF2-40B4-BE49-F238E27FC236}">
                <a16:creationId xmlns:a16="http://schemas.microsoft.com/office/drawing/2014/main" id="{3F68B972-2069-2AD5-CD05-A9328400D2DD}"/>
              </a:ext>
            </a:extLst>
          </p:cNvPr>
          <p:cNvCxnSpPr>
            <a:cxnSpLocks/>
            <a:endCxn id="97" idx="1"/>
          </p:cNvCxnSpPr>
          <p:nvPr/>
        </p:nvCxnSpPr>
        <p:spPr>
          <a:xfrm>
            <a:off x="3647536" y="6703564"/>
            <a:ext cx="1637714" cy="60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單箭頭接點 219">
            <a:extLst>
              <a:ext uri="{FF2B5EF4-FFF2-40B4-BE49-F238E27FC236}">
                <a16:creationId xmlns:a16="http://schemas.microsoft.com/office/drawing/2014/main" id="{8D203C2F-C19B-6AAC-D02C-DFA42DE0F9AA}"/>
              </a:ext>
            </a:extLst>
          </p:cNvPr>
          <p:cNvCxnSpPr>
            <a:cxnSpLocks/>
            <a:endCxn id="102" idx="1"/>
          </p:cNvCxnSpPr>
          <p:nvPr/>
        </p:nvCxnSpPr>
        <p:spPr>
          <a:xfrm>
            <a:off x="3647536" y="6703564"/>
            <a:ext cx="1617688" cy="1516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bldLvl="0" animBg="1"/>
      <p:bldP spid="226" grpId="0" bldLvl="0" animBg="1"/>
      <p:bldP spid="227" grpId="0" bldLvl="0" animBg="1"/>
      <p:bldP spid="140" grpId="0" bldLvl="0" animBg="1"/>
      <p:bldP spid="225" grpId="0" bldLvl="0" animBg="1"/>
      <p:bldP spid="224" grpId="0" bldLvl="0" animBg="1"/>
      <p:bldP spid="143" grpId="0" bldLvl="0" animBg="1"/>
      <p:bldP spid="141" grpId="0" bldLvl="0" animBg="1"/>
      <p:bldP spid="139" grpId="0" bldLvl="0" animBg="1"/>
      <p:bldP spid="8" grpId="0" bldLvl="0" animBg="1"/>
      <p:bldP spid="35" grpId="0"/>
      <p:bldP spid="52" grpId="0" bldLvl="0" animBg="1"/>
      <p:bldP spid="104" grpId="0" bldLvl="0" animBg="1"/>
      <p:bldP spid="105" grpId="0" bldLvl="0" animBg="1"/>
      <p:bldP spid="106" grpId="0" bldLvl="0" animBg="1"/>
      <p:bldP spid="107" grpId="0" bldLvl="0" animBg="1"/>
      <p:bldP spid="132" grpId="0" bldLvl="0" animBg="1"/>
      <p:bldP spid="133" grpId="0" bldLvl="0" animBg="1"/>
      <p:bldP spid="145" grpId="0" bldLvl="0" animBg="1"/>
      <p:bldP spid="6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群組 99"/>
          <p:cNvGrpSpPr/>
          <p:nvPr/>
        </p:nvGrpSpPr>
        <p:grpSpPr>
          <a:xfrm>
            <a:off x="8412363" y="2334702"/>
            <a:ext cx="6955931" cy="3529239"/>
            <a:chOff x="116454" y="2497936"/>
            <a:chExt cx="4637287" cy="2352826"/>
          </a:xfrm>
        </p:grpSpPr>
        <p:sp>
          <p:nvSpPr>
            <p:cNvPr id="6" name="橢圓 5"/>
            <p:cNvSpPr/>
            <p:nvPr/>
          </p:nvSpPr>
          <p:spPr>
            <a:xfrm>
              <a:off x="2446782" y="2497936"/>
              <a:ext cx="671512" cy="140719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" name="矩形 7"/>
            <p:cNvSpPr/>
            <p:nvPr/>
          </p:nvSpPr>
          <p:spPr>
            <a:xfrm>
              <a:off x="486912" y="3373624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橢圓 8"/>
            <p:cNvSpPr/>
            <p:nvPr/>
          </p:nvSpPr>
          <p:spPr>
            <a:xfrm>
              <a:off x="3479187" y="2935808"/>
              <a:ext cx="840932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/>
                <a:t>Max</a:t>
              </a:r>
              <a:endParaRPr lang="zh-TW" altLang="en-US" sz="100" dirty="0"/>
            </a:p>
          </p:txBody>
        </p:sp>
        <p:grpSp>
          <p:nvGrpSpPr>
            <p:cNvPr id="10" name="群組 9"/>
            <p:cNvGrpSpPr/>
            <p:nvPr/>
          </p:nvGrpSpPr>
          <p:grpSpPr>
            <a:xfrm>
              <a:off x="529187" y="3469485"/>
              <a:ext cx="342900" cy="357004"/>
              <a:chOff x="600453" y="4069993"/>
              <a:chExt cx="342900" cy="35700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3" imgW="3048000" imgH="3352800" progId="Equation.3">
                          <p:embed/>
                        </p:oleObj>
                      </mc:Choice>
                      <mc:Fallback>
                        <p:oleObj name="方程式" r:id="rId3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4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5" imgW="3048000" imgH="3352800" progId="Equation.3">
                          <p:embed/>
                        </p:oleObj>
                      </mc:Choice>
                      <mc:Fallback>
                        <p:oleObj name="方程式" r:id="rId5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6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13" name="群組 12"/>
            <p:cNvGrpSpPr/>
            <p:nvPr/>
          </p:nvGrpSpPr>
          <p:grpSpPr>
            <a:xfrm>
              <a:off x="531452" y="4319668"/>
              <a:ext cx="342900" cy="352425"/>
              <a:chOff x="594635" y="4653183"/>
              <a:chExt cx="342900" cy="3524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7" imgW="2133600" imgH="3962400" progId="Equation.3">
                          <p:embed/>
                        </p:oleObj>
                      </mc:Choice>
                      <mc:Fallback>
                        <p:oleObj name="方程式" r:id="rId7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8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9" imgW="2133600" imgH="3962400" progId="Equation.3">
                          <p:embed/>
                        </p:oleObj>
                      </mc:Choice>
                      <mc:Fallback>
                        <p:oleObj name="方程式" r:id="rId9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10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16" name="文字方塊 15"/>
            <p:cNvSpPr txBox="1"/>
            <p:nvPr/>
          </p:nvSpPr>
          <p:spPr>
            <a:xfrm>
              <a:off x="116454" y="2922416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1977455" y="2531732"/>
              <a:ext cx="1060857" cy="491490"/>
              <a:chOff x="3518823" y="2481252"/>
              <a:chExt cx="1060857" cy="491490"/>
            </a:xfrm>
          </p:grpSpPr>
          <p:grpSp>
            <p:nvGrpSpPr>
              <p:cNvPr id="20" name="群組 19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24" name="文字方塊 23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單箭頭接點 21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1988987" y="3397713"/>
              <a:ext cx="1049188" cy="491490"/>
              <a:chOff x="3518823" y="2481252"/>
              <a:chExt cx="1049188" cy="491490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30" name="文字方塊 29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26"/>
                  <p:cNvSpPr txBox="1"/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7" name="文字方塊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blipFill rotWithShape="1">
                    <a:blip r:embed="rId1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線單箭頭接點 27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6"/>
            <p:cNvCxnSpPr/>
            <p:nvPr/>
          </p:nvCxnSpPr>
          <p:spPr>
            <a:xfrm>
              <a:off x="4293226" y="326027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/>
                <p:cNvSpPr txBox="1"/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/>
                            </m:sSub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/>
                            </m:sSubSup>
                          </m:e>
                        </m:d>
                      </m:oMath>
                    </m:oMathPara>
                  </a14:m>
                  <a:endParaRPr lang="zh-TW" altLang="en-US" sz="3000" dirty="0"/>
                </a:p>
              </p:txBody>
            </p:sp>
          </mc:Choice>
          <mc:Fallback xmlns="">
            <p:sp>
              <p:nvSpPr>
                <p:cNvPr id="49" name="文字方塊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/>
            <p:cNvCxnSpPr/>
            <p:nvPr/>
          </p:nvCxnSpPr>
          <p:spPr>
            <a:xfrm flipV="1">
              <a:off x="838676" y="2805935"/>
              <a:ext cx="1138779" cy="843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867324" y="3619320"/>
              <a:ext cx="1133195" cy="400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907690" y="2805935"/>
              <a:ext cx="1069765" cy="16631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907690" y="3671916"/>
              <a:ext cx="1081297" cy="797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>
              <a:off x="2978820" y="2792922"/>
              <a:ext cx="502187" cy="4398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 flipV="1">
              <a:off x="2944668" y="3232819"/>
              <a:ext cx="536339" cy="4544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70" t="-39" r="-1798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/>
              <p:cNvSpPr txBox="1"/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文字方塊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blipFill rotWithShape="1">
                <a:blip r:embed="rId16"/>
                <a:stretch>
                  <a:fillRect l="-76" t="-12" r="-2367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/>
              <p:cNvSpPr txBox="1"/>
              <p:nvPr/>
            </p:nvSpPr>
            <p:spPr>
              <a:xfrm>
                <a:off x="9821118" y="3769296"/>
                <a:ext cx="305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" name="文字方塊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1118" y="3769296"/>
                <a:ext cx="305435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68" t="-103" r="-24672" b="1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10072938" y="4576004"/>
                <a:ext cx="305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2938" y="4576004"/>
                <a:ext cx="305435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186" t="-35" r="-24554" b="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單箭頭接點 89"/>
          <p:cNvCxnSpPr/>
          <p:nvPr/>
        </p:nvCxnSpPr>
        <p:spPr>
          <a:xfrm>
            <a:off x="3769521" y="8081034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rot="16200000">
            <a:off x="3769523" y="7590758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65" t="-94" r="-236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接點 94"/>
          <p:cNvCxnSpPr/>
          <p:nvPr/>
        </p:nvCxnSpPr>
        <p:spPr>
          <a:xfrm>
            <a:off x="4225629" y="8006474"/>
            <a:ext cx="185575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 flipV="1">
            <a:off x="6004733" y="6426156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blipFill rotWithShape="1">
                <a:blip r:embed="rId19"/>
                <a:stretch>
                  <a:fillRect l="-9" t="-75" r="-278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84" t="-81" r="-2293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2959761" y="2609247"/>
            <a:ext cx="4926284" cy="3112046"/>
            <a:chOff x="275481" y="2091614"/>
            <a:chExt cx="3284189" cy="2074697"/>
          </a:xfrm>
        </p:grpSpPr>
        <p:sp>
          <p:nvSpPr>
            <p:cNvPr id="78" name="矩形 77"/>
            <p:cNvSpPr/>
            <p:nvPr/>
          </p:nvSpPr>
          <p:spPr>
            <a:xfrm>
              <a:off x="617452" y="2689173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659727" y="2784960"/>
              <a:ext cx="342900" cy="357078"/>
              <a:chOff x="600453" y="4069919"/>
              <a:chExt cx="342900" cy="357078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0" imgW="3048000" imgH="3352800" progId="Equation.3">
                          <p:embed/>
                        </p:oleObj>
                      </mc:Choice>
                      <mc:Fallback>
                        <p:oleObj name="方程式" r:id="rId20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2" imgW="3048000" imgH="3352800" progId="Equation.3">
                          <p:embed/>
                        </p:oleObj>
                      </mc:Choice>
                      <mc:Fallback>
                        <p:oleObj name="方程式" r:id="rId22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82" name="群組 81"/>
            <p:cNvGrpSpPr/>
            <p:nvPr/>
          </p:nvGrpSpPr>
          <p:grpSpPr>
            <a:xfrm>
              <a:off x="661992" y="3606800"/>
              <a:ext cx="342900" cy="372560"/>
              <a:chOff x="594635" y="4624766"/>
              <a:chExt cx="342900" cy="3725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4" imgW="2133600" imgH="3962400" progId="Equation.3">
                          <p:embed/>
                        </p:oleObj>
                      </mc:Choice>
                      <mc:Fallback>
                        <p:oleObj name="方程式" r:id="rId24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6" imgW="2133600" imgH="3962400" progId="Equation.3">
                          <p:embed/>
                        </p:oleObj>
                      </mc:Choice>
                      <mc:Fallback>
                        <p:oleObj name="方程式" r:id="rId26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85" name="文字方塊 84"/>
            <p:cNvSpPr txBox="1"/>
            <p:nvPr/>
          </p:nvSpPr>
          <p:spPr>
            <a:xfrm>
              <a:off x="275481" y="2265205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sp>
          <p:nvSpPr>
            <p:cNvPr id="86" name="橢圓 85"/>
            <p:cNvSpPr/>
            <p:nvPr/>
          </p:nvSpPr>
          <p:spPr>
            <a:xfrm>
              <a:off x="2057743" y="2221946"/>
              <a:ext cx="981595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 err="1"/>
                <a:t>ReLU</a:t>
              </a:r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/>
                <p:cNvSpPr txBox="1"/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7" name="文字方塊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單箭頭接點 87"/>
            <p:cNvCxnSpPr/>
            <p:nvPr/>
          </p:nvCxnSpPr>
          <p:spPr>
            <a:xfrm>
              <a:off x="3046881" y="254351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>
              <a:stCxn id="81" idx="3"/>
              <a:endCxn id="86" idx="2"/>
            </p:cNvCxnSpPr>
            <p:nvPr/>
          </p:nvCxnSpPr>
          <p:spPr>
            <a:xfrm flipV="1">
              <a:off x="997864" y="2509025"/>
              <a:ext cx="1059879" cy="4258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>
              <a:stCxn id="83" idx="3"/>
              <a:endCxn id="86" idx="2"/>
            </p:cNvCxnSpPr>
            <p:nvPr/>
          </p:nvCxnSpPr>
          <p:spPr>
            <a:xfrm flipV="1">
              <a:off x="1004892" y="2509025"/>
              <a:ext cx="1052851" cy="12988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/>
                <p:cNvSpPr txBox="1"/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直線接點 69"/>
          <p:cNvCxnSpPr/>
          <p:nvPr/>
        </p:nvCxnSpPr>
        <p:spPr>
          <a:xfrm flipV="1">
            <a:off x="4739825" y="6480872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群組 35"/>
          <p:cNvGrpSpPr/>
          <p:nvPr/>
        </p:nvGrpSpPr>
        <p:grpSpPr>
          <a:xfrm>
            <a:off x="5828022" y="3712283"/>
            <a:ext cx="1117785" cy="615015"/>
            <a:chOff x="2696326" y="2924634"/>
            <a:chExt cx="745190" cy="410010"/>
          </a:xfrm>
        </p:grpSpPr>
        <p:cxnSp>
          <p:nvCxnSpPr>
            <p:cNvPr id="74" name="直線接點 73"/>
            <p:cNvCxnSpPr/>
            <p:nvPr/>
          </p:nvCxnSpPr>
          <p:spPr>
            <a:xfrm>
              <a:off x="2696326" y="3308897"/>
              <a:ext cx="43188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 flipV="1">
              <a:off x="3077115" y="2924634"/>
              <a:ext cx="364401" cy="41001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線單箭頭接點 88"/>
          <p:cNvCxnSpPr/>
          <p:nvPr/>
        </p:nvCxnSpPr>
        <p:spPr>
          <a:xfrm>
            <a:off x="10208865" y="8209971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rot="16200000">
            <a:off x="10208867" y="7719695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2" t="-100" r="-23688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線接點 103"/>
          <p:cNvCxnSpPr/>
          <p:nvPr/>
        </p:nvCxnSpPr>
        <p:spPr>
          <a:xfrm flipV="1">
            <a:off x="12444077" y="6555093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blipFill rotWithShape="1">
                <a:blip r:embed="rId29"/>
                <a:stretch>
                  <a:fillRect l="-12" t="-112" r="-282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blipFill rotWithShape="1">
                <a:blip r:embed="rId13"/>
                <a:stretch>
                  <a:fillRect l="-123" t="-86" r="-2300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線接點 112"/>
          <p:cNvCxnSpPr/>
          <p:nvPr/>
        </p:nvCxnSpPr>
        <p:spPr>
          <a:xfrm flipV="1">
            <a:off x="11179169" y="6609809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10208865" y="8021582"/>
            <a:ext cx="2367434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10208865" y="8122940"/>
            <a:ext cx="3478271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文字方塊 117"/>
              <p:cNvSpPr txBox="1"/>
              <p:nvPr/>
            </p:nvSpPr>
            <p:spPr>
              <a:xfrm>
                <a:off x="12563865" y="8302771"/>
                <a:ext cx="115252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3600" dirty="0"/>
                  <a:t>0</a:t>
                </a:r>
                <a:endParaRPr lang="zh-TW" altLang="en-US" sz="3600" dirty="0"/>
              </a:p>
            </p:txBody>
          </p:sp>
        </mc:Choice>
        <mc:Fallback xmlns="">
          <p:sp>
            <p:nvSpPr>
              <p:cNvPr id="118" name="文字方塊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3865" y="8302771"/>
                <a:ext cx="1152525" cy="553720"/>
              </a:xfrm>
              <a:prstGeom prst="rect">
                <a:avLst/>
              </a:prstGeom>
              <a:blipFill rotWithShape="1">
                <a:blip r:embed="rId30"/>
                <a:stretch>
                  <a:fillRect l="-34" t="-26" r="-8782" b="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標題 1">
            <a:extLst>
              <a:ext uri="{FF2B5EF4-FFF2-40B4-BE49-F238E27FC236}">
                <a16:creationId xmlns:a16="http://schemas.microsoft.com/office/drawing/2014/main" id="{A840CC65-4392-F185-DEAB-84E958DDF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402C3B-D94A-FB55-B117-97856E9ACE65}"/>
              </a:ext>
            </a:extLst>
          </p:cNvPr>
          <p:cNvSpPr/>
          <p:nvPr/>
        </p:nvSpPr>
        <p:spPr>
          <a:xfrm>
            <a:off x="7411999" y="1146335"/>
            <a:ext cx="8986885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TW" sz="4200" dirty="0" err="1"/>
              <a:t>ReLU</a:t>
            </a:r>
            <a:r>
              <a:rPr lang="en-US" altLang="zh-TW" sz="4200" dirty="0"/>
              <a:t> is a </a:t>
            </a:r>
            <a:r>
              <a:rPr lang="en-US" altLang="zh-TW" sz="4200"/>
              <a:t>special case </a:t>
            </a:r>
            <a:r>
              <a:rPr lang="en-US" altLang="zh-TW" sz="4200" dirty="0"/>
              <a:t>of </a:t>
            </a:r>
            <a:r>
              <a:rPr lang="en-US" altLang="zh-TW" sz="4200" dirty="0" err="1"/>
              <a:t>Maxout</a:t>
            </a:r>
            <a:endParaRPr lang="en-US" altLang="zh-TW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107" grpId="0"/>
      <p:bldP spid="108" grpId="0"/>
      <p:bldP spid="109" grpId="0"/>
      <p:bldP spid="92" grpId="0"/>
      <p:bldP spid="98" grpId="0"/>
      <p:bldP spid="99" grpId="0"/>
      <p:bldP spid="97" grpId="0"/>
      <p:bldP spid="105" grpId="0"/>
      <p:bldP spid="112" grpId="0"/>
      <p:bldP spid="1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群組 99"/>
          <p:cNvGrpSpPr/>
          <p:nvPr/>
        </p:nvGrpSpPr>
        <p:grpSpPr>
          <a:xfrm>
            <a:off x="8412363" y="2334702"/>
            <a:ext cx="6955931" cy="3529239"/>
            <a:chOff x="116454" y="2497936"/>
            <a:chExt cx="4637287" cy="2352826"/>
          </a:xfrm>
        </p:grpSpPr>
        <p:sp>
          <p:nvSpPr>
            <p:cNvPr id="6" name="橢圓 5"/>
            <p:cNvSpPr/>
            <p:nvPr/>
          </p:nvSpPr>
          <p:spPr>
            <a:xfrm>
              <a:off x="2446782" y="2497936"/>
              <a:ext cx="671512" cy="1407194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8" name="矩形 7"/>
            <p:cNvSpPr/>
            <p:nvPr/>
          </p:nvSpPr>
          <p:spPr>
            <a:xfrm>
              <a:off x="486912" y="3373624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sp>
          <p:nvSpPr>
            <p:cNvPr id="9" name="橢圓 8"/>
            <p:cNvSpPr/>
            <p:nvPr/>
          </p:nvSpPr>
          <p:spPr>
            <a:xfrm>
              <a:off x="3479187" y="2935808"/>
              <a:ext cx="840932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/>
                <a:t>Max</a:t>
              </a:r>
              <a:endParaRPr lang="zh-TW" altLang="en-US" sz="100" dirty="0"/>
            </a:p>
          </p:txBody>
        </p:sp>
        <p:grpSp>
          <p:nvGrpSpPr>
            <p:cNvPr id="10" name="群組 9"/>
            <p:cNvGrpSpPr/>
            <p:nvPr/>
          </p:nvGrpSpPr>
          <p:grpSpPr>
            <a:xfrm>
              <a:off x="529187" y="3469485"/>
              <a:ext cx="342900" cy="357004"/>
              <a:chOff x="600453" y="4069993"/>
              <a:chExt cx="342900" cy="357004"/>
            </a:xfrm>
          </p:grpSpPr>
          <p:sp>
            <p:nvSpPr>
              <p:cNvPr id="11" name="矩形 10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" imgW="3048000" imgH="3352800" progId="Equation.3">
                          <p:embed/>
                        </p:oleObj>
                      </mc:Choice>
                      <mc:Fallback>
                        <p:oleObj name="方程式" r:id="rId2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2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39400" y="4069993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4" imgW="3048000" imgH="3352800" progId="Equation.3">
                          <p:embed/>
                        </p:oleObj>
                      </mc:Choice>
                      <mc:Fallback>
                        <p:oleObj name="方程式" r:id="rId4" imgW="3048000" imgH="3352800" progId="Equation.3">
                          <p:embed/>
                          <p:pic>
                            <p:nvPicPr>
                              <p:cNvPr id="12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39400" y="4069993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13" name="群組 12"/>
            <p:cNvGrpSpPr/>
            <p:nvPr/>
          </p:nvGrpSpPr>
          <p:grpSpPr>
            <a:xfrm>
              <a:off x="531452" y="4319668"/>
              <a:ext cx="342900" cy="352425"/>
              <a:chOff x="594635" y="4653183"/>
              <a:chExt cx="342900" cy="352425"/>
            </a:xfrm>
          </p:grpSpPr>
          <p:sp>
            <p:nvSpPr>
              <p:cNvPr id="14" name="矩形 13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6" imgW="2133600" imgH="3962400" progId="Equation.3">
                          <p:embed/>
                        </p:oleObj>
                      </mc:Choice>
                      <mc:Fallback>
                        <p:oleObj name="方程式" r:id="rId6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15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86445" y="4653183"/>
                  <a:ext cx="188913" cy="352425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8" imgW="2133600" imgH="3962400" progId="Equation.3">
                          <p:embed/>
                        </p:oleObj>
                      </mc:Choice>
                      <mc:Fallback>
                        <p:oleObj name="方程式" r:id="rId8" imgW="2133600" imgH="3962400" progId="Equation.3">
                          <p:embed/>
                          <p:pic>
                            <p:nvPicPr>
                              <p:cNvPr id="15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9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86445" y="4653183"/>
                                <a:ext cx="188913" cy="352425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16" name="文字方塊 15"/>
            <p:cNvSpPr txBox="1"/>
            <p:nvPr/>
          </p:nvSpPr>
          <p:spPr>
            <a:xfrm>
              <a:off x="116454" y="2922416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grpSp>
          <p:nvGrpSpPr>
            <p:cNvPr id="19" name="群組 18"/>
            <p:cNvGrpSpPr/>
            <p:nvPr/>
          </p:nvGrpSpPr>
          <p:grpSpPr>
            <a:xfrm>
              <a:off x="1977455" y="2531732"/>
              <a:ext cx="1060857" cy="491490"/>
              <a:chOff x="3518823" y="2481252"/>
              <a:chExt cx="1060857" cy="491490"/>
            </a:xfrm>
          </p:grpSpPr>
          <p:grpSp>
            <p:nvGrpSpPr>
              <p:cNvPr id="20" name="群組 19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3" name="矩形 22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24" name="文字方塊 23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字方塊 20"/>
                  <p:cNvSpPr txBox="1"/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1" name="文字方塊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3280" y="2513104"/>
                    <a:ext cx="406400" cy="375789"/>
                  </a:xfrm>
                  <a:prstGeom prst="rect">
                    <a:avLst/>
                  </a:prstGeom>
                  <a:blipFill rotWithShape="1">
                    <a:blip r:embed="rId10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2" name="直線單箭頭接點 21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群組 24"/>
            <p:cNvGrpSpPr/>
            <p:nvPr/>
          </p:nvGrpSpPr>
          <p:grpSpPr>
            <a:xfrm>
              <a:off x="1988987" y="3397713"/>
              <a:ext cx="1049188" cy="491490"/>
              <a:chOff x="3518823" y="2481252"/>
              <a:chExt cx="1049188" cy="491490"/>
            </a:xfrm>
          </p:grpSpPr>
          <p:grpSp>
            <p:nvGrpSpPr>
              <p:cNvPr id="26" name="群組 25"/>
              <p:cNvGrpSpPr/>
              <p:nvPr/>
            </p:nvGrpSpPr>
            <p:grpSpPr>
              <a:xfrm>
                <a:off x="3518823" y="2481252"/>
                <a:ext cx="311569" cy="491490"/>
                <a:chOff x="3518823" y="2481252"/>
                <a:chExt cx="311569" cy="491490"/>
              </a:xfrm>
            </p:grpSpPr>
            <p:sp>
              <p:nvSpPr>
                <p:cNvPr id="29" name="矩形 28"/>
                <p:cNvSpPr/>
                <p:nvPr/>
              </p:nvSpPr>
              <p:spPr>
                <a:xfrm>
                  <a:off x="3518823" y="2611915"/>
                  <a:ext cx="287079" cy="287079"/>
                </a:xfrm>
                <a:prstGeom prst="rect">
                  <a:avLst/>
                </a:prstGeom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00"/>
                </a:p>
              </p:txBody>
            </p:sp>
            <p:sp>
              <p:nvSpPr>
                <p:cNvPr id="30" name="文字方塊 29"/>
                <p:cNvSpPr txBox="1"/>
                <p:nvPr/>
              </p:nvSpPr>
              <p:spPr>
                <a:xfrm>
                  <a:off x="3530355" y="2481252"/>
                  <a:ext cx="300037" cy="4914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4200" dirty="0"/>
                    <a:t>+</a:t>
                  </a:r>
                  <a:endParaRPr lang="zh-TW" altLang="en-US" sz="42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文字方塊 26"/>
                  <p:cNvSpPr txBox="1"/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altLang="zh-TW" sz="3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</m:sSubSup>
                        </m:oMath>
                      </m:oMathPara>
                    </a14:m>
                    <a:endParaRPr lang="zh-TW" altLang="en-US" sz="3600" dirty="0"/>
                  </a:p>
                </p:txBody>
              </p:sp>
            </mc:Choice>
            <mc:Fallback xmlns="">
              <p:sp>
                <p:nvSpPr>
                  <p:cNvPr id="27" name="文字方塊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61611" y="2516174"/>
                    <a:ext cx="406400" cy="376187"/>
                  </a:xfrm>
                  <a:prstGeom prst="rect">
                    <a:avLst/>
                  </a:prstGeom>
                  <a:blipFill rotWithShape="1">
                    <a:blip r:embed="rId11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8" name="直線單箭頭接點 27"/>
              <p:cNvCxnSpPr/>
              <p:nvPr/>
            </p:nvCxnSpPr>
            <p:spPr>
              <a:xfrm>
                <a:off x="3805902" y="2755454"/>
                <a:ext cx="355846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/>
                <p:cNvSpPr txBox="1"/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3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5038" y="3036457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6"/>
            <p:cNvCxnSpPr/>
            <p:nvPr/>
          </p:nvCxnSpPr>
          <p:spPr>
            <a:xfrm>
              <a:off x="4293226" y="326027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/>
                <p:cNvSpPr txBox="1"/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00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TW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/>
                            </m:sSubSup>
                            <m:r>
                              <a:rPr lang="en-US" altLang="zh-TW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zh-TW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/>
                            </m:sSubSup>
                          </m:e>
                        </m:d>
                      </m:oMath>
                    </m:oMathPara>
                  </a14:m>
                  <a:endParaRPr lang="zh-TW" altLang="en-US" sz="3000" dirty="0"/>
                </a:p>
              </p:txBody>
            </p:sp>
          </mc:Choice>
          <mc:Fallback xmlns="">
            <p:sp>
              <p:nvSpPr>
                <p:cNvPr id="49" name="文字方塊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5793" y="3579480"/>
                  <a:ext cx="1434253" cy="35687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直線單箭頭接點 49"/>
            <p:cNvCxnSpPr/>
            <p:nvPr/>
          </p:nvCxnSpPr>
          <p:spPr>
            <a:xfrm flipV="1">
              <a:off x="838676" y="2805935"/>
              <a:ext cx="1138779" cy="84300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單箭頭接點 50"/>
            <p:cNvCxnSpPr/>
            <p:nvPr/>
          </p:nvCxnSpPr>
          <p:spPr>
            <a:xfrm>
              <a:off x="867324" y="3619320"/>
              <a:ext cx="1133195" cy="400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單箭頭接點 53"/>
            <p:cNvCxnSpPr/>
            <p:nvPr/>
          </p:nvCxnSpPr>
          <p:spPr>
            <a:xfrm flipV="1">
              <a:off x="907690" y="2805935"/>
              <a:ext cx="1069765" cy="166310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flipV="1">
              <a:off x="907690" y="3671916"/>
              <a:ext cx="1081297" cy="79712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單箭頭接點 57"/>
            <p:cNvCxnSpPr/>
            <p:nvPr/>
          </p:nvCxnSpPr>
          <p:spPr>
            <a:xfrm>
              <a:off x="2978820" y="2792922"/>
              <a:ext cx="502187" cy="43989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單箭頭接點 58"/>
            <p:cNvCxnSpPr/>
            <p:nvPr/>
          </p:nvCxnSpPr>
          <p:spPr>
            <a:xfrm flipV="1">
              <a:off x="2944668" y="3232819"/>
              <a:ext cx="536339" cy="45445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/>
              <p:cNvSpPr txBox="1"/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76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394" y="2840573"/>
                <a:ext cx="397510" cy="553720"/>
              </a:xfrm>
              <a:prstGeom prst="rect">
                <a:avLst/>
              </a:prstGeom>
              <a:blipFill rotWithShape="1">
                <a:blip r:embed="rId14"/>
                <a:stretch>
                  <a:fillRect l="-70" t="-39" r="-17981" b="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文字方塊 106"/>
              <p:cNvSpPr txBox="1"/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07" name="文字方塊 10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3001" y="3312860"/>
                <a:ext cx="304800" cy="553720"/>
              </a:xfrm>
              <a:prstGeom prst="rect">
                <a:avLst/>
              </a:prstGeom>
              <a:blipFill rotWithShape="1">
                <a:blip r:embed="rId15"/>
                <a:stretch>
                  <a:fillRect l="-76" t="-12" r="-23674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字方塊 107"/>
              <p:cNvSpPr txBox="1"/>
              <p:nvPr/>
            </p:nvSpPr>
            <p:spPr>
              <a:xfrm>
                <a:off x="9668343" y="4075140"/>
                <a:ext cx="54229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8" name="文字方塊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8343" y="4075140"/>
                <a:ext cx="542290" cy="553720"/>
              </a:xfrm>
              <a:prstGeom prst="rect">
                <a:avLst/>
              </a:prstGeom>
              <a:blipFill rotWithShape="1">
                <a:blip r:embed="rId16"/>
                <a:stretch>
                  <a:fillRect l="-86" t="-62" r="-12209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10162010" y="4727286"/>
                <a:ext cx="44450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3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2010" y="4727286"/>
                <a:ext cx="444500" cy="553720"/>
              </a:xfrm>
              <a:prstGeom prst="rect">
                <a:avLst/>
              </a:prstGeom>
              <a:blipFill rotWithShape="1">
                <a:blip r:embed="rId17"/>
                <a:stretch>
                  <a:fillRect l="-24" t="-62" r="-1569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單箭頭接點 89"/>
          <p:cNvCxnSpPr/>
          <p:nvPr/>
        </p:nvCxnSpPr>
        <p:spPr>
          <a:xfrm>
            <a:off x="3769521" y="8081034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/>
          <p:nvPr/>
        </p:nvCxnSpPr>
        <p:spPr>
          <a:xfrm rot="16200000">
            <a:off x="3769523" y="7590758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字方塊 91"/>
              <p:cNvSpPr txBox="1"/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2" name="文字方塊 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547" y="7800861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65" t="-94" r="-23625" b="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直線接點 94"/>
          <p:cNvCxnSpPr/>
          <p:nvPr/>
        </p:nvCxnSpPr>
        <p:spPr>
          <a:xfrm>
            <a:off x="4225629" y="8006474"/>
            <a:ext cx="1855752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/>
          <p:cNvCxnSpPr/>
          <p:nvPr/>
        </p:nvCxnSpPr>
        <p:spPr>
          <a:xfrm flipV="1">
            <a:off x="6004733" y="6426156"/>
            <a:ext cx="1438845" cy="1618938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/>
              <p:cNvSpPr txBox="1"/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8" name="文字方塊 9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321" y="6956204"/>
                <a:ext cx="2268855" cy="553720"/>
              </a:xfrm>
              <a:prstGeom prst="rect">
                <a:avLst/>
              </a:prstGeom>
              <a:blipFill rotWithShape="1">
                <a:blip r:embed="rId19"/>
                <a:stretch>
                  <a:fillRect l="-9" t="-75" r="-2789" b="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文字方塊 98"/>
              <p:cNvSpPr txBox="1"/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9" name="文字方塊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02" y="6403151"/>
                <a:ext cx="31305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84" t="-81" r="-22939" b="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群組 3"/>
          <p:cNvGrpSpPr/>
          <p:nvPr/>
        </p:nvGrpSpPr>
        <p:grpSpPr>
          <a:xfrm>
            <a:off x="2959761" y="2609247"/>
            <a:ext cx="4926284" cy="3112046"/>
            <a:chOff x="275481" y="2091614"/>
            <a:chExt cx="3284189" cy="2074697"/>
          </a:xfrm>
        </p:grpSpPr>
        <p:sp>
          <p:nvSpPr>
            <p:cNvPr id="78" name="矩形 77"/>
            <p:cNvSpPr/>
            <p:nvPr/>
          </p:nvSpPr>
          <p:spPr>
            <a:xfrm>
              <a:off x="617452" y="2689173"/>
              <a:ext cx="450779" cy="147713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pSp>
          <p:nvGrpSpPr>
            <p:cNvPr id="79" name="群組 78"/>
            <p:cNvGrpSpPr/>
            <p:nvPr/>
          </p:nvGrpSpPr>
          <p:grpSpPr>
            <a:xfrm>
              <a:off x="659727" y="2784960"/>
              <a:ext cx="342900" cy="357078"/>
              <a:chOff x="600453" y="4069919"/>
              <a:chExt cx="342900" cy="357078"/>
            </a:xfrm>
          </p:grpSpPr>
          <p:sp>
            <p:nvSpPr>
              <p:cNvPr id="80" name="矩形 79"/>
              <p:cNvSpPr/>
              <p:nvPr/>
            </p:nvSpPr>
            <p:spPr>
              <a:xfrm>
                <a:off x="600453" y="4084097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0" imgW="3048000" imgH="3352800" progId="Equation.3">
                          <p:embed/>
                        </p:oleObj>
                      </mc:Choice>
                      <mc:Fallback>
                        <p:oleObj name="方程式" r:id="rId20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1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40112" y="4069919"/>
                  <a:ext cx="271462" cy="300037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2" imgW="3048000" imgH="3352800" progId="Equation.3">
                          <p:embed/>
                        </p:oleObj>
                      </mc:Choice>
                      <mc:Fallback>
                        <p:oleObj name="方程式" r:id="rId22" imgW="3048000" imgH="3352800" progId="Equation.3">
                          <p:embed/>
                          <p:pic>
                            <p:nvPicPr>
                              <p:cNvPr id="81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3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40112" y="4069919"/>
                                <a:ext cx="271462" cy="300037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grpSp>
          <p:nvGrpSpPr>
            <p:cNvPr id="82" name="群組 81"/>
            <p:cNvGrpSpPr/>
            <p:nvPr/>
          </p:nvGrpSpPr>
          <p:grpSpPr>
            <a:xfrm>
              <a:off x="661992" y="3606800"/>
              <a:ext cx="342900" cy="372560"/>
              <a:chOff x="594635" y="4624766"/>
              <a:chExt cx="342900" cy="372560"/>
            </a:xfrm>
          </p:grpSpPr>
          <p:sp>
            <p:nvSpPr>
              <p:cNvPr id="83" name="矩形 82"/>
              <p:cNvSpPr/>
              <p:nvPr/>
            </p:nvSpPr>
            <p:spPr>
              <a:xfrm>
                <a:off x="594635" y="4654426"/>
                <a:ext cx="342900" cy="3429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4" imgW="2133600" imgH="3962400" progId="Equation.3">
                          <p:embed/>
                        </p:oleObj>
                      </mc:Choice>
                      <mc:Fallback>
                        <p:oleObj name="方程式" r:id="rId24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5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Choice>
            <mc:Fallback xmlns="">
              <p:graphicFrame>
                <p:nvGraphicFramePr>
                  <p:cNvPr id="84" name="Object 12"/>
                  <p:cNvGraphicFramePr>
                    <a:graphicFrameLocks noChangeAspect="1"/>
                  </p:cNvGraphicFramePr>
                  <p:nvPr/>
                </p:nvGraphicFramePr>
                <p:xfrm>
                  <a:off x="668926" y="4624766"/>
                  <a:ext cx="188912" cy="354013"/>
                </p:xfrm>
                <a:graphic>
                  <a:graphicData uri="http://schemas.openxmlformats.org/presentationml/2006/ole">
                    <mc:AlternateContent>
                      <mc:Choice xmlns:v="urn:schemas-microsoft-com:vml" Requires="v">
                        <p:oleObj name="方程式" r:id="rId26" imgW="2133600" imgH="3962400" progId="Equation.3">
                          <p:embed/>
                        </p:oleObj>
                      </mc:Choice>
                      <mc:Fallback>
                        <p:oleObj name="方程式" r:id="rId26" imgW="2133600" imgH="3962400" progId="Equation.3">
                          <p:embed/>
                          <p:pic>
                            <p:nvPicPr>
                              <p:cNvPr id="84" name="Object 12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7"/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668926" y="4624766"/>
                                <a:ext cx="188912" cy="354013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</mc:Fallback>
          </mc:AlternateContent>
        </p:grpSp>
        <p:sp>
          <p:nvSpPr>
            <p:cNvPr id="85" name="文字方塊 84"/>
            <p:cNvSpPr txBox="1"/>
            <p:nvPr/>
          </p:nvSpPr>
          <p:spPr>
            <a:xfrm>
              <a:off x="275481" y="2265205"/>
              <a:ext cx="1134648" cy="43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3600" dirty="0"/>
                <a:t>Input</a:t>
              </a:r>
            </a:p>
          </p:txBody>
        </p:sp>
        <p:sp>
          <p:nvSpPr>
            <p:cNvPr id="86" name="橢圓 85"/>
            <p:cNvSpPr/>
            <p:nvPr/>
          </p:nvSpPr>
          <p:spPr>
            <a:xfrm>
              <a:off x="2057743" y="2221946"/>
              <a:ext cx="981595" cy="574158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00" dirty="0" err="1"/>
                <a:t>ReLU</a:t>
              </a:r>
              <a:endParaRPr lang="zh-TW" altLang="en-US" sz="1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文字方塊 86"/>
                <p:cNvSpPr txBox="1"/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87" name="文字方塊 8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7699" y="2091614"/>
                  <a:ext cx="184997" cy="369147"/>
                </a:xfrm>
                <a:prstGeom prst="rect">
                  <a:avLst/>
                </a:prstGeom>
                <a:blipFill rotWithShape="1">
                  <a:blip r:embed="rId2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8" name="直線單箭頭接點 87"/>
            <p:cNvCxnSpPr/>
            <p:nvPr/>
          </p:nvCxnSpPr>
          <p:spPr>
            <a:xfrm>
              <a:off x="3046881" y="2543513"/>
              <a:ext cx="25515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單箭頭接點 100"/>
            <p:cNvCxnSpPr>
              <a:stCxn id="81" idx="3"/>
              <a:endCxn id="86" idx="2"/>
            </p:cNvCxnSpPr>
            <p:nvPr/>
          </p:nvCxnSpPr>
          <p:spPr>
            <a:xfrm flipV="1">
              <a:off x="997864" y="2509025"/>
              <a:ext cx="1059879" cy="4258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單箭頭接點 101"/>
            <p:cNvCxnSpPr>
              <a:stCxn id="83" idx="3"/>
              <a:endCxn id="86" idx="2"/>
            </p:cNvCxnSpPr>
            <p:nvPr/>
          </p:nvCxnSpPr>
          <p:spPr>
            <a:xfrm flipV="1">
              <a:off x="1004892" y="2509025"/>
              <a:ext cx="1052851" cy="12988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文字方塊 109"/>
                <p:cNvSpPr txBox="1"/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0" name="文字方塊 10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7289" y="2318726"/>
                  <a:ext cx="265007" cy="369147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文字方塊 110"/>
                <p:cNvSpPr txBox="1"/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zh-TW" altLang="en-US" sz="3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11" name="文字方塊 1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4771" y="3236981"/>
                  <a:ext cx="203200" cy="369147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/>
                <p:cNvSpPr txBox="1"/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3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50967" y="2318726"/>
                  <a:ext cx="208703" cy="369147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70" name="直線接點 69"/>
          <p:cNvCxnSpPr/>
          <p:nvPr/>
        </p:nvCxnSpPr>
        <p:spPr>
          <a:xfrm flipV="1">
            <a:off x="4739825" y="6480872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群組 35"/>
          <p:cNvGrpSpPr/>
          <p:nvPr/>
        </p:nvGrpSpPr>
        <p:grpSpPr>
          <a:xfrm>
            <a:off x="5828022" y="3712283"/>
            <a:ext cx="1117785" cy="615015"/>
            <a:chOff x="2696326" y="2924634"/>
            <a:chExt cx="745190" cy="410010"/>
          </a:xfrm>
        </p:grpSpPr>
        <p:cxnSp>
          <p:nvCxnSpPr>
            <p:cNvPr id="74" name="直線接點 73"/>
            <p:cNvCxnSpPr/>
            <p:nvPr/>
          </p:nvCxnSpPr>
          <p:spPr>
            <a:xfrm>
              <a:off x="2696326" y="3308897"/>
              <a:ext cx="431888" cy="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接點 74"/>
            <p:cNvCxnSpPr/>
            <p:nvPr/>
          </p:nvCxnSpPr>
          <p:spPr>
            <a:xfrm flipV="1">
              <a:off x="3077115" y="2924634"/>
              <a:ext cx="364401" cy="410010"/>
            </a:xfrm>
            <a:prstGeom prst="line">
              <a:avLst/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直線單箭頭接點 88"/>
          <p:cNvCxnSpPr/>
          <p:nvPr/>
        </p:nvCxnSpPr>
        <p:spPr>
          <a:xfrm>
            <a:off x="10208865" y="8209971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/>
          <p:nvPr/>
        </p:nvCxnSpPr>
        <p:spPr>
          <a:xfrm rot="16200000">
            <a:off x="10208867" y="7719695"/>
            <a:ext cx="371150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/>
              <p:cNvSpPr txBox="1"/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7" name="文字方塊 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891" y="7929798"/>
                <a:ext cx="302895" cy="553720"/>
              </a:xfrm>
              <a:prstGeom prst="rect">
                <a:avLst/>
              </a:prstGeom>
              <a:blipFill rotWithShape="1">
                <a:blip r:embed="rId18"/>
                <a:stretch>
                  <a:fillRect l="-2" t="-100" r="-23688" b="1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直線接點 103"/>
          <p:cNvCxnSpPr/>
          <p:nvPr/>
        </p:nvCxnSpPr>
        <p:spPr>
          <a:xfrm flipV="1">
            <a:off x="12107163" y="6555093"/>
            <a:ext cx="1775759" cy="1998021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/>
              <p:cNvSpPr txBox="1"/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05" name="文字方塊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3210" y="7300580"/>
                <a:ext cx="2464435" cy="553720"/>
              </a:xfrm>
              <a:prstGeom prst="rect">
                <a:avLst/>
              </a:prstGeom>
              <a:blipFill rotWithShape="1">
                <a:blip r:embed="rId29"/>
                <a:stretch>
                  <a:fillRect l="-12" t="-112" r="-2822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6532088"/>
                <a:ext cx="313055" cy="553720"/>
              </a:xfrm>
              <a:prstGeom prst="rect">
                <a:avLst/>
              </a:prstGeom>
              <a:blipFill rotWithShape="1">
                <a:blip r:embed="rId12"/>
                <a:stretch>
                  <a:fillRect l="-123" t="-86" r="-23000" b="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3" name="直線接點 112"/>
          <p:cNvCxnSpPr/>
          <p:nvPr/>
        </p:nvCxnSpPr>
        <p:spPr>
          <a:xfrm flipV="1">
            <a:off x="11179169" y="6609809"/>
            <a:ext cx="2769393" cy="311602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接點 113"/>
          <p:cNvCxnSpPr/>
          <p:nvPr/>
        </p:nvCxnSpPr>
        <p:spPr>
          <a:xfrm>
            <a:off x="10349780" y="7649622"/>
            <a:ext cx="1709166" cy="915744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>
            <a:off x="10162010" y="7659699"/>
            <a:ext cx="2815236" cy="152784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/>
              <p:cNvSpPr txBox="1"/>
              <p:nvPr/>
            </p:nvSpPr>
            <p:spPr>
              <a:xfrm>
                <a:off x="12977246" y="9091403"/>
                <a:ext cx="2760980" cy="5537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3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zh-TW" sz="36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93" name="文字方塊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77246" y="9091403"/>
                <a:ext cx="2760980" cy="553720"/>
              </a:xfrm>
              <a:prstGeom prst="rect">
                <a:avLst/>
              </a:prstGeom>
              <a:blipFill rotWithShape="1">
                <a:blip r:embed="rId30"/>
                <a:stretch>
                  <a:fillRect l="-14" t="-20" r="-203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矩形 31"/>
          <p:cNvSpPr/>
          <p:nvPr/>
        </p:nvSpPr>
        <p:spPr>
          <a:xfrm>
            <a:off x="10669457" y="4995368"/>
            <a:ext cx="5159051" cy="1383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Learnable Activation Function</a:t>
            </a:r>
            <a:endParaRPr lang="zh-TW" altLang="en-US" sz="4200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808DD24F-C001-F177-B502-594BAA425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2474" y="161365"/>
            <a:ext cx="15460628" cy="1551434"/>
          </a:xfrm>
        </p:spPr>
        <p:txBody>
          <a:bodyPr/>
          <a:lstStyle/>
          <a:p>
            <a:pPr algn="l"/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A0A006-86D1-9A13-5BF5-76C10A312DBA}"/>
              </a:ext>
            </a:extLst>
          </p:cNvPr>
          <p:cNvSpPr/>
          <p:nvPr/>
        </p:nvSpPr>
        <p:spPr>
          <a:xfrm>
            <a:off x="9940036" y="1082307"/>
            <a:ext cx="4491029" cy="73866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More than </a:t>
            </a:r>
            <a:r>
              <a:rPr lang="en-US" altLang="zh-TW" sz="4200" dirty="0" err="1"/>
              <a:t>ReLU</a:t>
            </a:r>
            <a:endParaRPr lang="en-US" altLang="zh-TW" sz="4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  <p:bldP spid="97" grpId="0"/>
      <p:bldP spid="105" grpId="0"/>
      <p:bldP spid="112" grpId="0"/>
      <p:bldP spid="93" grpId="0"/>
      <p:bldP spid="3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Learnable activation function </a:t>
            </a:r>
            <a:r>
              <a:rPr lang="en-US" altLang="zh-TW" sz="2700" dirty="0">
                <a:solidFill>
                  <a:srgbClr val="0000FF"/>
                </a:solidFill>
              </a:rPr>
              <a:t>[Ian J. </a:t>
            </a:r>
            <a:r>
              <a:rPr lang="en-US" altLang="zh-TW" sz="2700" dirty="0" err="1">
                <a:solidFill>
                  <a:srgbClr val="0000FF"/>
                </a:solidFill>
              </a:rPr>
              <a:t>Goodfellow</a:t>
            </a:r>
            <a:r>
              <a:rPr lang="en-US" altLang="zh-TW" sz="2700" dirty="0">
                <a:solidFill>
                  <a:srgbClr val="0000FF"/>
                </a:solidFill>
              </a:rPr>
              <a:t>, ICML’13]</a:t>
            </a:r>
          </a:p>
          <a:p>
            <a:pPr lvl="1"/>
            <a:r>
              <a:rPr lang="en-US" altLang="zh-TW" sz="4200" dirty="0"/>
              <a:t>Activation function in </a:t>
            </a:r>
            <a:r>
              <a:rPr lang="en-US" altLang="zh-TW" sz="4200" dirty="0" err="1"/>
              <a:t>maxout</a:t>
            </a:r>
            <a:r>
              <a:rPr lang="en-US" altLang="zh-TW" sz="4200" dirty="0"/>
              <a:t> network can be any piecewise linear convex function</a:t>
            </a:r>
          </a:p>
          <a:p>
            <a:pPr lvl="1"/>
            <a:r>
              <a:rPr lang="en-US" altLang="zh-TW" sz="4200" dirty="0"/>
              <a:t>How many pieces depending on how many elements in a group </a:t>
            </a:r>
            <a:endParaRPr lang="zh-TW" altLang="en-US" sz="4200" dirty="0"/>
          </a:p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955851" y="6332811"/>
            <a:ext cx="5690366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2 elements in a group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3190307" y="7375416"/>
            <a:ext cx="2401248" cy="2401248"/>
            <a:chOff x="6200673" y="4150479"/>
            <a:chExt cx="2474339" cy="2474339"/>
          </a:xfrm>
        </p:grpSpPr>
        <p:cxnSp>
          <p:nvCxnSpPr>
            <p:cNvPr id="7" name="直線單箭頭接點 6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/>
            <p:cNvCxnSpPr/>
            <p:nvPr/>
          </p:nvCxnSpPr>
          <p:spPr>
            <a:xfrm>
              <a:off x="6228958" y="5708803"/>
              <a:ext cx="1237168" cy="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群組 20"/>
          <p:cNvGrpSpPr/>
          <p:nvPr/>
        </p:nvGrpSpPr>
        <p:grpSpPr>
          <a:xfrm>
            <a:off x="6408455" y="7417506"/>
            <a:ext cx="2401248" cy="2401248"/>
            <a:chOff x="6200673" y="4150479"/>
            <a:chExt cx="2474339" cy="2474339"/>
          </a:xfrm>
        </p:grpSpPr>
        <p:cxnSp>
          <p:nvCxnSpPr>
            <p:cNvPr id="22" name="直線單箭頭接點 21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單箭頭接點 22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/>
            <p:nvPr/>
          </p:nvCxnSpPr>
          <p:spPr>
            <a:xfrm>
              <a:off x="6377382" y="4785491"/>
              <a:ext cx="1088745" cy="92331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群組 47"/>
          <p:cNvGrpSpPr/>
          <p:nvPr/>
        </p:nvGrpSpPr>
        <p:grpSpPr>
          <a:xfrm>
            <a:off x="9993095" y="7405091"/>
            <a:ext cx="2401248" cy="2401248"/>
            <a:chOff x="6200673" y="4150479"/>
            <a:chExt cx="2474339" cy="2474339"/>
          </a:xfrm>
        </p:grpSpPr>
        <p:cxnSp>
          <p:nvCxnSpPr>
            <p:cNvPr id="49" name="直線單箭頭接點 48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/>
            <p:cNvCxnSpPr/>
            <p:nvPr/>
          </p:nvCxnSpPr>
          <p:spPr>
            <a:xfrm>
              <a:off x="6266972" y="4841656"/>
              <a:ext cx="283410" cy="878543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/>
            <p:cNvCxnSpPr/>
            <p:nvPr/>
          </p:nvCxnSpPr>
          <p:spPr>
            <a:xfrm flipV="1">
              <a:off x="7427944" y="4629511"/>
              <a:ext cx="959230" cy="1079292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群組 52"/>
          <p:cNvGrpSpPr/>
          <p:nvPr/>
        </p:nvGrpSpPr>
        <p:grpSpPr>
          <a:xfrm>
            <a:off x="12755007" y="7375416"/>
            <a:ext cx="2401248" cy="2430923"/>
            <a:chOff x="6200673" y="4119901"/>
            <a:chExt cx="2474339" cy="2504917"/>
          </a:xfrm>
        </p:grpSpPr>
        <p:cxnSp>
          <p:nvCxnSpPr>
            <p:cNvPr id="54" name="直線單箭頭接點 53"/>
            <p:cNvCxnSpPr/>
            <p:nvPr/>
          </p:nvCxnSpPr>
          <p:spPr>
            <a:xfrm>
              <a:off x="6200673" y="5714500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單箭頭接點 54"/>
            <p:cNvCxnSpPr/>
            <p:nvPr/>
          </p:nvCxnSpPr>
          <p:spPr>
            <a:xfrm rot="16200000">
              <a:off x="6200674" y="5387649"/>
              <a:ext cx="2474339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/>
            <p:nvPr/>
          </p:nvCxnSpPr>
          <p:spPr>
            <a:xfrm flipV="1">
              <a:off x="7720924" y="5239126"/>
              <a:ext cx="583675" cy="683940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/>
            <p:cNvCxnSpPr/>
            <p:nvPr/>
          </p:nvCxnSpPr>
          <p:spPr>
            <a:xfrm flipV="1">
              <a:off x="8270564" y="4119901"/>
              <a:ext cx="148372" cy="1143305"/>
            </a:xfrm>
            <a:prstGeom prst="line">
              <a:avLst/>
            </a:prstGeom>
            <a:ln w="571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矩形 57"/>
          <p:cNvSpPr/>
          <p:nvPr/>
        </p:nvSpPr>
        <p:spPr>
          <a:xfrm>
            <a:off x="9906330" y="6337149"/>
            <a:ext cx="5690363" cy="73866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4200" dirty="0"/>
              <a:t>3 elements in a group</a:t>
            </a:r>
          </a:p>
        </p:txBody>
      </p:sp>
      <p:cxnSp>
        <p:nvCxnSpPr>
          <p:cNvPr id="61" name="直線接點 60"/>
          <p:cNvCxnSpPr/>
          <p:nvPr/>
        </p:nvCxnSpPr>
        <p:spPr>
          <a:xfrm>
            <a:off x="10257819" y="8881316"/>
            <a:ext cx="904349" cy="8859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/>
          <p:cNvCxnSpPr/>
          <p:nvPr/>
        </p:nvCxnSpPr>
        <p:spPr>
          <a:xfrm flipV="1">
            <a:off x="13087350" y="9090101"/>
            <a:ext cx="1208505" cy="175344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ldLvl="0" animBg="1"/>
      <p:bldP spid="58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-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 a training data x, we know which z would be the max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橢圓 4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15" name="矩形 14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群組 16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18" name="矩形 17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字方塊 19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22" name="橢圓 20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1"/>
              <p:cNvSpPr txBox="1"/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117" t="-11" r="-2336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2"/>
          <p:cNvGrpSpPr/>
          <p:nvPr/>
        </p:nvGrpSpPr>
        <p:grpSpPr>
          <a:xfrm>
            <a:off x="5252182" y="3797598"/>
            <a:ext cx="1427384" cy="737235"/>
            <a:chOff x="3518823" y="2481252"/>
            <a:chExt cx="951589" cy="491490"/>
          </a:xfrm>
        </p:grpSpPr>
        <p:grpSp>
          <p:nvGrpSpPr>
            <p:cNvPr id="25" name="群組 2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4"/>
                <p:cNvSpPr txBox="1"/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單箭頭接點 2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8"/>
          <p:cNvGrpSpPr/>
          <p:nvPr/>
        </p:nvGrpSpPr>
        <p:grpSpPr>
          <a:xfrm>
            <a:off x="5269481" y="5096570"/>
            <a:ext cx="1427384" cy="737235"/>
            <a:chOff x="3518823" y="2481252"/>
            <a:chExt cx="951589" cy="491490"/>
          </a:xfrm>
        </p:grpSpPr>
        <p:grpSp>
          <p:nvGrpSpPr>
            <p:cNvPr id="31" name="群組 2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0"/>
                <p:cNvSpPr txBox="1"/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2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線單箭頭接點 3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4"/>
          <p:cNvGrpSpPr/>
          <p:nvPr/>
        </p:nvGrpSpPr>
        <p:grpSpPr>
          <a:xfrm>
            <a:off x="5267952" y="6395541"/>
            <a:ext cx="1427384" cy="737235"/>
            <a:chOff x="3518823" y="2481252"/>
            <a:chExt cx="951589" cy="491490"/>
          </a:xfrm>
        </p:grpSpPr>
        <p:grpSp>
          <p:nvGrpSpPr>
            <p:cNvPr id="37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6"/>
                <p:cNvSpPr txBox="1"/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8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線單箭頭接點 37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0"/>
          <p:cNvGrpSpPr/>
          <p:nvPr/>
        </p:nvGrpSpPr>
        <p:grpSpPr>
          <a:xfrm>
            <a:off x="5265222" y="7808787"/>
            <a:ext cx="1427384" cy="737235"/>
            <a:chOff x="3518823" y="2481252"/>
            <a:chExt cx="951589" cy="491490"/>
          </a:xfrm>
        </p:grpSpPr>
        <p:grpSp>
          <p:nvGrpSpPr>
            <p:cNvPr id="43" name="群組 4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2"/>
                <p:cNvSpPr txBox="1"/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4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6"/>
              <p:cNvSpPr txBox="1"/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blipFill rotWithShape="1">
                <a:blip r:embed="rId12"/>
                <a:stretch>
                  <a:fillRect l="-38" t="-85" r="-1414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7"/>
              <p:cNvSpPr txBox="1"/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blipFill rotWithShape="1">
                <a:blip r:embed="rId13"/>
                <a:stretch>
                  <a:fillRect l="-56" t="-11" r="-1412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橢圓 48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sp>
        <p:nvSpPr>
          <p:cNvPr id="51" name="橢圓 49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000" dirty="0"/>
              <a:t>Max</a:t>
            </a:r>
            <a:endParaRPr lang="zh-TW" altLang="en-US" sz="2000" dirty="0"/>
          </a:p>
        </p:txBody>
      </p:sp>
      <p:grpSp>
        <p:nvGrpSpPr>
          <p:cNvPr id="52" name="群組 50"/>
          <p:cNvGrpSpPr/>
          <p:nvPr/>
        </p:nvGrpSpPr>
        <p:grpSpPr>
          <a:xfrm>
            <a:off x="11006706" y="3797598"/>
            <a:ext cx="1432464" cy="737235"/>
            <a:chOff x="3518823" y="2481252"/>
            <a:chExt cx="954976" cy="491490"/>
          </a:xfrm>
        </p:grpSpPr>
        <p:grpSp>
          <p:nvGrpSpPr>
            <p:cNvPr id="53" name="群組 5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文字方塊 5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2"/>
                <p:cNvSpPr txBox="1"/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4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單箭頭接點 5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6"/>
          <p:cNvGrpSpPr/>
          <p:nvPr/>
        </p:nvGrpSpPr>
        <p:grpSpPr>
          <a:xfrm>
            <a:off x="11024004" y="5096570"/>
            <a:ext cx="1432464" cy="737235"/>
            <a:chOff x="3518823" y="2481252"/>
            <a:chExt cx="954976" cy="491490"/>
          </a:xfrm>
        </p:grpSpPr>
        <p:grpSp>
          <p:nvGrpSpPr>
            <p:cNvPr id="59" name="群組 57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8"/>
                <p:cNvSpPr txBox="1"/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0" name="文字方塊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線單箭頭接點 59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62"/>
          <p:cNvGrpSpPr/>
          <p:nvPr/>
        </p:nvGrpSpPr>
        <p:grpSpPr>
          <a:xfrm>
            <a:off x="11022476" y="6395541"/>
            <a:ext cx="1432464" cy="737235"/>
            <a:chOff x="3518823" y="2481252"/>
            <a:chExt cx="954976" cy="491490"/>
          </a:xfrm>
        </p:grpSpPr>
        <p:grpSp>
          <p:nvGrpSpPr>
            <p:cNvPr id="65" name="群組 6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4"/>
                <p:cNvSpPr txBox="1"/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單箭頭接點 6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8"/>
          <p:cNvGrpSpPr/>
          <p:nvPr/>
        </p:nvGrpSpPr>
        <p:grpSpPr>
          <a:xfrm>
            <a:off x="11019746" y="7808787"/>
            <a:ext cx="1432464" cy="737235"/>
            <a:chOff x="3518823" y="2481252"/>
            <a:chExt cx="954976" cy="491490"/>
          </a:xfrm>
        </p:grpSpPr>
        <p:grpSp>
          <p:nvGrpSpPr>
            <p:cNvPr id="71" name="群組 6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0"/>
                <p:cNvSpPr txBox="1"/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2" name="文字方塊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單箭頭接點 7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4"/>
              <p:cNvSpPr txBox="1"/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blipFill rotWithShape="1">
                <a:blip r:embed="rId18"/>
                <a:stretch>
                  <a:fillRect l="-67" t="-85" r="-13492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5"/>
              <p:cNvSpPr txBox="1"/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blipFill rotWithShape="1">
                <a:blip r:embed="rId19"/>
                <a:stretch>
                  <a:fillRect l="-85" t="-11" r="-1347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6"/>
              <p:cNvSpPr txBox="1"/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blipFill rotWithShape="1">
                <a:blip r:embed="rId20"/>
                <a:stretch>
                  <a:fillRect l="-85" t="-90" r="-1400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7"/>
              <p:cNvSpPr txBox="1"/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blipFill rotWithShape="1">
                <a:blip r:embed="rId21"/>
                <a:stretch>
                  <a:fillRect l="-91" t="-80" r="-1333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8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79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0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1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2"/>
              <p:cNvSpPr txBox="1"/>
              <p:nvPr/>
            </p:nvSpPr>
            <p:spPr>
              <a:xfrm>
                <a:off x="7169690" y="5369220"/>
                <a:ext cx="1957705" cy="4540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𝑚𝑎𝑥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3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zh-TW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84" name="文字方塊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690" y="5369220"/>
                <a:ext cx="1957705" cy="454025"/>
              </a:xfrm>
              <a:prstGeom prst="rect">
                <a:avLst/>
              </a:prstGeom>
              <a:blipFill rotWithShape="1">
                <a:blip r:embed="rId22"/>
                <a:stretch>
                  <a:fillRect l="-28" t="-65" r="-2438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線單箭頭接點 91"/>
          <p:cNvCxnSpPr>
            <a:stCxn id="47" idx="3"/>
          </p:cNvCxnSpPr>
          <p:nvPr/>
        </p:nvCxnSpPr>
        <p:spPr>
          <a:xfrm flipV="1">
            <a:off x="9679484" y="4203453"/>
            <a:ext cx="1287944" cy="6308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2"/>
          <p:cNvCxnSpPr>
            <a:stCxn id="47" idx="3"/>
          </p:cNvCxnSpPr>
          <p:nvPr/>
        </p:nvCxnSpPr>
        <p:spPr>
          <a:xfrm>
            <a:off x="9679484" y="4834331"/>
            <a:ext cx="1322540" cy="649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3"/>
          <p:cNvCxnSpPr>
            <a:stCxn id="47" idx="3"/>
          </p:cNvCxnSpPr>
          <p:nvPr/>
        </p:nvCxnSpPr>
        <p:spPr>
          <a:xfrm>
            <a:off x="9679484" y="4834331"/>
            <a:ext cx="1303713" cy="1967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4"/>
          <p:cNvCxnSpPr>
            <a:stCxn id="47" idx="3"/>
          </p:cNvCxnSpPr>
          <p:nvPr/>
        </p:nvCxnSpPr>
        <p:spPr>
          <a:xfrm>
            <a:off x="9679484" y="4834331"/>
            <a:ext cx="1318281" cy="3361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5"/>
          <p:cNvCxnSpPr>
            <a:cxnSpLocks/>
          </p:cNvCxnSpPr>
          <p:nvPr/>
        </p:nvCxnSpPr>
        <p:spPr>
          <a:xfrm flipV="1">
            <a:off x="9650537" y="4240900"/>
            <a:ext cx="1307534" cy="33481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6"/>
          <p:cNvCxnSpPr>
            <a:cxnSpLocks/>
          </p:cNvCxnSpPr>
          <p:nvPr/>
        </p:nvCxnSpPr>
        <p:spPr>
          <a:xfrm flipV="1">
            <a:off x="9650537" y="5539870"/>
            <a:ext cx="1324832" cy="20491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7"/>
          <p:cNvCxnSpPr>
            <a:cxnSpLocks/>
          </p:cNvCxnSpPr>
          <p:nvPr/>
        </p:nvCxnSpPr>
        <p:spPr>
          <a:xfrm>
            <a:off x="9650537" y="7589062"/>
            <a:ext cx="1320573" cy="663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單箭頭接點 98"/>
          <p:cNvCxnSpPr>
            <a:cxnSpLocks/>
          </p:cNvCxnSpPr>
          <p:nvPr/>
        </p:nvCxnSpPr>
        <p:spPr>
          <a:xfrm flipV="1">
            <a:off x="9650537" y="6838842"/>
            <a:ext cx="1323303" cy="750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99"/>
          <p:cNvCxnSpPr>
            <a:stCxn id="53" idx="3"/>
            <a:endCxn id="49" idx="2"/>
          </p:cNvCxnSpPr>
          <p:nvPr/>
        </p:nvCxnSpPr>
        <p:spPr>
          <a:xfrm>
            <a:off x="15547356" y="11070585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0"/>
          <p:cNvCxnSpPr>
            <a:endCxn id="49" idx="2"/>
          </p:cNvCxnSpPr>
          <p:nvPr/>
        </p:nvCxnSpPr>
        <p:spPr>
          <a:xfrm flipV="1">
            <a:off x="15496128" y="11730431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單箭頭接點 101"/>
          <p:cNvCxnSpPr>
            <a:endCxn id="50" idx="2"/>
          </p:cNvCxnSpPr>
          <p:nvPr/>
        </p:nvCxnSpPr>
        <p:spPr>
          <a:xfrm>
            <a:off x="12485982" y="6836336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2"/>
          <p:cNvCxnSpPr>
            <a:stCxn id="71" idx="3"/>
            <a:endCxn id="50" idx="2"/>
          </p:cNvCxnSpPr>
          <p:nvPr/>
        </p:nvCxnSpPr>
        <p:spPr>
          <a:xfrm flipV="1">
            <a:off x="12519063" y="7574163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單箭頭接點 103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線單箭頭接點 104"/>
          <p:cNvCxnSpPr/>
          <p:nvPr/>
        </p:nvCxnSpPr>
        <p:spPr>
          <a:xfrm flipV="1">
            <a:off x="6703002" y="4849229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5"/>
          <p:cNvCxnSpPr/>
          <p:nvPr/>
        </p:nvCxnSpPr>
        <p:spPr>
          <a:xfrm>
            <a:off x="6734189" y="6851234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單箭頭接點 106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矩形 108"/>
          <p:cNvSpPr/>
          <p:nvPr/>
        </p:nvSpPr>
        <p:spPr>
          <a:xfrm>
            <a:off x="6162503" y="3883353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矩形 109"/>
          <p:cNvSpPr/>
          <p:nvPr/>
        </p:nvSpPr>
        <p:spPr>
          <a:xfrm>
            <a:off x="6171606" y="787895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矩形 110"/>
          <p:cNvSpPr/>
          <p:nvPr/>
        </p:nvSpPr>
        <p:spPr>
          <a:xfrm>
            <a:off x="11974755" y="519156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2" name="矩形 111"/>
          <p:cNvSpPr/>
          <p:nvPr/>
        </p:nvSpPr>
        <p:spPr>
          <a:xfrm>
            <a:off x="11946228" y="6485831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20" name="直線單箭頭接點 95">
            <a:extLst>
              <a:ext uri="{FF2B5EF4-FFF2-40B4-BE49-F238E27FC236}">
                <a16:creationId xmlns:a16="http://schemas.microsoft.com/office/drawing/2014/main" id="{5ED980AD-C361-4696-01AA-3E152E569009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647536" y="4159724"/>
            <a:ext cx="1562257" cy="254384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單箭頭接點 96">
            <a:extLst>
              <a:ext uri="{FF2B5EF4-FFF2-40B4-BE49-F238E27FC236}">
                <a16:creationId xmlns:a16="http://schemas.microsoft.com/office/drawing/2014/main" id="{A436B586-C22F-D462-CB4F-473AF1983608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647536" y="5458694"/>
            <a:ext cx="1579555" cy="12448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單箭頭接點 97">
            <a:extLst>
              <a:ext uri="{FF2B5EF4-FFF2-40B4-BE49-F238E27FC236}">
                <a16:creationId xmlns:a16="http://schemas.microsoft.com/office/drawing/2014/main" id="{4D847E63-F559-AB81-1367-C9DFEC087716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47536" y="6703564"/>
            <a:ext cx="1575296" cy="146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單箭頭接點 98">
            <a:extLst>
              <a:ext uri="{FF2B5EF4-FFF2-40B4-BE49-F238E27FC236}">
                <a16:creationId xmlns:a16="http://schemas.microsoft.com/office/drawing/2014/main" id="{FB6956FE-D221-4F24-DDE9-845DED48638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3647536" y="6703564"/>
            <a:ext cx="1578026" cy="5410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單箭頭接點 95">
            <a:extLst>
              <a:ext uri="{FF2B5EF4-FFF2-40B4-BE49-F238E27FC236}">
                <a16:creationId xmlns:a16="http://schemas.microsoft.com/office/drawing/2014/main" id="{3843344B-892B-E8A8-B8CE-AC4F83DC61AE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4131" y="4159678"/>
            <a:ext cx="1615662" cy="13228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線單箭頭接點 96">
            <a:extLst>
              <a:ext uri="{FF2B5EF4-FFF2-40B4-BE49-F238E27FC236}">
                <a16:creationId xmlns:a16="http://schemas.microsoft.com/office/drawing/2014/main" id="{9B21F924-3B45-67AE-5C63-845670063FE8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3594131" y="5458648"/>
            <a:ext cx="1632960" cy="239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單箭頭接點 97">
            <a:extLst>
              <a:ext uri="{FF2B5EF4-FFF2-40B4-BE49-F238E27FC236}">
                <a16:creationId xmlns:a16="http://schemas.microsoft.com/office/drawing/2014/main" id="{816FAAC2-996B-CDE0-40BA-5D2C283AAF8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94131" y="5482559"/>
            <a:ext cx="1628701" cy="26883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單箭頭接點 98">
            <a:extLst>
              <a:ext uri="{FF2B5EF4-FFF2-40B4-BE49-F238E27FC236}">
                <a16:creationId xmlns:a16="http://schemas.microsoft.com/office/drawing/2014/main" id="{35E44133-E110-1B38-C952-AF87BBF60F92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94131" y="5482559"/>
            <a:ext cx="1631431" cy="127506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 bldLvl="0" animBg="1"/>
      <p:bldP spid="109" grpId="0" bldLvl="0" animBg="1"/>
      <p:bldP spid="110" grpId="0" bldLvl="0" animBg="1"/>
      <p:bldP spid="11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Maxout</a:t>
            </a:r>
            <a:r>
              <a:rPr lang="en-US" altLang="zh-TW" dirty="0"/>
              <a:t> - Training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358974" y="2437048"/>
            <a:ext cx="11830050" cy="7777163"/>
          </a:xfrm>
        </p:spPr>
        <p:txBody>
          <a:bodyPr/>
          <a:lstStyle/>
          <a:p>
            <a:r>
              <a:rPr lang="en-US" altLang="zh-TW" dirty="0"/>
              <a:t>Given a training data x, we know which z would be the max</a:t>
            </a:r>
            <a:endParaRPr lang="zh-TW" altLang="en-US" dirty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Train this thin and linear network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11884859" y="3780890"/>
            <a:ext cx="676169" cy="477479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5" name="橢圓 4"/>
          <p:cNvSpPr/>
          <p:nvPr/>
        </p:nvSpPr>
        <p:spPr>
          <a:xfrm>
            <a:off x="11705748" y="638942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6" name="橢圓 5"/>
          <p:cNvSpPr/>
          <p:nvPr/>
        </p:nvSpPr>
        <p:spPr>
          <a:xfrm>
            <a:off x="11692473" y="374078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7" name="矩形 6"/>
          <p:cNvSpPr/>
          <p:nvPr/>
        </p:nvSpPr>
        <p:spPr>
          <a:xfrm>
            <a:off x="6151568" y="3800025"/>
            <a:ext cx="676169" cy="478939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8" name="橢圓 7"/>
          <p:cNvSpPr/>
          <p:nvPr/>
        </p:nvSpPr>
        <p:spPr>
          <a:xfrm>
            <a:off x="5969448" y="6395541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9" name="橢圓 8"/>
          <p:cNvSpPr/>
          <p:nvPr/>
        </p:nvSpPr>
        <p:spPr>
          <a:xfrm>
            <a:off x="5956173" y="3746904"/>
            <a:ext cx="1007268" cy="2110791"/>
          </a:xfrm>
          <a:prstGeom prst="ellips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" name="矩形 9"/>
          <p:cNvSpPr/>
          <p:nvPr/>
        </p:nvSpPr>
        <p:spPr>
          <a:xfrm>
            <a:off x="14746770" y="4316163"/>
            <a:ext cx="676169" cy="3624932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" name="矩形 10"/>
          <p:cNvSpPr/>
          <p:nvPr/>
        </p:nvSpPr>
        <p:spPr>
          <a:xfrm>
            <a:off x="9016433" y="4302821"/>
            <a:ext cx="676169" cy="364026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2" name="矩形 11"/>
          <p:cNvSpPr/>
          <p:nvPr/>
        </p:nvSpPr>
        <p:spPr>
          <a:xfrm>
            <a:off x="3016368" y="5060436"/>
            <a:ext cx="676169" cy="2215707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3" name="橢圓 12"/>
          <p:cNvSpPr/>
          <p:nvPr/>
        </p:nvSpPr>
        <p:spPr>
          <a:xfrm>
            <a:off x="7504781" y="4403712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grpSp>
        <p:nvGrpSpPr>
          <p:cNvPr id="14" name="群組 13"/>
          <p:cNvGrpSpPr/>
          <p:nvPr/>
        </p:nvGrpSpPr>
        <p:grpSpPr>
          <a:xfrm>
            <a:off x="3079781" y="5082509"/>
            <a:ext cx="514350" cy="692943"/>
            <a:chOff x="600453" y="3988847"/>
            <a:chExt cx="342900" cy="461962"/>
          </a:xfrm>
        </p:grpSpPr>
        <p:sp>
          <p:nvSpPr>
            <p:cNvPr id="15" name="矩形 14"/>
            <p:cNvSpPr/>
            <p:nvPr/>
          </p:nvSpPr>
          <p:spPr>
            <a:xfrm>
              <a:off x="600453" y="4084097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613152" y="3988847"/>
            <a:ext cx="325438" cy="4619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3" imgW="3657600" imgH="5181600" progId="Equation.3">
                    <p:embed/>
                  </p:oleObj>
                </mc:Choice>
                <mc:Fallback>
                  <p:oleObj name="方程式" r:id="rId3" imgW="3657600" imgH="5181600" progId="Equation.3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3152" y="3988847"/>
                          <a:ext cx="325438" cy="4619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群組 16"/>
          <p:cNvGrpSpPr/>
          <p:nvPr/>
        </p:nvGrpSpPr>
        <p:grpSpPr>
          <a:xfrm>
            <a:off x="3083178" y="6357092"/>
            <a:ext cx="564357" cy="692945"/>
            <a:chOff x="594635" y="4571576"/>
            <a:chExt cx="376238" cy="461963"/>
          </a:xfrm>
        </p:grpSpPr>
        <p:sp>
          <p:nvSpPr>
            <p:cNvPr id="18" name="矩形 17"/>
            <p:cNvSpPr/>
            <p:nvPr/>
          </p:nvSpPr>
          <p:spPr>
            <a:xfrm>
              <a:off x="594635" y="4654426"/>
              <a:ext cx="342900" cy="34290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00"/>
            </a:p>
          </p:txBody>
        </p:sp>
        <p:graphicFrame>
          <p:nvGraphicFramePr>
            <p:cNvPr id="19" name="Object 12"/>
            <p:cNvGraphicFramePr>
              <a:graphicFrameLocks noChangeAspect="1"/>
            </p:cNvGraphicFramePr>
            <p:nvPr/>
          </p:nvGraphicFramePr>
          <p:xfrm>
            <a:off x="618448" y="4571576"/>
            <a:ext cx="352425" cy="4619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方程式" r:id="rId5" imgW="3962400" imgH="5181600" progId="Equation.3">
                    <p:embed/>
                  </p:oleObj>
                </mc:Choice>
                <mc:Fallback>
                  <p:oleObj name="方程式" r:id="rId5" imgW="3962400" imgH="5181600" progId="Equation.3">
                    <p:embed/>
                    <p:pic>
                      <p:nvPicPr>
                        <p:cNvPr id="19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448" y="4571576"/>
                          <a:ext cx="352425" cy="4619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文字方塊 19"/>
          <p:cNvSpPr txBox="1"/>
          <p:nvPr/>
        </p:nvSpPr>
        <p:spPr>
          <a:xfrm>
            <a:off x="2502423" y="4101717"/>
            <a:ext cx="1701972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Input</a:t>
            </a:r>
          </a:p>
        </p:txBody>
      </p:sp>
      <p:sp>
        <p:nvSpPr>
          <p:cNvPr id="22" name="橢圓 20"/>
          <p:cNvSpPr/>
          <p:nvPr/>
        </p:nvSpPr>
        <p:spPr>
          <a:xfrm>
            <a:off x="7516562" y="7143545"/>
            <a:ext cx="1261398" cy="861237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1"/>
              <p:cNvSpPr txBox="1"/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4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23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8898" y="7358451"/>
                <a:ext cx="354330" cy="645795"/>
              </a:xfrm>
              <a:prstGeom prst="rect">
                <a:avLst/>
              </a:prstGeom>
              <a:blipFill rotWithShape="1">
                <a:blip r:embed="rId7"/>
                <a:stretch>
                  <a:fillRect l="-117" t="-11" r="-23360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2"/>
          <p:cNvGrpSpPr/>
          <p:nvPr/>
        </p:nvGrpSpPr>
        <p:grpSpPr>
          <a:xfrm>
            <a:off x="5252182" y="3797598"/>
            <a:ext cx="1427384" cy="737235"/>
            <a:chOff x="3518823" y="2481252"/>
            <a:chExt cx="951589" cy="491490"/>
          </a:xfrm>
        </p:grpSpPr>
        <p:grpSp>
          <p:nvGrpSpPr>
            <p:cNvPr id="25" name="群組 2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27" name="矩形 2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4"/>
                <p:cNvSpPr txBox="1"/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26" name="文字方塊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337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直線單箭頭接點 2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群組 28"/>
          <p:cNvGrpSpPr/>
          <p:nvPr/>
        </p:nvGrpSpPr>
        <p:grpSpPr>
          <a:xfrm>
            <a:off x="5269481" y="5096570"/>
            <a:ext cx="1427384" cy="737235"/>
            <a:chOff x="3518823" y="2481252"/>
            <a:chExt cx="951589" cy="491490"/>
          </a:xfrm>
        </p:grpSpPr>
        <p:grpSp>
          <p:nvGrpSpPr>
            <p:cNvPr id="31" name="群組 2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3" name="矩形 3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34" name="文字方塊 3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0"/>
                <p:cNvSpPr txBox="1"/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2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5760"/>
                </a:xfrm>
                <a:prstGeom prst="rect">
                  <a:avLst/>
                </a:prstGeom>
                <a:blipFill rotWithShape="1">
                  <a:blip r:embed="rId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線單箭頭接點 3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群組 34"/>
          <p:cNvGrpSpPr/>
          <p:nvPr/>
        </p:nvGrpSpPr>
        <p:grpSpPr>
          <a:xfrm>
            <a:off x="5267952" y="6395541"/>
            <a:ext cx="1427384" cy="737235"/>
            <a:chOff x="3518823" y="2481252"/>
            <a:chExt cx="951589" cy="491490"/>
          </a:xfrm>
        </p:grpSpPr>
        <p:grpSp>
          <p:nvGrpSpPr>
            <p:cNvPr id="37" name="群組 35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字方塊 36"/>
                <p:cNvSpPr txBox="1"/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38" name="文字方塊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7877"/>
                </a:xfrm>
                <a:prstGeom prst="rect">
                  <a:avLst/>
                </a:prstGeom>
                <a:blipFill rotWithShape="1">
                  <a:blip r:embed="rId1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線單箭頭接點 37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群組 40"/>
          <p:cNvGrpSpPr/>
          <p:nvPr/>
        </p:nvGrpSpPr>
        <p:grpSpPr>
          <a:xfrm>
            <a:off x="5265222" y="7808787"/>
            <a:ext cx="1427384" cy="737235"/>
            <a:chOff x="3518823" y="2481252"/>
            <a:chExt cx="951589" cy="491490"/>
          </a:xfrm>
        </p:grpSpPr>
        <p:grpSp>
          <p:nvGrpSpPr>
            <p:cNvPr id="43" name="群組 4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45" name="矩形 4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46" name="文字方塊 4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2"/>
                <p:cNvSpPr txBox="1"/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44" name="文字方塊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27660" cy="364490"/>
                </a:xfrm>
                <a:prstGeom prst="rect">
                  <a:avLst/>
                </a:prstGeom>
                <a:blipFill rotWithShape="1">
                  <a:blip r:embed="rId1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線單箭頭接點 4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6"/>
              <p:cNvSpPr txBox="1"/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8" name="文字方塊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3557" y="4554686"/>
                <a:ext cx="519430" cy="548005"/>
              </a:xfrm>
              <a:prstGeom prst="rect">
                <a:avLst/>
              </a:prstGeom>
              <a:blipFill rotWithShape="1">
                <a:blip r:embed="rId12"/>
                <a:stretch>
                  <a:fillRect l="-38" t="-85" r="-14143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7"/>
              <p:cNvSpPr txBox="1"/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49" name="文字方塊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3967" y="7271444"/>
                <a:ext cx="519430" cy="548640"/>
              </a:xfrm>
              <a:prstGeom prst="rect">
                <a:avLst/>
              </a:prstGeom>
              <a:blipFill rotWithShape="1">
                <a:blip r:embed="rId13"/>
                <a:stretch>
                  <a:fillRect l="-56" t="-11" r="-14125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橢圓 48"/>
          <p:cNvSpPr/>
          <p:nvPr/>
        </p:nvSpPr>
        <p:spPr>
          <a:xfrm>
            <a:off x="13259304" y="4403712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sp>
        <p:nvSpPr>
          <p:cNvPr id="51" name="橢圓 49"/>
          <p:cNvSpPr/>
          <p:nvPr/>
        </p:nvSpPr>
        <p:spPr>
          <a:xfrm>
            <a:off x="13271085" y="7143545"/>
            <a:ext cx="1261398" cy="861237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sz="100" dirty="0"/>
          </a:p>
        </p:txBody>
      </p:sp>
      <p:grpSp>
        <p:nvGrpSpPr>
          <p:cNvPr id="52" name="群組 50"/>
          <p:cNvGrpSpPr/>
          <p:nvPr/>
        </p:nvGrpSpPr>
        <p:grpSpPr>
          <a:xfrm>
            <a:off x="11006706" y="3797598"/>
            <a:ext cx="1432464" cy="737235"/>
            <a:chOff x="3518823" y="2481252"/>
            <a:chExt cx="954976" cy="491490"/>
          </a:xfrm>
        </p:grpSpPr>
        <p:grpSp>
          <p:nvGrpSpPr>
            <p:cNvPr id="53" name="群組 51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55" name="矩形 54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56" name="文字方塊 55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字方塊 52"/>
                <p:cNvSpPr txBox="1"/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54" name="文字方塊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5760"/>
                </a:xfrm>
                <a:prstGeom prst="rect">
                  <a:avLst/>
                </a:prstGeom>
                <a:blipFill rotWithShape="1">
                  <a:blip r:embed="rId1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直線單箭頭接點 53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群組 56"/>
          <p:cNvGrpSpPr/>
          <p:nvPr/>
        </p:nvGrpSpPr>
        <p:grpSpPr>
          <a:xfrm>
            <a:off x="11024004" y="5096570"/>
            <a:ext cx="1432464" cy="737235"/>
            <a:chOff x="3518823" y="2481252"/>
            <a:chExt cx="954976" cy="491490"/>
          </a:xfrm>
        </p:grpSpPr>
        <p:grpSp>
          <p:nvGrpSpPr>
            <p:cNvPr id="59" name="群組 57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2" name="文字方塊 61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8"/>
                <p:cNvSpPr txBox="1"/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0" name="文字方塊 5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6183"/>
                </a:xfrm>
                <a:prstGeom prst="rect">
                  <a:avLst/>
                </a:prstGeom>
                <a:blipFill rotWithShape="1">
                  <a:blip r:embed="rId1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3" name="直線單箭頭接點 59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群組 62"/>
          <p:cNvGrpSpPr/>
          <p:nvPr/>
        </p:nvGrpSpPr>
        <p:grpSpPr>
          <a:xfrm>
            <a:off x="11022476" y="6395541"/>
            <a:ext cx="1432464" cy="737235"/>
            <a:chOff x="3518823" y="2481252"/>
            <a:chExt cx="954976" cy="491490"/>
          </a:xfrm>
        </p:grpSpPr>
        <p:grpSp>
          <p:nvGrpSpPr>
            <p:cNvPr id="65" name="群組 63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67" name="矩形 66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68" name="文字方塊 67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4"/>
                <p:cNvSpPr txBox="1"/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66" name="文字方塊 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8300"/>
                </a:xfrm>
                <a:prstGeom prst="rect">
                  <a:avLst/>
                </a:prstGeom>
                <a:blipFill rotWithShape="1">
                  <a:blip r:embed="rId1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直線單箭頭接點 65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群組 68"/>
          <p:cNvGrpSpPr/>
          <p:nvPr/>
        </p:nvGrpSpPr>
        <p:grpSpPr>
          <a:xfrm>
            <a:off x="11019746" y="7808787"/>
            <a:ext cx="1432464" cy="737235"/>
            <a:chOff x="3518823" y="2481252"/>
            <a:chExt cx="954976" cy="491490"/>
          </a:xfrm>
        </p:grpSpPr>
        <p:grpSp>
          <p:nvGrpSpPr>
            <p:cNvPr id="71" name="群組 69"/>
            <p:cNvGrpSpPr/>
            <p:nvPr/>
          </p:nvGrpSpPr>
          <p:grpSpPr>
            <a:xfrm>
              <a:off x="3518823" y="2481252"/>
              <a:ext cx="311569" cy="491490"/>
              <a:chOff x="3518823" y="2481252"/>
              <a:chExt cx="311569" cy="491490"/>
            </a:xfrm>
          </p:grpSpPr>
          <p:sp>
            <p:nvSpPr>
              <p:cNvPr id="73" name="矩形 72"/>
              <p:cNvSpPr/>
              <p:nvPr/>
            </p:nvSpPr>
            <p:spPr>
              <a:xfrm>
                <a:off x="3518823" y="2611915"/>
                <a:ext cx="287079" cy="28707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 sz="100"/>
              </a:p>
            </p:txBody>
          </p:sp>
          <p:sp>
            <p:nvSpPr>
              <p:cNvPr id="74" name="文字方塊 73"/>
              <p:cNvSpPr txBox="1"/>
              <p:nvPr/>
            </p:nvSpPr>
            <p:spPr>
              <a:xfrm>
                <a:off x="3530355" y="2481252"/>
                <a:ext cx="300037" cy="491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4200" dirty="0"/>
                  <a:t>+</a:t>
                </a:r>
                <a:endParaRPr lang="zh-TW" altLang="en-US" sz="4200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字方塊 70"/>
                <p:cNvSpPr txBox="1"/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TW" sz="36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3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zh-TW" altLang="en-US" sz="3600" dirty="0"/>
                </a:p>
              </p:txBody>
            </p:sp>
          </mc:Choice>
          <mc:Fallback xmlns="">
            <p:sp>
              <p:nvSpPr>
                <p:cNvPr id="72" name="文字方塊 7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2752" y="2545696"/>
                  <a:ext cx="331047" cy="364913"/>
                </a:xfrm>
                <a:prstGeom prst="rect">
                  <a:avLst/>
                </a:prstGeom>
                <a:blipFill rotWithShape="1">
                  <a:blip r:embed="rId1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5" name="直線單箭頭接點 71"/>
            <p:cNvCxnSpPr/>
            <p:nvPr/>
          </p:nvCxnSpPr>
          <p:spPr>
            <a:xfrm>
              <a:off x="3805902" y="2755454"/>
              <a:ext cx="35584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4"/>
              <p:cNvSpPr txBox="1"/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6" name="文字方塊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8081" y="4554686"/>
                <a:ext cx="524510" cy="548640"/>
              </a:xfrm>
              <a:prstGeom prst="rect">
                <a:avLst/>
              </a:prstGeom>
              <a:blipFill rotWithShape="1">
                <a:blip r:embed="rId18"/>
                <a:stretch>
                  <a:fillRect l="-67" t="-85" r="-13492" b="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5"/>
              <p:cNvSpPr txBox="1"/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sz="36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TW" altLang="en-US" sz="3600" dirty="0"/>
              </a:p>
            </p:txBody>
          </p:sp>
        </mc:Choice>
        <mc:Fallback xmlns="">
          <p:sp>
            <p:nvSpPr>
              <p:cNvPr id="77" name="文字方塊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8490" y="7271444"/>
                <a:ext cx="524510" cy="549275"/>
              </a:xfrm>
              <a:prstGeom prst="rect">
                <a:avLst/>
              </a:prstGeom>
              <a:blipFill rotWithShape="1">
                <a:blip r:embed="rId19"/>
                <a:stretch>
                  <a:fillRect l="-85" t="-11" r="-1347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6"/>
              <p:cNvSpPr txBox="1"/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8" name="文字方塊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316" y="8004782"/>
                <a:ext cx="608330" cy="674370"/>
              </a:xfrm>
              <a:prstGeom prst="rect">
                <a:avLst/>
              </a:prstGeom>
              <a:blipFill rotWithShape="1">
                <a:blip r:embed="rId20"/>
                <a:stretch>
                  <a:fillRect l="-85" t="-90" r="-14007" b="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7"/>
              <p:cNvSpPr txBox="1"/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4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zh-TW" sz="4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4200" dirty="0"/>
              </a:p>
            </p:txBody>
          </p:sp>
        </mc:Choice>
        <mc:Fallback xmlns="">
          <p:sp>
            <p:nvSpPr>
              <p:cNvPr id="79" name="文字方塊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1294" y="7943086"/>
                <a:ext cx="614680" cy="633095"/>
              </a:xfrm>
              <a:prstGeom prst="rect">
                <a:avLst/>
              </a:prstGeom>
              <a:blipFill rotWithShape="1">
                <a:blip r:embed="rId21"/>
                <a:stretch>
                  <a:fillRect l="-91" t="-80" r="-13339" b="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線單箭頭接點 78"/>
          <p:cNvCxnSpPr/>
          <p:nvPr/>
        </p:nvCxnSpPr>
        <p:spPr>
          <a:xfrm>
            <a:off x="8725839" y="489041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單箭頭接點 79"/>
          <p:cNvCxnSpPr/>
          <p:nvPr/>
        </p:nvCxnSpPr>
        <p:spPr>
          <a:xfrm>
            <a:off x="8739335" y="760503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單箭頭接點 80"/>
          <p:cNvCxnSpPr/>
          <p:nvPr/>
        </p:nvCxnSpPr>
        <p:spPr>
          <a:xfrm>
            <a:off x="14491104" y="4887350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1"/>
          <p:cNvCxnSpPr/>
          <p:nvPr/>
        </p:nvCxnSpPr>
        <p:spPr>
          <a:xfrm>
            <a:off x="14504600" y="7601975"/>
            <a:ext cx="38273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單箭頭接點 83"/>
          <p:cNvCxnSpPr>
            <a:cxnSpLocks/>
            <a:stCxn id="16" idx="3"/>
            <a:endCxn id="28" idx="1"/>
          </p:cNvCxnSpPr>
          <p:nvPr/>
        </p:nvCxnSpPr>
        <p:spPr>
          <a:xfrm flipV="1">
            <a:off x="3586987" y="4166216"/>
            <a:ext cx="1682493" cy="12627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單箭頭接點 84"/>
          <p:cNvCxnSpPr>
            <a:cxnSpLocks/>
            <a:stCxn id="16" idx="3"/>
            <a:endCxn id="34" idx="1"/>
          </p:cNvCxnSpPr>
          <p:nvPr/>
        </p:nvCxnSpPr>
        <p:spPr>
          <a:xfrm>
            <a:off x="3586987" y="5428980"/>
            <a:ext cx="1699792" cy="3620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單箭頭接點 85"/>
          <p:cNvCxnSpPr>
            <a:cxnSpLocks/>
            <a:stCxn id="19" idx="3"/>
            <a:endCxn id="40" idx="1"/>
          </p:cNvCxnSpPr>
          <p:nvPr/>
        </p:nvCxnSpPr>
        <p:spPr>
          <a:xfrm>
            <a:off x="3647536" y="6703564"/>
            <a:ext cx="1637714" cy="6059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單箭頭接點 86"/>
          <p:cNvCxnSpPr>
            <a:cxnSpLocks/>
            <a:endCxn id="45" idx="1"/>
          </p:cNvCxnSpPr>
          <p:nvPr/>
        </p:nvCxnSpPr>
        <p:spPr>
          <a:xfrm>
            <a:off x="3627872" y="5443876"/>
            <a:ext cx="1637350" cy="27762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線單箭頭接點 87"/>
          <p:cNvCxnSpPr>
            <a:cxnSpLocks/>
            <a:stCxn id="19" idx="3"/>
            <a:endCxn id="28" idx="1"/>
          </p:cNvCxnSpPr>
          <p:nvPr/>
        </p:nvCxnSpPr>
        <p:spPr>
          <a:xfrm flipV="1">
            <a:off x="3647536" y="4166216"/>
            <a:ext cx="1621944" cy="253734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/>
          <p:cNvCxnSpPr>
            <a:cxnSpLocks/>
            <a:endCxn id="33" idx="1"/>
          </p:cNvCxnSpPr>
          <p:nvPr/>
        </p:nvCxnSpPr>
        <p:spPr>
          <a:xfrm flipV="1">
            <a:off x="3692537" y="5507875"/>
            <a:ext cx="1576944" cy="12106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單箭頭接點 89"/>
          <p:cNvCxnSpPr>
            <a:cxnSpLocks/>
            <a:stCxn id="19" idx="3"/>
            <a:endCxn id="45" idx="1"/>
          </p:cNvCxnSpPr>
          <p:nvPr/>
        </p:nvCxnSpPr>
        <p:spPr>
          <a:xfrm>
            <a:off x="3647536" y="6703564"/>
            <a:ext cx="1617686" cy="15165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/>
          <p:cNvCxnSpPr>
            <a:cxnSpLocks/>
            <a:endCxn id="40" idx="1"/>
          </p:cNvCxnSpPr>
          <p:nvPr/>
        </p:nvCxnSpPr>
        <p:spPr>
          <a:xfrm>
            <a:off x="3617331" y="5449755"/>
            <a:ext cx="1667919" cy="131440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單箭頭接點 91"/>
          <p:cNvCxnSpPr>
            <a:stCxn id="47" idx="3"/>
          </p:cNvCxnSpPr>
          <p:nvPr/>
        </p:nvCxnSpPr>
        <p:spPr>
          <a:xfrm flipV="1">
            <a:off x="9679484" y="4203453"/>
            <a:ext cx="1287944" cy="6308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單箭頭接點 92"/>
          <p:cNvCxnSpPr>
            <a:stCxn id="47" idx="3"/>
          </p:cNvCxnSpPr>
          <p:nvPr/>
        </p:nvCxnSpPr>
        <p:spPr>
          <a:xfrm>
            <a:off x="9679484" y="4834331"/>
            <a:ext cx="1322540" cy="6492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單箭頭接點 93"/>
          <p:cNvCxnSpPr>
            <a:stCxn id="47" idx="3"/>
          </p:cNvCxnSpPr>
          <p:nvPr/>
        </p:nvCxnSpPr>
        <p:spPr>
          <a:xfrm>
            <a:off x="9679484" y="4834331"/>
            <a:ext cx="1303713" cy="19670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/>
          <p:cNvCxnSpPr>
            <a:stCxn id="47" idx="3"/>
          </p:cNvCxnSpPr>
          <p:nvPr/>
        </p:nvCxnSpPr>
        <p:spPr>
          <a:xfrm>
            <a:off x="9679484" y="4834331"/>
            <a:ext cx="1318281" cy="336142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>
            <a:cxnSpLocks/>
          </p:cNvCxnSpPr>
          <p:nvPr/>
        </p:nvCxnSpPr>
        <p:spPr>
          <a:xfrm flipV="1">
            <a:off x="9638448" y="4167877"/>
            <a:ext cx="1307534" cy="334816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單箭頭接點 96"/>
          <p:cNvCxnSpPr>
            <a:cxnSpLocks/>
          </p:cNvCxnSpPr>
          <p:nvPr/>
        </p:nvCxnSpPr>
        <p:spPr>
          <a:xfrm flipV="1">
            <a:off x="9638448" y="5466847"/>
            <a:ext cx="1324832" cy="204919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單箭頭接點 97"/>
          <p:cNvCxnSpPr>
            <a:cxnSpLocks/>
          </p:cNvCxnSpPr>
          <p:nvPr/>
        </p:nvCxnSpPr>
        <p:spPr>
          <a:xfrm>
            <a:off x="9638448" y="7516039"/>
            <a:ext cx="1320573" cy="6630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單箭頭接點 98"/>
          <p:cNvCxnSpPr>
            <a:cxnSpLocks/>
          </p:cNvCxnSpPr>
          <p:nvPr/>
        </p:nvCxnSpPr>
        <p:spPr>
          <a:xfrm flipV="1">
            <a:off x="9638448" y="6765819"/>
            <a:ext cx="1323303" cy="75022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單箭頭接點 100"/>
          <p:cNvCxnSpPr>
            <a:cxnSpLocks/>
          </p:cNvCxnSpPr>
          <p:nvPr/>
        </p:nvCxnSpPr>
        <p:spPr>
          <a:xfrm flipV="1">
            <a:off x="12510093" y="4785170"/>
            <a:ext cx="804509" cy="6816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線單箭頭接點 101"/>
          <p:cNvCxnSpPr>
            <a:endCxn id="50" idx="2"/>
          </p:cNvCxnSpPr>
          <p:nvPr/>
        </p:nvCxnSpPr>
        <p:spPr>
          <a:xfrm>
            <a:off x="12485982" y="6836336"/>
            <a:ext cx="785103" cy="7378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單箭頭接點 103"/>
          <p:cNvCxnSpPr/>
          <p:nvPr/>
        </p:nvCxnSpPr>
        <p:spPr>
          <a:xfrm>
            <a:off x="6754230" y="4189383"/>
            <a:ext cx="753281" cy="6598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單箭頭接點 106"/>
          <p:cNvCxnSpPr/>
          <p:nvPr/>
        </p:nvCxnSpPr>
        <p:spPr>
          <a:xfrm flipV="1">
            <a:off x="6767270" y="7589061"/>
            <a:ext cx="752022" cy="6112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>
            <a:off x="6162503" y="3883353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09" name="矩形 108"/>
          <p:cNvSpPr/>
          <p:nvPr/>
        </p:nvSpPr>
        <p:spPr>
          <a:xfrm>
            <a:off x="6171606" y="787895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0" name="矩形 109"/>
          <p:cNvSpPr/>
          <p:nvPr/>
        </p:nvSpPr>
        <p:spPr>
          <a:xfrm>
            <a:off x="11974755" y="5191569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sp>
        <p:nvSpPr>
          <p:cNvPr id="111" name="矩形 110"/>
          <p:cNvSpPr/>
          <p:nvPr/>
        </p:nvSpPr>
        <p:spPr>
          <a:xfrm>
            <a:off x="11946228" y="6485831"/>
            <a:ext cx="572739" cy="616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0"/>
          </a:p>
        </p:txBody>
      </p:sp>
      <p:cxnSp>
        <p:nvCxnSpPr>
          <p:cNvPr id="113" name="直線接點 112"/>
          <p:cNvCxnSpPr/>
          <p:nvPr/>
        </p:nvCxnSpPr>
        <p:spPr>
          <a:xfrm flipH="1">
            <a:off x="7817943" y="4584483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線接點 115"/>
          <p:cNvCxnSpPr/>
          <p:nvPr/>
        </p:nvCxnSpPr>
        <p:spPr>
          <a:xfrm flipH="1">
            <a:off x="13598040" y="4596023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接點 116"/>
          <p:cNvCxnSpPr/>
          <p:nvPr/>
        </p:nvCxnSpPr>
        <p:spPr>
          <a:xfrm flipH="1">
            <a:off x="7817843" y="7327881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接點 117"/>
          <p:cNvCxnSpPr/>
          <p:nvPr/>
        </p:nvCxnSpPr>
        <p:spPr>
          <a:xfrm flipH="1">
            <a:off x="13554342" y="7359687"/>
            <a:ext cx="667001" cy="490265"/>
          </a:xfrm>
          <a:prstGeom prst="line">
            <a:avLst/>
          </a:prstGeom>
          <a:ln w="5715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字方塊 82"/>
          <p:cNvSpPr txBox="1"/>
          <p:nvPr/>
        </p:nvSpPr>
        <p:spPr>
          <a:xfrm>
            <a:off x="3228975" y="9399138"/>
            <a:ext cx="12372508" cy="64633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sz="3600" dirty="0"/>
              <a:t>Different thin and linear network for different examples</a:t>
            </a:r>
            <a:endParaRPr lang="zh-TW" altLang="en-US" sz="3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2" dur="indefinite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3" dur="indefinite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5" dur="indefinite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6" dur="indefinite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bldLvl="0" animBg="1"/>
      <p:bldP spid="6" grpId="0" bldLvl="0" animBg="1"/>
      <p:bldP spid="8" grpId="0" bldLvl="0" animBg="1"/>
      <p:bldP spid="9" grpId="0" bldLvl="0" animBg="1"/>
      <p:bldP spid="83" grpId="0" bldLvl="0" animBg="1"/>
      <p:bldP spid="10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kwYzUxNzkwY2E3N2U1OThkZGUzYTRjZDY0NTk2MDE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>
            <a:fillRect/>
          </a:stretch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6dd4d27a79178d964495491d99d85ab0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5371f2543c27c65efb9018a9acd511a8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/>
</ds:datastoreItem>
</file>

<file path=customXml/itemProps2.xml><?xml version="1.0" encoding="utf-8"?>
<ds:datastoreItem xmlns:ds="http://schemas.openxmlformats.org/officeDocument/2006/customXml" ds:itemID="{3C6A4EEA-2556-441D-B20B-0657893061DE}">
  <ds:schemaRefs/>
</ds:datastoreItem>
</file>

<file path=customXml/itemProps3.xml><?xml version="1.0" encoding="utf-8"?>
<ds:datastoreItem xmlns:ds="http://schemas.openxmlformats.org/officeDocument/2006/customXml" ds:itemID="{9636FAAA-BCD0-4737-B7BF-714C4CFDEB5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431</Words>
  <Application>Microsoft Macintosh PowerPoint</Application>
  <PresentationFormat>Custom</PresentationFormat>
  <Paragraphs>207</Paragraphs>
  <Slides>11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等线</vt:lpstr>
      <vt:lpstr>Arial</vt:lpstr>
      <vt:lpstr>Cambria Math</vt:lpstr>
      <vt:lpstr>Wingdings 2</vt:lpstr>
      <vt:lpstr>Breeze</vt:lpstr>
      <vt:lpstr>方程式</vt:lpstr>
      <vt:lpstr> ReLU</vt:lpstr>
      <vt:lpstr>ReLU</vt:lpstr>
      <vt:lpstr>ReLU</vt:lpstr>
      <vt:lpstr>ReLU</vt:lpstr>
      <vt:lpstr>ReLU - variant</vt:lpstr>
      <vt:lpstr>Maxout </vt:lpstr>
      <vt:lpstr>Maxout </vt:lpstr>
      <vt:lpstr>Maxout </vt:lpstr>
      <vt:lpstr>Maxout </vt:lpstr>
      <vt:lpstr>Maxout - Training</vt:lpstr>
      <vt:lpstr>Maxout - Training</vt:lpstr>
    </vt:vector>
  </TitlesOfParts>
  <Company>Illinois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creator>Sandra Laporte</dc:creator>
  <cp:lastModifiedBy>Tom Yan</cp:lastModifiedBy>
  <cp:revision>19</cp:revision>
  <dcterms:created xsi:type="dcterms:W3CDTF">2019-02-13T16:04:00Z</dcterms:created>
  <dcterms:modified xsi:type="dcterms:W3CDTF">2024-04-01T20:21:27Z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ediaServiceImageTags">
    <vt:lpwstr/>
  </property>
  <property fmtid="{D5CDD505-2E9C-101B-9397-08002B2CF9AE}" pid="4" name="ICV">
    <vt:lpwstr>2FDE17E7A9D6443A9C0CF1913E2AA2B7_12</vt:lpwstr>
  </property>
  <property fmtid="{D5CDD505-2E9C-101B-9397-08002B2CF9AE}" pid="5" name="KSOProductBuildVer">
    <vt:lpwstr>2052-12.1.0.16364</vt:lpwstr>
  </property>
</Properties>
</file>