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93" r:id="rId2"/>
    <p:sldId id="304" r:id="rId3"/>
    <p:sldId id="305" r:id="rId4"/>
    <p:sldId id="306" r:id="rId5"/>
    <p:sldId id="307" r:id="rId6"/>
    <p:sldId id="308" r:id="rId7"/>
    <p:sldId id="309" r:id="rId8"/>
    <p:sldId id="317" r:id="rId9"/>
    <p:sldId id="318" r:id="rId10"/>
    <p:sldId id="319" r:id="rId11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7">
          <p15:clr>
            <a:srgbClr val="A4A3A4"/>
          </p15:clr>
        </p15:guide>
        <p15:guide id="2" pos="58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>
      <p:cViewPr varScale="1">
        <p:scale>
          <a:sx n="75" d="100"/>
          <a:sy n="75" d="100"/>
        </p:scale>
        <p:origin x="624" y="160"/>
      </p:cViewPr>
      <p:guideLst>
        <p:guide orient="horz" pos="3287"/>
        <p:guide pos="5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1633A-A357-4647-96F8-3609E572E7C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5.png"/><Relationship Id="rId18" Type="http://schemas.openxmlformats.org/officeDocument/2006/relationships/image" Target="../media/image7.png"/><Relationship Id="rId3" Type="http://schemas.openxmlformats.org/officeDocument/2006/relationships/image" Target="../media/image36.png"/><Relationship Id="rId21" Type="http://schemas.openxmlformats.org/officeDocument/2006/relationships/image" Target="../media/image49.png"/><Relationship Id="rId7" Type="http://schemas.openxmlformats.org/officeDocument/2006/relationships/image" Target="../media/image15.png"/><Relationship Id="rId12" Type="http://schemas.openxmlformats.org/officeDocument/2006/relationships/image" Target="../media/image44.pn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8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18.png"/><Relationship Id="rId5" Type="http://schemas.openxmlformats.org/officeDocument/2006/relationships/image" Target="../media/image28.png"/><Relationship Id="rId15" Type="http://schemas.openxmlformats.org/officeDocument/2006/relationships/image" Target="../media/image47.png"/><Relationship Id="rId10" Type="http://schemas.openxmlformats.org/officeDocument/2006/relationships/image" Target="../media/image39.png"/><Relationship Id="rId19" Type="http://schemas.openxmlformats.org/officeDocument/2006/relationships/image" Target="../media/image8.png"/><Relationship Id="rId4" Type="http://schemas.openxmlformats.org/officeDocument/2006/relationships/image" Target="../media/image29.png"/><Relationship Id="rId9" Type="http://schemas.openxmlformats.org/officeDocument/2006/relationships/image" Target="../media/image17.png"/><Relationship Id="rId14" Type="http://schemas.openxmlformats.org/officeDocument/2006/relationships/image" Target="../media/image46.png"/><Relationship Id="rId22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9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29.png"/><Relationship Id="rId21" Type="http://schemas.openxmlformats.org/officeDocument/2006/relationships/image" Target="../media/image55.png"/><Relationship Id="rId7" Type="http://schemas.openxmlformats.org/officeDocument/2006/relationships/image" Target="../media/image51.png"/><Relationship Id="rId12" Type="http://schemas.openxmlformats.org/officeDocument/2006/relationships/image" Target="../media/image18.png"/><Relationship Id="rId17" Type="http://schemas.openxmlformats.org/officeDocument/2006/relationships/image" Target="../media/image9.png"/><Relationship Id="rId25" Type="http://schemas.openxmlformats.org/officeDocument/2006/relationships/image" Target="../media/image59.png"/><Relationship Id="rId2" Type="http://schemas.openxmlformats.org/officeDocument/2006/relationships/image" Target="../media/image36.png"/><Relationship Id="rId16" Type="http://schemas.openxmlformats.org/officeDocument/2006/relationships/image" Target="../media/image8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39.png"/><Relationship Id="rId24" Type="http://schemas.openxmlformats.org/officeDocument/2006/relationships/image" Target="../media/image58.png"/><Relationship Id="rId5" Type="http://schemas.openxmlformats.org/officeDocument/2006/relationships/image" Target="../media/image37.png"/><Relationship Id="rId15" Type="http://schemas.openxmlformats.org/officeDocument/2006/relationships/image" Target="../media/image7.png"/><Relationship Id="rId23" Type="http://schemas.openxmlformats.org/officeDocument/2006/relationships/image" Target="../media/image57.png"/><Relationship Id="rId10" Type="http://schemas.openxmlformats.org/officeDocument/2006/relationships/image" Target="../media/image50.png"/><Relationship Id="rId19" Type="http://schemas.openxmlformats.org/officeDocument/2006/relationships/image" Target="../media/image53.png"/><Relationship Id="rId4" Type="http://schemas.openxmlformats.org/officeDocument/2006/relationships/image" Target="../media/image28.png"/><Relationship Id="rId9" Type="http://schemas.openxmlformats.org/officeDocument/2006/relationships/image" Target="../media/image17.png"/><Relationship Id="rId14" Type="http://schemas.openxmlformats.org/officeDocument/2006/relationships/image" Target="../media/image6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18.png"/><Relationship Id="rId18" Type="http://schemas.openxmlformats.org/officeDocument/2006/relationships/image" Target="../media/image65.png"/><Relationship Id="rId3" Type="http://schemas.openxmlformats.org/officeDocument/2006/relationships/image" Target="../media/image36.png"/><Relationship Id="rId21" Type="http://schemas.openxmlformats.org/officeDocument/2006/relationships/image" Target="../media/image22.png"/><Relationship Id="rId7" Type="http://schemas.openxmlformats.org/officeDocument/2006/relationships/image" Target="../media/image15.png"/><Relationship Id="rId12" Type="http://schemas.openxmlformats.org/officeDocument/2006/relationships/image" Target="../media/image3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3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0.png"/><Relationship Id="rId5" Type="http://schemas.openxmlformats.org/officeDocument/2006/relationships/image" Target="../media/image28.png"/><Relationship Id="rId15" Type="http://schemas.openxmlformats.org/officeDocument/2006/relationships/image" Target="../media/image62.png"/><Relationship Id="rId23" Type="http://schemas.openxmlformats.org/officeDocument/2006/relationships/image" Target="../media/image24.png"/><Relationship Id="rId10" Type="http://schemas.openxmlformats.org/officeDocument/2006/relationships/image" Target="../media/image17.png"/><Relationship Id="rId19" Type="http://schemas.openxmlformats.org/officeDocument/2006/relationships/image" Target="../media/image66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Relationship Id="rId14" Type="http://schemas.openxmlformats.org/officeDocument/2006/relationships/image" Target="../media/image49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74.png"/><Relationship Id="rId39" Type="http://schemas.openxmlformats.org/officeDocument/2006/relationships/image" Target="../media/image85.png"/><Relationship Id="rId21" Type="http://schemas.openxmlformats.org/officeDocument/2006/relationships/image" Target="../media/image69.png"/><Relationship Id="rId34" Type="http://schemas.openxmlformats.org/officeDocument/2006/relationships/image" Target="../media/image82.png"/><Relationship Id="rId42" Type="http://schemas.openxmlformats.org/officeDocument/2006/relationships/image" Target="../media/image88.png"/><Relationship Id="rId47" Type="http://schemas.openxmlformats.org/officeDocument/2006/relationships/image" Target="../media/image93.png"/><Relationship Id="rId50" Type="http://schemas.openxmlformats.org/officeDocument/2006/relationships/image" Target="../media/image96.png"/><Relationship Id="rId55" Type="http://schemas.openxmlformats.org/officeDocument/2006/relationships/image" Target="../media/image6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9" Type="http://schemas.openxmlformats.org/officeDocument/2006/relationships/image" Target="../media/image77.png"/><Relationship Id="rId11" Type="http://schemas.openxmlformats.org/officeDocument/2006/relationships/image" Target="../media/image50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37" Type="http://schemas.openxmlformats.org/officeDocument/2006/relationships/image" Target="../media/image84.png"/><Relationship Id="rId40" Type="http://schemas.openxmlformats.org/officeDocument/2006/relationships/image" Target="../media/image86.png"/><Relationship Id="rId45" Type="http://schemas.openxmlformats.org/officeDocument/2006/relationships/image" Target="../media/image91.png"/><Relationship Id="rId53" Type="http://schemas.openxmlformats.org/officeDocument/2006/relationships/image" Target="../media/image63.png"/><Relationship Id="rId5" Type="http://schemas.openxmlformats.org/officeDocument/2006/relationships/image" Target="../media/image28.png"/><Relationship Id="rId10" Type="http://schemas.openxmlformats.org/officeDocument/2006/relationships/image" Target="../media/image17.png"/><Relationship Id="rId19" Type="http://schemas.openxmlformats.org/officeDocument/2006/relationships/image" Target="../media/image24.png"/><Relationship Id="rId31" Type="http://schemas.openxmlformats.org/officeDocument/2006/relationships/image" Target="../media/image79.png"/><Relationship Id="rId44" Type="http://schemas.openxmlformats.org/officeDocument/2006/relationships/image" Target="../media/image90.png"/><Relationship Id="rId52" Type="http://schemas.openxmlformats.org/officeDocument/2006/relationships/image" Target="../media/image62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Relationship Id="rId14" Type="http://schemas.openxmlformats.org/officeDocument/2006/relationships/image" Target="../media/image49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35" Type="http://schemas.openxmlformats.org/officeDocument/2006/relationships/image" Target="../media/image32.png"/><Relationship Id="rId43" Type="http://schemas.openxmlformats.org/officeDocument/2006/relationships/image" Target="../media/image89.png"/><Relationship Id="rId48" Type="http://schemas.openxmlformats.org/officeDocument/2006/relationships/image" Target="../media/image94.png"/><Relationship Id="rId8" Type="http://schemas.openxmlformats.org/officeDocument/2006/relationships/image" Target="../media/image51.png"/><Relationship Id="rId51" Type="http://schemas.openxmlformats.org/officeDocument/2006/relationships/image" Target="../media/image97.png"/><Relationship Id="rId3" Type="http://schemas.openxmlformats.org/officeDocument/2006/relationships/image" Target="../media/image36.png"/><Relationship Id="rId12" Type="http://schemas.openxmlformats.org/officeDocument/2006/relationships/image" Target="../media/image39.png"/><Relationship Id="rId17" Type="http://schemas.openxmlformats.org/officeDocument/2006/relationships/image" Target="../media/image22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image" Target="../media/image35.png"/><Relationship Id="rId46" Type="http://schemas.openxmlformats.org/officeDocument/2006/relationships/image" Target="../media/image92.png"/><Relationship Id="rId20" Type="http://schemas.openxmlformats.org/officeDocument/2006/relationships/image" Target="../media/image68.png"/><Relationship Id="rId41" Type="http://schemas.openxmlformats.org/officeDocument/2006/relationships/image" Target="../media/image87.png"/><Relationship Id="rId54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5" Type="http://schemas.openxmlformats.org/officeDocument/2006/relationships/image" Target="../media/image66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36" Type="http://schemas.openxmlformats.org/officeDocument/2006/relationships/image" Target="../media/image83.png"/><Relationship Id="rId49" Type="http://schemas.openxmlformats.org/officeDocument/2006/relationships/image" Target="../media/image9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26" Type="http://schemas.openxmlformats.org/officeDocument/2006/relationships/image" Target="../media/image105.png"/><Relationship Id="rId39" Type="http://schemas.openxmlformats.org/officeDocument/2006/relationships/image" Target="../media/image110.png"/><Relationship Id="rId21" Type="http://schemas.openxmlformats.org/officeDocument/2006/relationships/image" Target="../media/image100.png"/><Relationship Id="rId34" Type="http://schemas.openxmlformats.org/officeDocument/2006/relationships/image" Target="../media/image39.png"/><Relationship Id="rId42" Type="http://schemas.openxmlformats.org/officeDocument/2006/relationships/image" Target="../media/image33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4.png"/><Relationship Id="rId20" Type="http://schemas.openxmlformats.org/officeDocument/2006/relationships/image" Target="../media/image99.png"/><Relationship Id="rId29" Type="http://schemas.openxmlformats.org/officeDocument/2006/relationships/image" Target="../media/image108.png"/><Relationship Id="rId41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89.png"/><Relationship Id="rId24" Type="http://schemas.openxmlformats.org/officeDocument/2006/relationships/image" Target="../media/image103.png"/><Relationship Id="rId32" Type="http://schemas.openxmlformats.org/officeDocument/2006/relationships/image" Target="../media/image36.png"/><Relationship Id="rId37" Type="http://schemas.openxmlformats.org/officeDocument/2006/relationships/image" Target="../media/image11.png"/><Relationship Id="rId40" Type="http://schemas.openxmlformats.org/officeDocument/2006/relationships/image" Target="../media/image111.png"/><Relationship Id="rId5" Type="http://schemas.openxmlformats.org/officeDocument/2006/relationships/image" Target="../media/image84.png"/><Relationship Id="rId15" Type="http://schemas.openxmlformats.org/officeDocument/2006/relationships/image" Target="../media/image93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36" Type="http://schemas.openxmlformats.org/officeDocument/2006/relationships/image" Target="../media/image61.png"/><Relationship Id="rId10" Type="http://schemas.openxmlformats.org/officeDocument/2006/relationships/image" Target="../media/image88.png"/><Relationship Id="rId19" Type="http://schemas.openxmlformats.org/officeDocument/2006/relationships/image" Target="../media/image98.png"/><Relationship Id="rId31" Type="http://schemas.openxmlformats.org/officeDocument/2006/relationships/image" Target="../media/image97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37.png"/><Relationship Id="rId43" Type="http://schemas.openxmlformats.org/officeDocument/2006/relationships/image" Target="../media/image34.png"/><Relationship Id="rId8" Type="http://schemas.openxmlformats.org/officeDocument/2006/relationships/image" Target="../media/image86.png"/><Relationship Id="rId3" Type="http://schemas.openxmlformats.org/officeDocument/2006/relationships/image" Target="../media/image32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5" Type="http://schemas.openxmlformats.org/officeDocument/2006/relationships/image" Target="../media/image104.png"/><Relationship Id="rId33" Type="http://schemas.openxmlformats.org/officeDocument/2006/relationships/image" Target="../media/image38.png"/><Relationship Id="rId38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1.png"/><Relationship Id="rId3" Type="http://schemas.openxmlformats.org/officeDocument/2006/relationships/image" Target="../media/image55.png"/><Relationship Id="rId7" Type="http://schemas.openxmlformats.org/officeDocument/2006/relationships/image" Target="../media/image116.pn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19.png"/><Relationship Id="rId5" Type="http://schemas.openxmlformats.org/officeDocument/2006/relationships/image" Target="../media/image114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113.png"/><Relationship Id="rId9" Type="http://schemas.openxmlformats.org/officeDocument/2006/relationships/image" Target="../media/image80.png"/><Relationship Id="rId14" Type="http://schemas.openxmlformats.org/officeDocument/2006/relationships/image" Target="../media/image1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3" Type="http://schemas.openxmlformats.org/officeDocument/2006/relationships/image" Target="../media/image125.png"/><Relationship Id="rId21" Type="http://schemas.openxmlformats.org/officeDocument/2006/relationships/image" Target="../media/image143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5" Type="http://schemas.openxmlformats.org/officeDocument/2006/relationships/image" Target="../media/image147.png"/><Relationship Id="rId2" Type="http://schemas.openxmlformats.org/officeDocument/2006/relationships/image" Target="../media/image124.png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24" Type="http://schemas.openxmlformats.org/officeDocument/2006/relationships/image" Target="../media/image146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23" Type="http://schemas.openxmlformats.org/officeDocument/2006/relationships/image" Target="../media/image145.png"/><Relationship Id="rId10" Type="http://schemas.openxmlformats.org/officeDocument/2006/relationships/image" Target="../media/image132.png"/><Relationship Id="rId19" Type="http://schemas.openxmlformats.org/officeDocument/2006/relationships/image" Target="../media/image141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Relationship Id="rId22" Type="http://schemas.openxmlformats.org/officeDocument/2006/relationships/image" Target="../media/image1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26" Type="http://schemas.openxmlformats.org/officeDocument/2006/relationships/image" Target="../media/image147.png"/><Relationship Id="rId3" Type="http://schemas.openxmlformats.org/officeDocument/2006/relationships/image" Target="../media/image148.png"/><Relationship Id="rId21" Type="http://schemas.openxmlformats.org/officeDocument/2006/relationships/image" Target="../media/image141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5" Type="http://schemas.openxmlformats.org/officeDocument/2006/relationships/image" Target="../media/image146.png"/><Relationship Id="rId2" Type="http://schemas.openxmlformats.org/officeDocument/2006/relationships/image" Target="../media/image144.png"/><Relationship Id="rId16" Type="http://schemas.openxmlformats.org/officeDocument/2006/relationships/image" Target="../media/image136.png"/><Relationship Id="rId20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24" Type="http://schemas.openxmlformats.org/officeDocument/2006/relationships/image" Target="../media/image145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23" Type="http://schemas.openxmlformats.org/officeDocument/2006/relationships/image" Target="../media/image143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Relationship Id="rId22" Type="http://schemas.openxmlformats.org/officeDocument/2006/relationships/image" Target="../media/image1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26" Type="http://schemas.openxmlformats.org/officeDocument/2006/relationships/image" Target="../media/image145.png"/><Relationship Id="rId3" Type="http://schemas.openxmlformats.org/officeDocument/2006/relationships/image" Target="../media/image148.png"/><Relationship Id="rId21" Type="http://schemas.openxmlformats.org/officeDocument/2006/relationships/image" Target="../media/image139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43.png"/><Relationship Id="rId2" Type="http://schemas.openxmlformats.org/officeDocument/2006/relationships/image" Target="../media/image144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image" Target="../media/image142.png"/><Relationship Id="rId5" Type="http://schemas.openxmlformats.org/officeDocument/2006/relationships/image" Target="../media/image150.png"/><Relationship Id="rId15" Type="http://schemas.openxmlformats.org/officeDocument/2006/relationships/image" Target="../media/image133.png"/><Relationship Id="rId23" Type="http://schemas.openxmlformats.org/officeDocument/2006/relationships/image" Target="../media/image141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149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Self-Attention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Matrix Calculation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>
                <a:sym typeface="+mn-ea"/>
              </a:rPr>
              <a:t>Multi-head Self-attention</a:t>
            </a:r>
            <a:endParaRPr lang="en-US"/>
          </a:p>
          <a:p>
            <a:pPr fontAlgn="auto"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線單箭頭接點 108"/>
          <p:cNvCxnSpPr/>
          <p:nvPr/>
        </p:nvCxnSpPr>
        <p:spPr>
          <a:xfrm flipH="1" flipV="1">
            <a:off x="7244502" y="4196309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stCxn id="79" idx="0"/>
            <a:endCxn id="8" idx="2"/>
          </p:cNvCxnSpPr>
          <p:nvPr/>
        </p:nvCxnSpPr>
        <p:spPr>
          <a:xfrm flipH="1" flipV="1">
            <a:off x="3700145" y="4046220"/>
            <a:ext cx="3139440" cy="16941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群組 71"/>
          <p:cNvGrpSpPr/>
          <p:nvPr/>
        </p:nvGrpSpPr>
        <p:grpSpPr>
          <a:xfrm>
            <a:off x="2888879" y="5693795"/>
            <a:ext cx="2759052" cy="1579235"/>
            <a:chOff x="401919" y="3795863"/>
            <a:chExt cx="1839368" cy="1052823"/>
          </a:xfrm>
        </p:grpSpPr>
        <p:sp>
          <p:nvSpPr>
            <p:cNvPr id="25" name="矩形 24"/>
            <p:cNvSpPr/>
            <p:nvPr/>
          </p:nvSpPr>
          <p:spPr>
            <a:xfrm>
              <a:off x="1717885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/>
                <p:cNvSpPr txBox="1"/>
                <p:nvPr/>
              </p:nvSpPr>
              <p:spPr>
                <a:xfrm>
                  <a:off x="1526126" y="3833406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8" name="文字方塊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126" y="3833406"/>
                  <a:ext cx="715161" cy="43095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矩形 31"/>
            <p:cNvSpPr/>
            <p:nvPr/>
          </p:nvSpPr>
          <p:spPr>
            <a:xfrm>
              <a:off x="1145507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022" y="3843680"/>
                  <a:ext cx="715161" cy="43095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 33"/>
            <p:cNvSpPr/>
            <p:nvPr/>
          </p:nvSpPr>
          <p:spPr>
            <a:xfrm>
              <a:off x="583404" y="3795863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/>
                <p:cNvSpPr txBox="1"/>
                <p:nvPr/>
              </p:nvSpPr>
              <p:spPr>
                <a:xfrm>
                  <a:off x="401919" y="3843680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5" name="文字方塊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19" y="3843680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線單箭頭接點 67"/>
            <p:cNvCxnSpPr/>
            <p:nvPr/>
          </p:nvCxnSpPr>
          <p:spPr>
            <a:xfrm flipV="1">
              <a:off x="1298095" y="4339810"/>
              <a:ext cx="0" cy="508876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單箭頭接點 68"/>
            <p:cNvCxnSpPr/>
            <p:nvPr/>
          </p:nvCxnSpPr>
          <p:spPr>
            <a:xfrm>
              <a:off x="716018" y="4619649"/>
              <a:ext cx="1145867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單箭頭接點 69"/>
            <p:cNvCxnSpPr/>
            <p:nvPr/>
          </p:nvCxnSpPr>
          <p:spPr>
            <a:xfrm flipV="1">
              <a:off x="716018" y="433780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/>
            <p:cNvCxnSpPr/>
            <p:nvPr/>
          </p:nvCxnSpPr>
          <p:spPr>
            <a:xfrm flipV="1">
              <a:off x="1861885" y="4337800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矩形 73"/>
          <p:cNvSpPr/>
          <p:nvPr/>
        </p:nvSpPr>
        <p:spPr>
          <a:xfrm>
            <a:off x="8277146" y="566840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53" t="-29" r="15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 75"/>
          <p:cNvSpPr/>
          <p:nvPr/>
        </p:nvSpPr>
        <p:spPr>
          <a:xfrm>
            <a:off x="7418579" y="566840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6" t="-56" r="27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6575424" y="5668400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cxnSp>
        <p:nvCxnSpPr>
          <p:cNvPr id="80" name="直線單箭頭接點 79"/>
          <p:cNvCxnSpPr/>
          <p:nvPr/>
        </p:nvCxnSpPr>
        <p:spPr>
          <a:xfrm flipV="1">
            <a:off x="7647461" y="6484320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>
            <a:off x="7617797" y="6904079"/>
            <a:ext cx="87534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V="1">
            <a:off x="6774345" y="648130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V="1">
            <a:off x="8493146" y="648130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11643320" y="5684291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57" t="-32" r="19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矩形 86"/>
          <p:cNvSpPr/>
          <p:nvPr/>
        </p:nvSpPr>
        <p:spPr>
          <a:xfrm>
            <a:off x="10784753" y="568429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/>
              <p:cNvSpPr txBox="1"/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8" name="文字方塊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9" t="-58" r="30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線單箭頭接點 90"/>
          <p:cNvCxnSpPr/>
          <p:nvPr/>
        </p:nvCxnSpPr>
        <p:spPr>
          <a:xfrm flipV="1">
            <a:off x="11013635" y="6500211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>
            <a:off x="11013635" y="6919970"/>
            <a:ext cx="845685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flipV="1">
            <a:off x="11859320" y="6497196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15022376" y="570467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blipFill rotWithShape="1">
                <a:blip r:embed="rId10"/>
                <a:stretch>
                  <a:fillRect l="-18" t="-41" r="40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矩形 97"/>
          <p:cNvSpPr/>
          <p:nvPr/>
        </p:nvSpPr>
        <p:spPr>
          <a:xfrm>
            <a:off x="14163809" y="570467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blipFill rotWithShape="1">
                <a:blip r:embed="rId11"/>
                <a:stretch>
                  <a:fillRect l="-30" t="-68" r="5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單箭頭接點 101"/>
          <p:cNvCxnSpPr/>
          <p:nvPr/>
        </p:nvCxnSpPr>
        <p:spPr>
          <a:xfrm flipV="1">
            <a:off x="14392691" y="6520593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/>
          <p:nvPr/>
        </p:nvCxnSpPr>
        <p:spPr>
          <a:xfrm>
            <a:off x="14392691" y="6940352"/>
            <a:ext cx="845685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 flipV="1">
            <a:off x="15238376" y="6517578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3700017" y="39115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橢圓 107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橢圓 110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橢圓 113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5" name="直線單箭頭接點 114"/>
          <p:cNvCxnSpPr>
            <a:stCxn id="78" idx="0"/>
            <a:endCxn id="114" idx="4"/>
          </p:cNvCxnSpPr>
          <p:nvPr/>
        </p:nvCxnSpPr>
        <p:spPr>
          <a:xfrm flipV="1">
            <a:off x="6791424" y="4245632"/>
            <a:ext cx="7174662" cy="1422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78" idx="0"/>
            <a:endCxn id="111" idx="4"/>
          </p:cNvCxnSpPr>
          <p:nvPr/>
        </p:nvCxnSpPr>
        <p:spPr>
          <a:xfrm flipV="1">
            <a:off x="6791424" y="4207530"/>
            <a:ext cx="3798222" cy="14608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78" idx="0"/>
            <a:endCxn id="108" idx="4"/>
          </p:cNvCxnSpPr>
          <p:nvPr/>
        </p:nvCxnSpPr>
        <p:spPr>
          <a:xfrm flipV="1">
            <a:off x="6791424" y="4194243"/>
            <a:ext cx="490109" cy="14741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endCxn id="8" idx="4"/>
          </p:cNvCxnSpPr>
          <p:nvPr/>
        </p:nvCxnSpPr>
        <p:spPr>
          <a:xfrm flipH="1" flipV="1">
            <a:off x="3835017" y="4181543"/>
            <a:ext cx="372975" cy="13838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3585891" y="3283851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891" y="3283851"/>
                <a:ext cx="800100" cy="556260"/>
              </a:xfrm>
              <a:prstGeom prst="rect">
                <a:avLst/>
              </a:prstGeom>
              <a:blipFill rotWithShape="1">
                <a:blip r:embed="rId12"/>
                <a:stretch>
                  <a:fillRect l="-6" t="-48" r="-9042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/>
              <p:cNvSpPr txBox="1"/>
              <p:nvPr/>
            </p:nvSpPr>
            <p:spPr>
              <a:xfrm>
                <a:off x="6994788" y="3283851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4" name="文字方塊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788" y="3283851"/>
                <a:ext cx="800100" cy="556260"/>
              </a:xfrm>
              <a:prstGeom prst="rect">
                <a:avLst/>
              </a:prstGeom>
              <a:blipFill rotWithShape="1">
                <a:blip r:embed="rId13"/>
                <a:stretch>
                  <a:fillRect l="-33" t="-48" r="-9015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/>
              <p:cNvSpPr txBox="1"/>
              <p:nvPr/>
            </p:nvSpPr>
            <p:spPr>
              <a:xfrm>
                <a:off x="10221585" y="3283851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8" name="文字方塊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585" y="3283851"/>
                <a:ext cx="800100" cy="556260"/>
              </a:xfrm>
              <a:prstGeom prst="rect">
                <a:avLst/>
              </a:prstGeom>
              <a:blipFill rotWithShape="1">
                <a:blip r:embed="rId14"/>
                <a:stretch>
                  <a:fillRect l="-78" t="-48" r="-8970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字方塊 138"/>
              <p:cNvSpPr txBox="1"/>
              <p:nvPr/>
            </p:nvSpPr>
            <p:spPr>
              <a:xfrm>
                <a:off x="13755383" y="3308186"/>
                <a:ext cx="80010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9" name="文字方塊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383" y="3308186"/>
                <a:ext cx="800100" cy="556260"/>
              </a:xfrm>
              <a:prstGeom prst="rect">
                <a:avLst/>
              </a:prstGeom>
              <a:blipFill rotWithShape="1">
                <a:blip r:embed="rId15"/>
                <a:stretch>
                  <a:fillRect l="-2" t="-85" r="-9046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/>
          <p:cNvGrpSpPr/>
          <p:nvPr/>
        </p:nvGrpSpPr>
        <p:grpSpPr>
          <a:xfrm>
            <a:off x="7124867" y="1915944"/>
            <a:ext cx="1072742" cy="908720"/>
            <a:chOff x="635402" y="1337615"/>
            <a:chExt cx="715161" cy="605813"/>
          </a:xfrm>
        </p:grpSpPr>
        <p:sp>
          <p:nvSpPr>
            <p:cNvPr id="116" name="矩形 115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字方塊 116"/>
                <p:cNvSpPr txBox="1"/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17" name="文字方塊 1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線單箭頭接點 117"/>
          <p:cNvCxnSpPr>
            <a:endCxn id="11" idx="2"/>
          </p:cNvCxnSpPr>
          <p:nvPr/>
        </p:nvCxnSpPr>
        <p:spPr>
          <a:xfrm flipH="1" flipV="1">
            <a:off x="5077245" y="4316186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/>
          <p:cNvGrpSpPr/>
          <p:nvPr/>
        </p:nvGrpSpPr>
        <p:grpSpPr>
          <a:xfrm>
            <a:off x="4853457" y="3851166"/>
            <a:ext cx="447575" cy="465020"/>
            <a:chOff x="-105878" y="1740168"/>
            <a:chExt cx="461666" cy="461665"/>
          </a:xfrm>
        </p:grpSpPr>
        <p:sp>
          <p:nvSpPr>
            <p:cNvPr id="11" name="矩形 10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4" name="群組 23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3" name="直線接點 22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接點 118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2" name="直線單箭頭接點 121"/>
          <p:cNvCxnSpPr>
            <a:endCxn id="129" idx="2"/>
          </p:cNvCxnSpPr>
          <p:nvPr/>
        </p:nvCxnSpPr>
        <p:spPr>
          <a:xfrm flipH="1" flipV="1">
            <a:off x="8471114" y="4327553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群組 127"/>
          <p:cNvGrpSpPr/>
          <p:nvPr/>
        </p:nvGrpSpPr>
        <p:grpSpPr>
          <a:xfrm>
            <a:off x="8247326" y="3862533"/>
            <a:ext cx="447575" cy="465020"/>
            <a:chOff x="-105878" y="1740168"/>
            <a:chExt cx="461666" cy="461665"/>
          </a:xfrm>
        </p:grpSpPr>
        <p:sp>
          <p:nvSpPr>
            <p:cNvPr id="129" name="矩形 128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33" name="群組 132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35" name="直線接點 134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接點 135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7" name="直線單箭頭接點 136"/>
          <p:cNvCxnSpPr>
            <a:endCxn id="146" idx="2"/>
          </p:cNvCxnSpPr>
          <p:nvPr/>
        </p:nvCxnSpPr>
        <p:spPr>
          <a:xfrm flipH="1" flipV="1">
            <a:off x="11863248" y="4351538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群組 144"/>
          <p:cNvGrpSpPr/>
          <p:nvPr/>
        </p:nvGrpSpPr>
        <p:grpSpPr>
          <a:xfrm>
            <a:off x="11639460" y="3886518"/>
            <a:ext cx="447575" cy="465020"/>
            <a:chOff x="-105878" y="1740168"/>
            <a:chExt cx="461666" cy="461665"/>
          </a:xfrm>
        </p:grpSpPr>
        <p:sp>
          <p:nvSpPr>
            <p:cNvPr id="146" name="矩形 145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47" name="群組 146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48" name="直線接點 147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接點 148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50" name="直線單箭頭接點 149"/>
          <p:cNvCxnSpPr>
            <a:endCxn id="152" idx="2"/>
          </p:cNvCxnSpPr>
          <p:nvPr/>
        </p:nvCxnSpPr>
        <p:spPr>
          <a:xfrm flipH="1" flipV="1">
            <a:off x="15208398" y="4376562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群組 150"/>
          <p:cNvGrpSpPr/>
          <p:nvPr/>
        </p:nvGrpSpPr>
        <p:grpSpPr>
          <a:xfrm>
            <a:off x="14984610" y="3911543"/>
            <a:ext cx="447575" cy="465020"/>
            <a:chOff x="-105878" y="1740168"/>
            <a:chExt cx="461666" cy="461665"/>
          </a:xfrm>
        </p:grpSpPr>
        <p:sp>
          <p:nvSpPr>
            <p:cNvPr id="152" name="矩形 151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53" name="群組 152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54" name="直線接點 153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線接點 154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56" name="直線單箭頭接點 155"/>
          <p:cNvCxnSpPr/>
          <p:nvPr/>
        </p:nvCxnSpPr>
        <p:spPr>
          <a:xfrm flipV="1">
            <a:off x="5090495" y="2402793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8470956" y="2397407"/>
            <a:ext cx="0" cy="1480823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 flipH="1" flipV="1">
            <a:off x="11859761" y="2317422"/>
            <a:ext cx="0" cy="1554545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 flipH="1" flipV="1">
            <a:off x="15206366" y="2347418"/>
            <a:ext cx="0" cy="1580804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>
            <a:endCxn id="11" idx="1"/>
          </p:cNvCxnSpPr>
          <p:nvPr/>
        </p:nvCxnSpPr>
        <p:spPr>
          <a:xfrm>
            <a:off x="4018502" y="406453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7459037" y="4092045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61"/>
          <p:cNvCxnSpPr/>
          <p:nvPr/>
        </p:nvCxnSpPr>
        <p:spPr>
          <a:xfrm>
            <a:off x="10804505" y="4119027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162"/>
          <p:cNvCxnSpPr/>
          <p:nvPr/>
        </p:nvCxnSpPr>
        <p:spPr>
          <a:xfrm>
            <a:off x="14111508" y="414405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/>
          <p:nvPr/>
        </p:nvCxnSpPr>
        <p:spPr>
          <a:xfrm flipH="1">
            <a:off x="7989509" y="2347418"/>
            <a:ext cx="721685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>
            <a:off x="5077509" y="2347418"/>
            <a:ext cx="207623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6404108" y="5513805"/>
            <a:ext cx="772769" cy="1157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b="1"/>
          </a:p>
        </p:txBody>
      </p:sp>
      <p:sp>
        <p:nvSpPr>
          <p:cNvPr id="127" name="矩形 126"/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30" name="矩形 129"/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31" name="矩形 130"/>
          <p:cNvSpPr/>
          <p:nvPr/>
        </p:nvSpPr>
        <p:spPr>
          <a:xfrm>
            <a:off x="10647591" y="733334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65" name="矩形 164"/>
          <p:cNvSpPr/>
          <p:nvPr/>
        </p:nvSpPr>
        <p:spPr>
          <a:xfrm>
            <a:off x="14024787" y="735854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字方塊 165"/>
              <p:cNvSpPr txBox="1"/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6" name="文字方塊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blipFill rotWithShape="1">
                <a:blip r:embed="rId17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/>
              <p:cNvSpPr txBox="1"/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7" name="文字方塊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blipFill rotWithShape="1">
                <a:blip r:embed="rId18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字方塊 167"/>
              <p:cNvSpPr txBox="1"/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8" name="文字方塊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blipFill rotWithShape="1">
                <a:blip r:embed="rId19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字方塊 168"/>
              <p:cNvSpPr txBox="1"/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9" name="文字方塊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blipFill rotWithShape="1">
                <a:blip r:embed="rId20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/>
          <p:cNvGrpSpPr/>
          <p:nvPr/>
        </p:nvGrpSpPr>
        <p:grpSpPr>
          <a:xfrm>
            <a:off x="13048427" y="5704673"/>
            <a:ext cx="1316834" cy="1235679"/>
            <a:chOff x="7174951" y="3803115"/>
            <a:chExt cx="877889" cy="823786"/>
          </a:xfrm>
        </p:grpSpPr>
        <p:sp>
          <p:nvSpPr>
            <p:cNvPr id="100" name="矩形 99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/>
                <p:cNvSpPr txBox="1"/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01" name="文字方塊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直線單箭頭接點 103"/>
            <p:cNvCxnSpPr/>
            <p:nvPr/>
          </p:nvCxnSpPr>
          <p:spPr>
            <a:xfrm flipV="1">
              <a:off x="7489050" y="4345052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線單箭頭接點 173"/>
            <p:cNvCxnSpPr/>
            <p:nvPr/>
          </p:nvCxnSpPr>
          <p:spPr>
            <a:xfrm>
              <a:off x="7489050" y="4626901"/>
              <a:ext cx="56379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群組 3"/>
          <p:cNvGrpSpPr/>
          <p:nvPr/>
        </p:nvGrpSpPr>
        <p:grpSpPr>
          <a:xfrm>
            <a:off x="9669371" y="5684291"/>
            <a:ext cx="1340736" cy="1229651"/>
            <a:chOff x="4922247" y="3789527"/>
            <a:chExt cx="893824" cy="819767"/>
          </a:xfrm>
        </p:grpSpPr>
        <p:sp>
          <p:nvSpPr>
            <p:cNvPr id="89" name="矩形 88"/>
            <p:cNvSpPr/>
            <p:nvPr/>
          </p:nvSpPr>
          <p:spPr>
            <a:xfrm>
              <a:off x="5103732" y="3789527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/>
                <p:cNvSpPr txBox="1"/>
                <p:nvPr/>
              </p:nvSpPr>
              <p:spPr>
                <a:xfrm>
                  <a:off x="4922247" y="3837344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90" name="文字方塊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2247" y="3837344"/>
                  <a:ext cx="715161" cy="427143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線單箭頭接點 92"/>
            <p:cNvCxnSpPr/>
            <p:nvPr/>
          </p:nvCxnSpPr>
          <p:spPr>
            <a:xfrm flipV="1">
              <a:off x="5236346" y="4331464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線單箭頭接點 174"/>
            <p:cNvCxnSpPr/>
            <p:nvPr/>
          </p:nvCxnSpPr>
          <p:spPr>
            <a:xfrm>
              <a:off x="5252281" y="4609294"/>
              <a:ext cx="56379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直線單箭頭接點 112"/>
          <p:cNvCxnSpPr/>
          <p:nvPr/>
        </p:nvCxnSpPr>
        <p:spPr>
          <a:xfrm>
            <a:off x="6763766" y="6918230"/>
            <a:ext cx="87534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2</a:t>
            </a:fld>
            <a:endParaRPr lang="zh-TW" altLang="en-US" sz="10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Self-attention</a:t>
            </a:r>
            <a:endParaRPr lang="zh-TW" altLang="en-US" dirty="0"/>
          </a:p>
        </p:txBody>
      </p:sp>
      <p:sp>
        <p:nvSpPr>
          <p:cNvPr id="9" name="Text Box 8"/>
          <p:cNvSpPr txBox="1"/>
          <p:nvPr/>
        </p:nvSpPr>
        <p:spPr>
          <a:xfrm>
            <a:off x="6492240" y="5766435"/>
            <a:ext cx="59880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sz="3600" b="1">
                <a:latin typeface="Cambria Math" panose="02040503050406030204" pitchFamily="18" charset="0"/>
                <a:sym typeface="+mn-ea"/>
              </a:rPr>
              <a:t>q</a:t>
            </a:r>
            <a:r>
              <a:rPr lang="en-US" altLang="zh-TW" sz="3600" b="1" baseline="30000">
                <a:latin typeface="Cambria Math" panose="02040503050406030204" pitchFamily="18" charset="0"/>
                <a:sym typeface="+mn-ea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ldLvl="0" animBg="1"/>
      <p:bldP spid="8" grpId="0" bldLvl="0" animBg="1"/>
      <p:bldP spid="108" grpId="0" bldLvl="0" animBg="1"/>
      <p:bldP spid="111" grpId="0" bldLvl="0" animBg="1"/>
      <p:bldP spid="114" grpId="0" bldLvl="0" animBg="1"/>
      <p:bldP spid="132" grpId="0"/>
      <p:bldP spid="134" grpId="0"/>
      <p:bldP spid="138" grpId="0"/>
      <p:bldP spid="139" grpId="0"/>
      <p:bldP spid="126" grpId="0" bldLvl="0" animBg="1"/>
      <p:bldP spid="9" grpId="0"/>
      <p:bldP spid="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885417" y="7311041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1" name="矩形 10"/>
          <p:cNvSpPr/>
          <p:nvPr/>
        </p:nvSpPr>
        <p:spPr>
          <a:xfrm>
            <a:off x="7299104" y="7311039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8" name="矩形 17"/>
          <p:cNvSpPr/>
          <p:nvPr/>
        </p:nvSpPr>
        <p:spPr>
          <a:xfrm>
            <a:off x="10647591" y="7333344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23" name="矩形 22"/>
          <p:cNvSpPr/>
          <p:nvPr/>
        </p:nvSpPr>
        <p:spPr>
          <a:xfrm>
            <a:off x="14024787" y="7358546"/>
            <a:ext cx="697730" cy="9087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26" name="矩形 25"/>
          <p:cNvSpPr/>
          <p:nvPr/>
        </p:nvSpPr>
        <p:spPr>
          <a:xfrm>
            <a:off x="4862828" y="569379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4575189" y="575010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189" y="5750109"/>
                <a:ext cx="1072742" cy="646430"/>
              </a:xfrm>
              <a:prstGeom prst="rect">
                <a:avLst/>
              </a:prstGeom>
              <a:blipFill rotWithShape="1">
                <a:blip r:embed="rId2"/>
                <a:stretch>
                  <a:fillRect l="-1" t="-28" r="22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/>
          <p:cNvSpPr/>
          <p:nvPr/>
        </p:nvSpPr>
        <p:spPr>
          <a:xfrm>
            <a:off x="4004261" y="569379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blipFill rotWithShape="1">
                <a:blip r:embed="rId3"/>
                <a:stretch>
                  <a:fillRect l="-13" t="-55" r="34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/>
          <p:cNvSpPr/>
          <p:nvPr/>
        </p:nvSpPr>
        <p:spPr>
          <a:xfrm>
            <a:off x="3161106" y="5693795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blipFill rotWithShape="1">
                <a:blip r:embed="rId4"/>
                <a:stretch>
                  <a:fillRect l="-25" t="-55" r="46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單箭頭接點 31"/>
          <p:cNvCxnSpPr/>
          <p:nvPr/>
        </p:nvCxnSpPr>
        <p:spPr>
          <a:xfrm flipV="1">
            <a:off x="4233143" y="6509715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3360027" y="6929474"/>
            <a:ext cx="1718801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V="1">
            <a:off x="3360027" y="6506700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5078828" y="6506700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8277146" y="566840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blipFill rotWithShape="1">
                <a:blip r:embed="rId5"/>
                <a:stretch>
                  <a:fillRect l="-53" t="-29" r="15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38"/>
          <p:cNvSpPr/>
          <p:nvPr/>
        </p:nvSpPr>
        <p:spPr>
          <a:xfrm>
            <a:off x="7418579" y="566840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6" t="-56" r="27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/>
          <p:cNvSpPr/>
          <p:nvPr/>
        </p:nvSpPr>
        <p:spPr>
          <a:xfrm>
            <a:off x="6575424" y="5668400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blipFill rotWithShape="1">
                <a:blip r:embed="rId7"/>
                <a:stretch>
                  <a:fillRect l="-17" t="-56" r="38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單箭頭接點 42"/>
          <p:cNvCxnSpPr/>
          <p:nvPr/>
        </p:nvCxnSpPr>
        <p:spPr>
          <a:xfrm flipV="1">
            <a:off x="7647461" y="6484320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6774345" y="6904079"/>
            <a:ext cx="1718801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6774345" y="648130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8493146" y="6481305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11643320" y="5684291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blipFill rotWithShape="1">
                <a:blip r:embed="rId8"/>
                <a:stretch>
                  <a:fillRect l="-57" t="-32" r="19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/>
          <p:cNvSpPr/>
          <p:nvPr/>
        </p:nvSpPr>
        <p:spPr>
          <a:xfrm>
            <a:off x="10784753" y="568429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9" t="-58" r="30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矩形 51"/>
          <p:cNvSpPr/>
          <p:nvPr/>
        </p:nvSpPr>
        <p:spPr>
          <a:xfrm>
            <a:off x="9941598" y="5684291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9669371" y="5756016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71" y="5756016"/>
                <a:ext cx="1072742" cy="640715"/>
              </a:xfrm>
              <a:prstGeom prst="rect">
                <a:avLst/>
              </a:prstGeom>
              <a:blipFill rotWithShape="1">
                <a:blip r:embed="rId10"/>
                <a:stretch>
                  <a:fillRect l="-21" t="-59" r="42" b="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單箭頭接點 53"/>
          <p:cNvCxnSpPr/>
          <p:nvPr/>
        </p:nvCxnSpPr>
        <p:spPr>
          <a:xfrm flipV="1">
            <a:off x="11013635" y="6500211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10140519" y="6919970"/>
            <a:ext cx="1718801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V="1">
            <a:off x="10140519" y="6497196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H="1" flipV="1">
            <a:off x="11843885" y="6540366"/>
            <a:ext cx="0" cy="36407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15022376" y="570467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blipFill rotWithShape="1">
                <a:blip r:embed="rId11"/>
                <a:stretch>
                  <a:fillRect l="-18" t="-41" r="40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/>
          <p:cNvSpPr/>
          <p:nvPr/>
        </p:nvSpPr>
        <p:spPr>
          <a:xfrm>
            <a:off x="14163809" y="570467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blipFill rotWithShape="1">
                <a:blip r:embed="rId12"/>
                <a:stretch>
                  <a:fillRect l="-30" t="-68" r="5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/>
          <p:cNvGrpSpPr/>
          <p:nvPr/>
        </p:nvGrpSpPr>
        <p:grpSpPr>
          <a:xfrm>
            <a:off x="13048427" y="5704673"/>
            <a:ext cx="1072742" cy="810000"/>
            <a:chOff x="7174951" y="3803115"/>
            <a:chExt cx="715161" cy="540000"/>
          </a:xfrm>
        </p:grpSpPr>
        <p:sp>
          <p:nvSpPr>
            <p:cNvPr id="63" name="矩形 62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/>
                <p:cNvSpPr txBox="1"/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64" name="文字方塊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直線單箭頭接點 64"/>
          <p:cNvCxnSpPr/>
          <p:nvPr/>
        </p:nvCxnSpPr>
        <p:spPr>
          <a:xfrm flipV="1">
            <a:off x="14392691" y="6520593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13519575" y="6940352"/>
            <a:ext cx="1718801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V="1">
            <a:off x="13519575" y="6517578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V="1">
            <a:off x="15238376" y="6517578"/>
            <a:ext cx="0" cy="407241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/>
              <p:cNvSpPr txBox="1"/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9" name="文字方塊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260" y="7441455"/>
                <a:ext cx="1072742" cy="645160"/>
              </a:xfrm>
              <a:prstGeom prst="rect">
                <a:avLst/>
              </a:prstGeom>
              <a:blipFill rotWithShape="1">
                <a:blip r:embed="rId14"/>
                <a:stretch>
                  <a:fillRect l="-22" t="-81" r="4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/>
              <p:cNvSpPr txBox="1"/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0" name="文字方塊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49" y="7424846"/>
                <a:ext cx="1072742" cy="646430"/>
              </a:xfrm>
              <a:prstGeom prst="rect">
                <a:avLst/>
              </a:prstGeom>
              <a:blipFill rotWithShape="1">
                <a:blip r:embed="rId15"/>
                <a:stretch>
                  <a:fillRect l="-54" t="-66" r="16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367" y="7424846"/>
                <a:ext cx="1072742" cy="646430"/>
              </a:xfrm>
              <a:prstGeom prst="rect">
                <a:avLst/>
              </a:prstGeom>
              <a:blipFill rotWithShape="1">
                <a:blip r:embed="rId16"/>
                <a:stretch>
                  <a:fillRect l="-7" t="-66" r="28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05" y="7413647"/>
                <a:ext cx="1072742" cy="646430"/>
              </a:xfrm>
              <a:prstGeom prst="rect">
                <a:avLst/>
              </a:prstGeom>
              <a:blipFill rotWithShape="1">
                <a:blip r:embed="rId17"/>
                <a:stretch>
                  <a:fillRect l="-19" t="-3" r="40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6773466" y="579530"/>
                <a:ext cx="2170430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466" y="579530"/>
                <a:ext cx="2170430" cy="551180"/>
              </a:xfrm>
              <a:prstGeom prst="rect">
                <a:avLst/>
              </a:prstGeom>
              <a:blipFill rotWithShape="1">
                <a:blip r:embed="rId18"/>
                <a:stretch>
                  <a:fillRect l="-26" t="-74" r="-3866" b="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6839342" y="2393948"/>
                <a:ext cx="216916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342" y="2393948"/>
                <a:ext cx="2169160" cy="556895"/>
              </a:xfrm>
              <a:prstGeom prst="rect">
                <a:avLst/>
              </a:prstGeom>
              <a:blipFill rotWithShape="1">
                <a:blip r:embed="rId19"/>
                <a:stretch>
                  <a:fillRect l="-18" t="-114" r="-4051" b="11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6874202" y="4179167"/>
                <a:ext cx="215138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202" y="4179167"/>
                <a:ext cx="2151380" cy="556895"/>
              </a:xfrm>
              <a:prstGeom prst="rect">
                <a:avLst/>
              </a:prstGeom>
              <a:blipFill rotWithShape="1">
                <a:blip r:embed="rId20"/>
                <a:stretch>
                  <a:fillRect l="-15" t="-42" r="-4058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/>
          <p:cNvGrpSpPr/>
          <p:nvPr/>
        </p:nvGrpSpPr>
        <p:grpSpPr>
          <a:xfrm>
            <a:off x="9175631" y="459891"/>
            <a:ext cx="1072742" cy="810000"/>
            <a:chOff x="7174951" y="3803115"/>
            <a:chExt cx="715161" cy="540000"/>
          </a:xfrm>
        </p:grpSpPr>
        <p:sp>
          <p:nvSpPr>
            <p:cNvPr id="80" name="矩形 79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81" name="文字方塊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群組 81"/>
          <p:cNvGrpSpPr/>
          <p:nvPr/>
        </p:nvGrpSpPr>
        <p:grpSpPr>
          <a:xfrm>
            <a:off x="9691364" y="459891"/>
            <a:ext cx="1072742" cy="810000"/>
            <a:chOff x="7174951" y="3803115"/>
            <a:chExt cx="715161" cy="540000"/>
          </a:xfrm>
        </p:grpSpPr>
        <p:sp>
          <p:nvSpPr>
            <p:cNvPr id="83" name="矩形 82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84" name="文字方塊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群組 84"/>
          <p:cNvGrpSpPr/>
          <p:nvPr/>
        </p:nvGrpSpPr>
        <p:grpSpPr>
          <a:xfrm>
            <a:off x="10207097" y="459891"/>
            <a:ext cx="1072742" cy="810000"/>
            <a:chOff x="7174951" y="3803115"/>
            <a:chExt cx="715161" cy="540000"/>
          </a:xfrm>
        </p:grpSpPr>
        <p:sp>
          <p:nvSpPr>
            <p:cNvPr id="86" name="矩形 85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87" name="文字方塊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群組 87"/>
          <p:cNvGrpSpPr/>
          <p:nvPr/>
        </p:nvGrpSpPr>
        <p:grpSpPr>
          <a:xfrm>
            <a:off x="10722828" y="470199"/>
            <a:ext cx="1072742" cy="810000"/>
            <a:chOff x="7174951" y="3803115"/>
            <a:chExt cx="715161" cy="540000"/>
          </a:xfrm>
        </p:grpSpPr>
        <p:sp>
          <p:nvSpPr>
            <p:cNvPr id="89" name="矩形 88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/>
                <p:cNvSpPr txBox="1"/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90" name="文字方塊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1" name="文字方塊 90"/>
          <p:cNvSpPr txBox="1"/>
          <p:nvPr/>
        </p:nvSpPr>
        <p:spPr>
          <a:xfrm>
            <a:off x="11562516" y="555288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12359640" y="638810"/>
                <a:ext cx="725170" cy="553720"/>
              </a:xfrm>
              <a:prstGeom prst="rect">
                <a:avLst/>
              </a:prstGeom>
              <a:gradFill flip="none" rotWithShape="1"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path path="circle"/>
              </a:gra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640" y="638810"/>
                <a:ext cx="725170" cy="553720"/>
              </a:xfrm>
              <a:prstGeom prst="rect">
                <a:avLst/>
              </a:prstGeom>
              <a:blipFill rotWithShape="1">
                <a:blip r:embed="rId21"/>
                <a:stretch>
                  <a:fillRect r="-87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矩形 95"/>
          <p:cNvSpPr/>
          <p:nvPr/>
        </p:nvSpPr>
        <p:spPr>
          <a:xfrm>
            <a:off x="13347900" y="488618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3096728" y="548883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728" y="548883"/>
                <a:ext cx="1072742" cy="646430"/>
              </a:xfrm>
              <a:prstGeom prst="rect">
                <a:avLst/>
              </a:prstGeom>
              <a:blipFill rotWithShape="1">
                <a:blip r:embed="rId17"/>
                <a:stretch>
                  <a:fillRect l="-45" t="-38" r="7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矩形 98"/>
          <p:cNvSpPr/>
          <p:nvPr/>
        </p:nvSpPr>
        <p:spPr>
          <a:xfrm>
            <a:off x="13863633" y="488618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/>
              <p:cNvSpPr txBox="1"/>
              <p:nvPr/>
            </p:nvSpPr>
            <p:spPr>
              <a:xfrm>
                <a:off x="13591406" y="54888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00" name="文字方塊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1406" y="548884"/>
                <a:ext cx="1072742" cy="646430"/>
              </a:xfrm>
              <a:prstGeom prst="rect">
                <a:avLst/>
              </a:prstGeom>
              <a:blipFill rotWithShape="1">
                <a:blip r:embed="rId16"/>
                <a:stretch>
                  <a:fillRect l="-47" t="-38" r="9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矩形 101"/>
          <p:cNvSpPr/>
          <p:nvPr/>
        </p:nvSpPr>
        <p:spPr>
          <a:xfrm>
            <a:off x="14379366" y="488618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/>
              <p:cNvSpPr txBox="1"/>
              <p:nvPr/>
            </p:nvSpPr>
            <p:spPr>
              <a:xfrm>
                <a:off x="14107139" y="54888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03" name="文字方塊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7139" y="548884"/>
                <a:ext cx="1072742" cy="646430"/>
              </a:xfrm>
              <a:prstGeom prst="rect">
                <a:avLst/>
              </a:prstGeom>
              <a:blipFill rotWithShape="1">
                <a:blip r:embed="rId15"/>
                <a:stretch>
                  <a:fillRect l="-57" t="-38" r="19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矩形 104"/>
          <p:cNvSpPr/>
          <p:nvPr/>
        </p:nvSpPr>
        <p:spPr>
          <a:xfrm>
            <a:off x="14895098" y="498926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字方塊 105"/>
              <p:cNvSpPr txBox="1"/>
              <p:nvPr/>
            </p:nvSpPr>
            <p:spPr>
              <a:xfrm>
                <a:off x="14622870" y="559193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06" name="文字方塊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2870" y="559193"/>
                <a:ext cx="1072742" cy="645160"/>
              </a:xfrm>
              <a:prstGeom prst="rect">
                <a:avLst/>
              </a:prstGeom>
              <a:blipFill rotWithShape="1">
                <a:blip r:embed="rId14"/>
                <a:stretch>
                  <a:fillRect l="-8" t="-61" r="30" b="6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 106"/>
          <p:cNvSpPr/>
          <p:nvPr/>
        </p:nvSpPr>
        <p:spPr>
          <a:xfrm>
            <a:off x="9454529" y="223143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8" name="矩形 107"/>
          <p:cNvSpPr/>
          <p:nvPr/>
        </p:nvSpPr>
        <p:spPr>
          <a:xfrm>
            <a:off x="9970262" y="223143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09" name="矩形 108"/>
          <p:cNvSpPr/>
          <p:nvPr/>
        </p:nvSpPr>
        <p:spPr>
          <a:xfrm>
            <a:off x="10485995" y="223143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10" name="矩形 109"/>
          <p:cNvSpPr/>
          <p:nvPr/>
        </p:nvSpPr>
        <p:spPr>
          <a:xfrm>
            <a:off x="11001726" y="224174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11" name="矩形 110"/>
          <p:cNvSpPr/>
          <p:nvPr/>
        </p:nvSpPr>
        <p:spPr>
          <a:xfrm>
            <a:off x="9474807" y="399972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12" name="矩形 111"/>
          <p:cNvSpPr/>
          <p:nvPr/>
        </p:nvSpPr>
        <p:spPr>
          <a:xfrm>
            <a:off x="9990540" y="399972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13" name="矩形 112"/>
          <p:cNvSpPr/>
          <p:nvPr/>
        </p:nvSpPr>
        <p:spPr>
          <a:xfrm>
            <a:off x="10506273" y="399972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14" name="矩形 113"/>
          <p:cNvSpPr/>
          <p:nvPr/>
        </p:nvSpPr>
        <p:spPr>
          <a:xfrm>
            <a:off x="11022005" y="401003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115" name="文字方塊 114"/>
          <p:cNvSpPr txBox="1"/>
          <p:nvPr/>
        </p:nvSpPr>
        <p:spPr>
          <a:xfrm>
            <a:off x="11566377" y="2362658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/>
              <p:cNvSpPr txBox="1"/>
              <p:nvPr/>
            </p:nvSpPr>
            <p:spPr>
              <a:xfrm>
                <a:off x="12378055" y="2411095"/>
                <a:ext cx="727710" cy="553085"/>
              </a:xfrm>
              <a:prstGeom prst="rect">
                <a:avLst/>
              </a:prstGeom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ang="540000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18" name="文字方塊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8055" y="2411095"/>
                <a:ext cx="727710" cy="553085"/>
              </a:xfrm>
              <a:prstGeom prst="rect">
                <a:avLst/>
              </a:prstGeom>
              <a:blipFill rotWithShape="1">
                <a:blip r:embed="rId22"/>
                <a:stretch>
                  <a:fillRect r="-872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文字方塊 118"/>
          <p:cNvSpPr txBox="1"/>
          <p:nvPr/>
        </p:nvSpPr>
        <p:spPr>
          <a:xfrm>
            <a:off x="11588280" y="4103120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/>
              <p:cNvSpPr txBox="1"/>
              <p:nvPr/>
            </p:nvSpPr>
            <p:spPr>
              <a:xfrm>
                <a:off x="12400280" y="4151630"/>
                <a:ext cx="713105" cy="553720"/>
              </a:xfrm>
              <a:prstGeom prst="rect">
                <a:avLst/>
              </a:prstGeom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ang="5400000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2" name="文字方塊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0280" y="4151630"/>
                <a:ext cx="713105" cy="553720"/>
              </a:xfrm>
              <a:prstGeom prst="rect">
                <a:avLst/>
              </a:prstGeom>
              <a:blipFill rotWithShape="1">
                <a:blip r:embed="rId23"/>
                <a:stretch>
                  <a:fillRect r="-89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群組 123"/>
          <p:cNvGrpSpPr/>
          <p:nvPr/>
        </p:nvGrpSpPr>
        <p:grpSpPr>
          <a:xfrm>
            <a:off x="13101774" y="2233056"/>
            <a:ext cx="2598884" cy="820308"/>
            <a:chOff x="6336961" y="1989986"/>
            <a:chExt cx="1732589" cy="546872"/>
          </a:xfrm>
        </p:grpSpPr>
        <p:sp>
          <p:nvSpPr>
            <p:cNvPr id="125" name="矩形 124"/>
            <p:cNvSpPr/>
            <p:nvPr/>
          </p:nvSpPr>
          <p:spPr>
            <a:xfrm>
              <a:off x="6504409" y="1989986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/>
                <p:cNvSpPr txBox="1"/>
                <p:nvPr/>
              </p:nvSpPr>
              <p:spPr>
                <a:xfrm>
                  <a:off x="6336961" y="2030163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26" name="文字方塊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961" y="2030163"/>
                  <a:ext cx="715161" cy="43095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矩形 126"/>
            <p:cNvSpPr/>
            <p:nvPr/>
          </p:nvSpPr>
          <p:spPr>
            <a:xfrm>
              <a:off x="6848231" y="1989986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6666746" y="203016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746" y="2030164"/>
                  <a:ext cx="715161" cy="43095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矩形 128"/>
            <p:cNvSpPr/>
            <p:nvPr/>
          </p:nvSpPr>
          <p:spPr>
            <a:xfrm>
              <a:off x="7192053" y="1989986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/>
                <p:cNvSpPr txBox="1"/>
                <p:nvPr/>
              </p:nvSpPr>
              <p:spPr>
                <a:xfrm>
                  <a:off x="7010568" y="203016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0" name="文字方塊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568" y="2030164"/>
                  <a:ext cx="715161" cy="43095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矩形 130"/>
            <p:cNvSpPr/>
            <p:nvPr/>
          </p:nvSpPr>
          <p:spPr>
            <a:xfrm>
              <a:off x="7535874" y="1996858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/>
                <p:cNvSpPr txBox="1"/>
                <p:nvPr/>
              </p:nvSpPr>
              <p:spPr>
                <a:xfrm>
                  <a:off x="7354389" y="2037036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2" name="文字方塊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4389" y="2037036"/>
                  <a:ext cx="715161" cy="43010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群組 132"/>
          <p:cNvGrpSpPr/>
          <p:nvPr/>
        </p:nvGrpSpPr>
        <p:grpSpPr>
          <a:xfrm>
            <a:off x="13123677" y="3957966"/>
            <a:ext cx="2598884" cy="820308"/>
            <a:chOff x="6336961" y="1989986"/>
            <a:chExt cx="1732589" cy="546872"/>
          </a:xfrm>
        </p:grpSpPr>
        <p:sp>
          <p:nvSpPr>
            <p:cNvPr id="134" name="矩形 133"/>
            <p:cNvSpPr/>
            <p:nvPr/>
          </p:nvSpPr>
          <p:spPr>
            <a:xfrm>
              <a:off x="6504409" y="1989986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字方塊 134"/>
                <p:cNvSpPr txBox="1"/>
                <p:nvPr/>
              </p:nvSpPr>
              <p:spPr>
                <a:xfrm>
                  <a:off x="6336961" y="2030163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5" name="文字方塊 1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961" y="2030163"/>
                  <a:ext cx="715161" cy="43095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矩形 135"/>
            <p:cNvSpPr/>
            <p:nvPr/>
          </p:nvSpPr>
          <p:spPr>
            <a:xfrm>
              <a:off x="6848231" y="1989986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字方塊 136"/>
                <p:cNvSpPr txBox="1"/>
                <p:nvPr/>
              </p:nvSpPr>
              <p:spPr>
                <a:xfrm>
                  <a:off x="6666746" y="203016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7" name="文字方塊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746" y="2030164"/>
                  <a:ext cx="715161" cy="43095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矩形 137"/>
            <p:cNvSpPr/>
            <p:nvPr/>
          </p:nvSpPr>
          <p:spPr>
            <a:xfrm>
              <a:off x="7192053" y="1989986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字方塊 138"/>
                <p:cNvSpPr txBox="1"/>
                <p:nvPr/>
              </p:nvSpPr>
              <p:spPr>
                <a:xfrm>
                  <a:off x="7010568" y="2030164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9" name="文字方塊 1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568" y="2030164"/>
                  <a:ext cx="715161" cy="43095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矩形 139"/>
            <p:cNvSpPr/>
            <p:nvPr/>
          </p:nvSpPr>
          <p:spPr>
            <a:xfrm>
              <a:off x="7535874" y="1996858"/>
              <a:ext cx="288000" cy="5400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字方塊 140"/>
                <p:cNvSpPr txBox="1"/>
                <p:nvPr/>
              </p:nvSpPr>
              <p:spPr>
                <a:xfrm>
                  <a:off x="7354389" y="2037036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1" name="文字方塊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4389" y="2037036"/>
                  <a:ext cx="715161" cy="43010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群組 149"/>
          <p:cNvGrpSpPr/>
          <p:nvPr/>
        </p:nvGrpSpPr>
        <p:grpSpPr>
          <a:xfrm>
            <a:off x="9206654" y="4037153"/>
            <a:ext cx="2598884" cy="684345"/>
            <a:chOff x="3387509" y="317020"/>
            <a:chExt cx="1732589" cy="4562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字方塊 141"/>
                <p:cNvSpPr txBox="1"/>
                <p:nvPr/>
              </p:nvSpPr>
              <p:spPr>
                <a:xfrm>
                  <a:off x="3387509" y="31702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2" name="文字方塊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509" y="317020"/>
                  <a:ext cx="715161" cy="43095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字方塊 142"/>
                <p:cNvSpPr txBox="1"/>
                <p:nvPr/>
              </p:nvSpPr>
              <p:spPr>
                <a:xfrm>
                  <a:off x="4061116" y="33627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3" name="文字方塊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1116" y="336271"/>
                  <a:ext cx="715161" cy="430953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字方塊 143"/>
                <p:cNvSpPr txBox="1"/>
                <p:nvPr/>
              </p:nvSpPr>
              <p:spPr>
                <a:xfrm>
                  <a:off x="4404937" y="343143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4" name="文字方塊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4937" y="343143"/>
                  <a:ext cx="715161" cy="43010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字方塊 144"/>
                <p:cNvSpPr txBox="1"/>
                <p:nvPr/>
              </p:nvSpPr>
              <p:spPr>
                <a:xfrm>
                  <a:off x="3745089" y="32508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5" name="文字方塊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5089" y="325081"/>
                  <a:ext cx="715161" cy="43095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/>
              <p:cNvSpPr txBox="1"/>
              <p:nvPr/>
            </p:nvSpPr>
            <p:spPr>
              <a:xfrm>
                <a:off x="9179864" y="2294458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6" name="文字方塊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864" y="2294458"/>
                <a:ext cx="1072742" cy="646430"/>
              </a:xfrm>
              <a:prstGeom prst="rect">
                <a:avLst/>
              </a:prstGeom>
              <a:blipFill rotWithShape="1">
                <a:blip r:embed="rId3"/>
                <a:stretch>
                  <a:fillRect l="-28" t="-31" r="49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/>
              <p:cNvSpPr txBox="1"/>
              <p:nvPr/>
            </p:nvSpPr>
            <p:spPr>
              <a:xfrm>
                <a:off x="10190274" y="232333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7" name="文字方塊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274" y="2323335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40" t="-78" r="2" b="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/>
              <p:cNvSpPr txBox="1"/>
              <p:nvPr/>
            </p:nvSpPr>
            <p:spPr>
              <a:xfrm>
                <a:off x="10706006" y="2333643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8" name="文字方塊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6006" y="2333643"/>
                <a:ext cx="1072742" cy="645160"/>
              </a:xfrm>
              <a:prstGeom prst="rect">
                <a:avLst/>
              </a:prstGeom>
              <a:blipFill rotWithShape="1">
                <a:blip r:embed="rId12"/>
                <a:stretch>
                  <a:fillRect l="-50" t="-3" r="12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/>
              <p:cNvSpPr txBox="1"/>
              <p:nvPr/>
            </p:nvSpPr>
            <p:spPr>
              <a:xfrm>
                <a:off x="9716234" y="2306550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9" name="文字方塊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234" y="2306550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9" t="-36" r="30" b="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/>
              <p:cNvSpPr txBox="1"/>
              <p:nvPr/>
            </p:nvSpPr>
            <p:spPr>
              <a:xfrm>
                <a:off x="14196419" y="1374504"/>
                <a:ext cx="23495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51" name="文字方塊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6419" y="1374504"/>
                <a:ext cx="234950" cy="645795"/>
              </a:xfrm>
              <a:prstGeom prst="rect">
                <a:avLst/>
              </a:prstGeom>
              <a:blipFill rotWithShape="1">
                <a:blip r:embed="rId24"/>
                <a:stretch>
                  <a:fillRect l="-153" t="-56" r="-37144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/>
              <p:cNvSpPr txBox="1"/>
              <p:nvPr/>
            </p:nvSpPr>
            <p:spPr>
              <a:xfrm>
                <a:off x="14219793" y="3009963"/>
                <a:ext cx="23495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52" name="文字方塊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9793" y="3009963"/>
                <a:ext cx="234950" cy="645795"/>
              </a:xfrm>
              <a:prstGeom prst="rect">
                <a:avLst/>
              </a:prstGeom>
              <a:blipFill rotWithShape="1">
                <a:blip r:embed="rId24"/>
                <a:stretch>
                  <a:fillRect l="-101" t="-10" r="-37196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/>
              <p:cNvSpPr txBox="1"/>
              <p:nvPr/>
            </p:nvSpPr>
            <p:spPr>
              <a:xfrm>
                <a:off x="14249144" y="4751049"/>
                <a:ext cx="23495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53" name="文字方塊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9144" y="4751049"/>
                <a:ext cx="234950" cy="645795"/>
              </a:xfrm>
              <a:prstGeom prst="rect">
                <a:avLst/>
              </a:prstGeom>
              <a:blipFill rotWithShape="1">
                <a:blip r:embed="rId24"/>
                <a:stretch>
                  <a:fillRect l="-161" t="-95" r="-37136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字方塊 153"/>
              <p:cNvSpPr txBox="1"/>
              <p:nvPr/>
            </p:nvSpPr>
            <p:spPr>
              <a:xfrm>
                <a:off x="10200506" y="1251207"/>
                <a:ext cx="43053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54" name="文字方塊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506" y="1251207"/>
                <a:ext cx="430530" cy="645795"/>
              </a:xfrm>
              <a:prstGeom prst="rect">
                <a:avLst/>
              </a:prstGeom>
              <a:blipFill rotWithShape="1">
                <a:blip r:embed="rId25"/>
                <a:stretch>
                  <a:fillRect l="-116" t="-40" r="-19353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/>
              <p:cNvSpPr txBox="1"/>
              <p:nvPr/>
            </p:nvSpPr>
            <p:spPr>
              <a:xfrm>
                <a:off x="10204490" y="3026141"/>
                <a:ext cx="501483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55" name="文字方塊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490" y="3026141"/>
                <a:ext cx="501483" cy="645795"/>
              </a:xfrm>
              <a:prstGeom prst="rect">
                <a:avLst/>
              </a:prstGeom>
              <a:blipFill rotWithShape="1">
                <a:blip r:embed="rId26"/>
                <a:stretch>
                  <a:fillRect l="-8" t="-57" r="101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/>
              <p:cNvSpPr txBox="1"/>
              <p:nvPr/>
            </p:nvSpPr>
            <p:spPr>
              <a:xfrm>
                <a:off x="10200506" y="4768835"/>
                <a:ext cx="404495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56" name="文字方塊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506" y="4768835"/>
                <a:ext cx="404495" cy="645795"/>
              </a:xfrm>
              <a:prstGeom prst="rect">
                <a:avLst/>
              </a:prstGeom>
              <a:blipFill rotWithShape="1">
                <a:blip r:embed="rId27"/>
                <a:stretch>
                  <a:fillRect l="-124" t="-96" r="-20441" b="9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3</a:t>
            </a:fld>
            <a:endParaRPr lang="zh-TW" altLang="en-US" sz="10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1098550" y="161290"/>
            <a:ext cx="5425440" cy="1551305"/>
          </a:xfrm>
        </p:spPr>
        <p:txBody>
          <a:bodyPr/>
          <a:lstStyle/>
          <a:p>
            <a:pPr algn="l"/>
            <a:r>
              <a:rPr lang="en-US" altLang="zh-TW" dirty="0"/>
              <a:t>Self-attention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線單箭頭接點 108"/>
          <p:cNvCxnSpPr>
            <a:stCxn id="33" idx="0"/>
            <a:endCxn id="8" idx="5"/>
          </p:cNvCxnSpPr>
          <p:nvPr/>
        </p:nvCxnSpPr>
        <p:spPr>
          <a:xfrm flipH="1" flipV="1">
            <a:off x="3930650" y="4142105"/>
            <a:ext cx="337820" cy="1623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 flipH="1" flipV="1">
            <a:off x="7253004" y="4150227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862828" y="569379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4575189" y="575010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189" y="5750109"/>
                <a:ext cx="1072742" cy="646430"/>
              </a:xfrm>
              <a:prstGeom prst="rect">
                <a:avLst/>
              </a:prstGeom>
              <a:blipFill rotWithShape="1">
                <a:blip r:embed="rId3"/>
                <a:stretch>
                  <a:fillRect l="-1" t="-28" r="22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4004261" y="569379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l="-13" t="-55" r="34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3161106" y="5693795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blipFill rotWithShape="1">
                <a:blip r:embed="rId5"/>
                <a:stretch>
                  <a:fillRect l="-25" t="-55" r="46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/>
          <p:cNvSpPr/>
          <p:nvPr/>
        </p:nvSpPr>
        <p:spPr>
          <a:xfrm>
            <a:off x="8277146" y="566840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/>
              <p:cNvSpPr txBox="1"/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5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53" t="-29" r="15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 75"/>
          <p:cNvSpPr/>
          <p:nvPr/>
        </p:nvSpPr>
        <p:spPr>
          <a:xfrm>
            <a:off x="7418579" y="566840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6" t="-56" r="27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6575424" y="5668400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blipFill rotWithShape="1">
                <a:blip r:embed="rId8"/>
                <a:stretch>
                  <a:fillRect l="-17" t="-56" r="38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矩形 84"/>
          <p:cNvSpPr/>
          <p:nvPr/>
        </p:nvSpPr>
        <p:spPr>
          <a:xfrm>
            <a:off x="11643320" y="5684291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/>
              <p:cNvSpPr txBox="1"/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6" name="文字方塊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57" t="-32" r="19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矩形 86"/>
          <p:cNvSpPr/>
          <p:nvPr/>
        </p:nvSpPr>
        <p:spPr>
          <a:xfrm>
            <a:off x="10784753" y="568429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/>
              <p:cNvSpPr txBox="1"/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8" name="文字方塊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9" t="-58" r="30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 88"/>
          <p:cNvSpPr/>
          <p:nvPr/>
        </p:nvSpPr>
        <p:spPr>
          <a:xfrm>
            <a:off x="9941598" y="5684291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/>
              <p:cNvSpPr txBox="1"/>
              <p:nvPr/>
            </p:nvSpPr>
            <p:spPr>
              <a:xfrm>
                <a:off x="9669371" y="5756016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0" name="文字方塊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71" y="5756016"/>
                <a:ext cx="1072742" cy="640715"/>
              </a:xfrm>
              <a:prstGeom prst="rect">
                <a:avLst/>
              </a:prstGeom>
              <a:blipFill rotWithShape="1">
                <a:blip r:embed="rId11"/>
                <a:stretch>
                  <a:fillRect l="-21" t="-59" r="42" b="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矩形 95"/>
          <p:cNvSpPr/>
          <p:nvPr/>
        </p:nvSpPr>
        <p:spPr>
          <a:xfrm>
            <a:off x="15022376" y="570467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blipFill rotWithShape="1">
                <a:blip r:embed="rId12"/>
                <a:stretch>
                  <a:fillRect l="-18" t="-41" r="40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矩形 97"/>
          <p:cNvSpPr/>
          <p:nvPr/>
        </p:nvSpPr>
        <p:spPr>
          <a:xfrm>
            <a:off x="14163809" y="570467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blipFill rotWithShape="1">
                <a:blip r:embed="rId13"/>
                <a:stretch>
                  <a:fillRect l="-30" t="-68" r="5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矩形 99"/>
          <p:cNvSpPr/>
          <p:nvPr/>
        </p:nvSpPr>
        <p:spPr>
          <a:xfrm>
            <a:off x="13320654" y="5704673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/>
              <p:cNvSpPr txBox="1"/>
              <p:nvPr/>
            </p:nvSpPr>
            <p:spPr>
              <a:xfrm>
                <a:off x="13048427" y="5776398"/>
                <a:ext cx="1072742" cy="63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01" name="文字方塊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8427" y="5776398"/>
                <a:ext cx="1072742" cy="639445"/>
              </a:xfrm>
              <a:prstGeom prst="rect">
                <a:avLst/>
              </a:prstGeom>
              <a:blipFill rotWithShape="1">
                <a:blip r:embed="rId14"/>
                <a:stretch>
                  <a:fillRect l="-42" t="-68" r="4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橢圓 7"/>
          <p:cNvSpPr/>
          <p:nvPr/>
        </p:nvSpPr>
        <p:spPr>
          <a:xfrm>
            <a:off x="3700017" y="39115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橢圓 107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橢圓 110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橢圓 113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5" name="直線單箭頭接點 114"/>
          <p:cNvCxnSpPr>
            <a:stCxn id="34" idx="0"/>
            <a:endCxn id="114" idx="4"/>
          </p:cNvCxnSpPr>
          <p:nvPr/>
        </p:nvCxnSpPr>
        <p:spPr>
          <a:xfrm flipV="1">
            <a:off x="3377106" y="4245632"/>
            <a:ext cx="10588980" cy="14481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34" idx="0"/>
            <a:endCxn id="111" idx="4"/>
          </p:cNvCxnSpPr>
          <p:nvPr/>
        </p:nvCxnSpPr>
        <p:spPr>
          <a:xfrm flipV="1">
            <a:off x="3377106" y="4207530"/>
            <a:ext cx="7212540" cy="1486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34" idx="0"/>
            <a:endCxn id="108" idx="4"/>
          </p:cNvCxnSpPr>
          <p:nvPr/>
        </p:nvCxnSpPr>
        <p:spPr>
          <a:xfrm flipV="1">
            <a:off x="3377106" y="4194243"/>
            <a:ext cx="3904427" cy="14995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34" idx="0"/>
            <a:endCxn id="8" idx="4"/>
          </p:cNvCxnSpPr>
          <p:nvPr/>
        </p:nvCxnSpPr>
        <p:spPr>
          <a:xfrm flipV="1">
            <a:off x="3377106" y="4181543"/>
            <a:ext cx="457911" cy="15122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/>
              <p:cNvSpPr txBox="1"/>
              <p:nvPr/>
            </p:nvSpPr>
            <p:spPr>
              <a:xfrm>
                <a:off x="4130031" y="1329414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6" name="文字方塊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031" y="1329414"/>
                <a:ext cx="1264920" cy="556895"/>
              </a:xfrm>
              <a:prstGeom prst="rect">
                <a:avLst/>
              </a:prstGeom>
              <a:blipFill rotWithShape="1">
                <a:blip r:embed="rId15"/>
                <a:stretch>
                  <a:fillRect l="-49" t="-64" r="-5824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群組 126"/>
          <p:cNvGrpSpPr/>
          <p:nvPr/>
        </p:nvGrpSpPr>
        <p:grpSpPr>
          <a:xfrm>
            <a:off x="6391181" y="1201772"/>
            <a:ext cx="1072742" cy="810000"/>
            <a:chOff x="7174951" y="3803115"/>
            <a:chExt cx="715161" cy="540000"/>
          </a:xfrm>
        </p:grpSpPr>
        <p:sp>
          <p:nvSpPr>
            <p:cNvPr id="130" name="矩形 129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31" name="文字方塊 1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6" name="矩形 165"/>
          <p:cNvSpPr/>
          <p:nvPr/>
        </p:nvSpPr>
        <p:spPr>
          <a:xfrm rot="5400000">
            <a:off x="5830280" y="1184216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/>
              <p:cNvSpPr txBox="1"/>
              <p:nvPr/>
            </p:nvSpPr>
            <p:spPr>
              <a:xfrm>
                <a:off x="5555615" y="1247243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7" name="文字方塊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615" y="1247243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t="-16" r="21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字方塊 169"/>
              <p:cNvSpPr txBox="1"/>
              <p:nvPr/>
            </p:nvSpPr>
            <p:spPr>
              <a:xfrm>
                <a:off x="7468398" y="1357521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0" name="文字方塊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398" y="1357521"/>
                <a:ext cx="1264920" cy="556895"/>
              </a:xfrm>
              <a:prstGeom prst="rect">
                <a:avLst/>
              </a:prstGeom>
              <a:blipFill rotWithShape="1">
                <a:blip r:embed="rId16"/>
                <a:stretch>
                  <a:fillRect l="-13" t="-94" r="-5861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群組 170"/>
          <p:cNvGrpSpPr/>
          <p:nvPr/>
        </p:nvGrpSpPr>
        <p:grpSpPr>
          <a:xfrm>
            <a:off x="9729548" y="1229879"/>
            <a:ext cx="1072742" cy="810000"/>
            <a:chOff x="7174951" y="3803115"/>
            <a:chExt cx="715161" cy="540000"/>
          </a:xfrm>
        </p:grpSpPr>
        <p:sp>
          <p:nvSpPr>
            <p:cNvPr id="172" name="矩形 171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3" name="文字方塊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4" name="矩形 173"/>
          <p:cNvSpPr/>
          <p:nvPr/>
        </p:nvSpPr>
        <p:spPr>
          <a:xfrm rot="5400000">
            <a:off x="9168647" y="121232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/>
              <p:cNvSpPr txBox="1"/>
              <p:nvPr/>
            </p:nvSpPr>
            <p:spPr>
              <a:xfrm>
                <a:off x="8893982" y="127534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5" name="文字方塊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982" y="1275349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16" t="-42" r="3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文字方塊 175"/>
              <p:cNvSpPr txBox="1"/>
              <p:nvPr/>
            </p:nvSpPr>
            <p:spPr>
              <a:xfrm>
                <a:off x="4130031" y="2442270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6" name="文字方塊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031" y="2442270"/>
                <a:ext cx="1264920" cy="556895"/>
              </a:xfrm>
              <a:prstGeom prst="rect">
                <a:avLst/>
              </a:prstGeom>
              <a:blipFill rotWithShape="1">
                <a:blip r:embed="rId17"/>
                <a:stretch>
                  <a:fillRect l="-49" t="-11" r="-5824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7" name="群組 176"/>
          <p:cNvGrpSpPr/>
          <p:nvPr/>
        </p:nvGrpSpPr>
        <p:grpSpPr>
          <a:xfrm>
            <a:off x="6391181" y="2314628"/>
            <a:ext cx="1072742" cy="810000"/>
            <a:chOff x="7174951" y="3803115"/>
            <a:chExt cx="715161" cy="540000"/>
          </a:xfrm>
        </p:grpSpPr>
        <p:sp>
          <p:nvSpPr>
            <p:cNvPr id="178" name="矩形 177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字方塊 178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9" name="文字方塊 1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0" name="矩形 179"/>
          <p:cNvSpPr/>
          <p:nvPr/>
        </p:nvSpPr>
        <p:spPr>
          <a:xfrm rot="5400000">
            <a:off x="5830280" y="229707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字方塊 180"/>
              <p:cNvSpPr txBox="1"/>
              <p:nvPr/>
            </p:nvSpPr>
            <p:spPr>
              <a:xfrm>
                <a:off x="5555615" y="2360098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81" name="文字方塊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615" y="2360098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t="-68" r="2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字方塊 181"/>
              <p:cNvSpPr txBox="1"/>
              <p:nvPr/>
            </p:nvSpPr>
            <p:spPr>
              <a:xfrm>
                <a:off x="7442497" y="2468525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2" name="文字方塊 1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497" y="2468525"/>
                <a:ext cx="1264920" cy="556895"/>
              </a:xfrm>
              <a:prstGeom prst="rect">
                <a:avLst/>
              </a:prstGeom>
              <a:blipFill rotWithShape="1">
                <a:blip r:embed="rId18"/>
                <a:stretch>
                  <a:fillRect l="-23" t="-50" r="-5850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3" name="群組 182"/>
          <p:cNvGrpSpPr/>
          <p:nvPr/>
        </p:nvGrpSpPr>
        <p:grpSpPr>
          <a:xfrm>
            <a:off x="9703647" y="2340882"/>
            <a:ext cx="1072742" cy="810000"/>
            <a:chOff x="7174951" y="3803115"/>
            <a:chExt cx="715161" cy="540000"/>
          </a:xfrm>
        </p:grpSpPr>
        <p:sp>
          <p:nvSpPr>
            <p:cNvPr id="184" name="矩形 183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字方塊 184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85" name="文字方塊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矩形 185"/>
          <p:cNvSpPr/>
          <p:nvPr/>
        </p:nvSpPr>
        <p:spPr>
          <a:xfrm rot="5400000">
            <a:off x="9142746" y="2323326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/>
              <p:cNvSpPr txBox="1"/>
              <p:nvPr/>
            </p:nvSpPr>
            <p:spPr>
              <a:xfrm>
                <a:off x="8868081" y="2386353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87" name="文字方塊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081" y="2386353"/>
                <a:ext cx="1072742" cy="645160"/>
              </a:xfrm>
              <a:prstGeom prst="rect">
                <a:avLst/>
              </a:prstGeom>
              <a:blipFill rotWithShape="1">
                <a:blip r:embed="rId13"/>
                <a:stretch>
                  <a:fillRect l="-29" t="-4" r="50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8" name="群組 187"/>
          <p:cNvGrpSpPr/>
          <p:nvPr/>
        </p:nvGrpSpPr>
        <p:grpSpPr>
          <a:xfrm>
            <a:off x="14505608" y="1477131"/>
            <a:ext cx="1072742" cy="810000"/>
            <a:chOff x="7174951" y="3803115"/>
            <a:chExt cx="715161" cy="540000"/>
          </a:xfrm>
        </p:grpSpPr>
        <p:sp>
          <p:nvSpPr>
            <p:cNvPr id="189" name="矩形 188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字方塊 189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0" name="文字方塊 1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群組 25"/>
          <p:cNvGrpSpPr/>
          <p:nvPr/>
        </p:nvGrpSpPr>
        <p:grpSpPr>
          <a:xfrm>
            <a:off x="13518866" y="643920"/>
            <a:ext cx="1072741" cy="646430"/>
            <a:chOff x="7193535" y="5191659"/>
            <a:chExt cx="715161" cy="430953"/>
          </a:xfrm>
        </p:grpSpPr>
        <p:sp>
          <p:nvSpPr>
            <p:cNvPr id="191" name="矩形 190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2" name="文字方塊 1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3" name="群組 192"/>
          <p:cNvGrpSpPr/>
          <p:nvPr/>
        </p:nvGrpSpPr>
        <p:grpSpPr>
          <a:xfrm>
            <a:off x="13518866" y="1264282"/>
            <a:ext cx="1072741" cy="646430"/>
            <a:chOff x="7193535" y="5191659"/>
            <a:chExt cx="715161" cy="430953"/>
          </a:xfrm>
        </p:grpSpPr>
        <p:sp>
          <p:nvSpPr>
            <p:cNvPr id="194" name="矩形 193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文字方塊 194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5" name="文字方塊 1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6" name="群組 195"/>
          <p:cNvGrpSpPr/>
          <p:nvPr/>
        </p:nvGrpSpPr>
        <p:grpSpPr>
          <a:xfrm>
            <a:off x="13518866" y="1882131"/>
            <a:ext cx="1072741" cy="646430"/>
            <a:chOff x="7193535" y="5191659"/>
            <a:chExt cx="715161" cy="430953"/>
          </a:xfrm>
        </p:grpSpPr>
        <p:sp>
          <p:nvSpPr>
            <p:cNvPr id="197" name="矩形 196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8" name="文字方塊 1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9" name="群組 198"/>
          <p:cNvGrpSpPr/>
          <p:nvPr/>
        </p:nvGrpSpPr>
        <p:grpSpPr>
          <a:xfrm>
            <a:off x="13518866" y="2476779"/>
            <a:ext cx="1072741" cy="645161"/>
            <a:chOff x="7193535" y="5191659"/>
            <a:chExt cx="715161" cy="430107"/>
          </a:xfrm>
        </p:grpSpPr>
        <p:sp>
          <p:nvSpPr>
            <p:cNvPr id="200" name="矩形 199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文字方塊 200"/>
                <p:cNvSpPr txBox="1"/>
                <p:nvPr/>
              </p:nvSpPr>
              <p:spPr>
                <a:xfrm>
                  <a:off x="7193535" y="5191659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01" name="文字方塊 2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10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文字方塊 201"/>
              <p:cNvSpPr txBox="1"/>
              <p:nvPr/>
            </p:nvSpPr>
            <p:spPr>
              <a:xfrm>
                <a:off x="12816369" y="1666986"/>
                <a:ext cx="3943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02" name="文字方塊 2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369" y="1666986"/>
                <a:ext cx="394335" cy="553720"/>
              </a:xfrm>
              <a:prstGeom prst="rect">
                <a:avLst/>
              </a:prstGeom>
              <a:blipFill rotWithShape="1">
                <a:blip r:embed="rId19"/>
                <a:stretch>
                  <a:fillRect l="-42" t="-20" r="-18960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/>
          <p:cNvGrpSpPr/>
          <p:nvPr/>
        </p:nvGrpSpPr>
        <p:grpSpPr>
          <a:xfrm>
            <a:off x="11798306" y="532021"/>
            <a:ext cx="794385" cy="646025"/>
            <a:chOff x="5686213" y="4717020"/>
            <a:chExt cx="529590" cy="430683"/>
          </a:xfrm>
        </p:grpSpPr>
        <p:sp>
          <p:nvSpPr>
            <p:cNvPr id="204" name="矩形 203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字方塊 202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03" name="文字方塊 2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" name="群組 204"/>
          <p:cNvGrpSpPr/>
          <p:nvPr/>
        </p:nvGrpSpPr>
        <p:grpSpPr>
          <a:xfrm>
            <a:off x="11811369" y="1178046"/>
            <a:ext cx="794385" cy="646025"/>
            <a:chOff x="5686213" y="4717020"/>
            <a:chExt cx="529590" cy="430683"/>
          </a:xfrm>
        </p:grpSpPr>
        <p:sp>
          <p:nvSpPr>
            <p:cNvPr id="206" name="矩形 205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字方塊 206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07" name="文字方塊 2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8" name="群組 207"/>
          <p:cNvGrpSpPr/>
          <p:nvPr/>
        </p:nvGrpSpPr>
        <p:grpSpPr>
          <a:xfrm>
            <a:off x="11811921" y="1827417"/>
            <a:ext cx="794385" cy="646025"/>
            <a:chOff x="5686213" y="4717020"/>
            <a:chExt cx="529590" cy="430683"/>
          </a:xfrm>
        </p:grpSpPr>
        <p:sp>
          <p:nvSpPr>
            <p:cNvPr id="209" name="矩形 208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字方塊 209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10" name="文字方塊 2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1" name="群組 210"/>
          <p:cNvGrpSpPr/>
          <p:nvPr/>
        </p:nvGrpSpPr>
        <p:grpSpPr>
          <a:xfrm>
            <a:off x="11812425" y="2469756"/>
            <a:ext cx="794385" cy="646025"/>
            <a:chOff x="5686213" y="4717020"/>
            <a:chExt cx="529590" cy="430683"/>
          </a:xfrm>
        </p:grpSpPr>
        <p:sp>
          <p:nvSpPr>
            <p:cNvPr id="212" name="矩形 211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字方塊 212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13" name="文字方塊 2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0" name="矩形 139"/>
          <p:cNvSpPr/>
          <p:nvPr/>
        </p:nvSpPr>
        <p:spPr>
          <a:xfrm>
            <a:off x="2995892" y="5545845"/>
            <a:ext cx="772769" cy="1157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字方塊 140"/>
              <p:cNvSpPr txBox="1"/>
              <p:nvPr/>
            </p:nvSpPr>
            <p:spPr>
              <a:xfrm>
                <a:off x="3574479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1" name="文字方塊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479" y="3357359"/>
                <a:ext cx="794385" cy="556895"/>
              </a:xfrm>
              <a:prstGeom prst="rect">
                <a:avLst/>
              </a:prstGeom>
              <a:blipFill rotWithShape="1">
                <a:blip r:embed="rId20"/>
                <a:stretch>
                  <a:fillRect l="-8" t="-20" r="-9504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字方塊 141"/>
              <p:cNvSpPr txBox="1"/>
              <p:nvPr/>
            </p:nvSpPr>
            <p:spPr>
              <a:xfrm>
                <a:off x="6983376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2" name="文字方塊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76" y="3357359"/>
                <a:ext cx="794385" cy="556895"/>
              </a:xfrm>
              <a:prstGeom prst="rect">
                <a:avLst/>
              </a:prstGeom>
              <a:blipFill rotWithShape="1">
                <a:blip r:embed="rId21"/>
                <a:stretch>
                  <a:fillRect l="-35" t="-20" r="-9477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字方塊 142"/>
              <p:cNvSpPr txBox="1"/>
              <p:nvPr/>
            </p:nvSpPr>
            <p:spPr>
              <a:xfrm>
                <a:off x="10210173" y="3357359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3" name="文字方塊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173" y="3357359"/>
                <a:ext cx="794385" cy="556895"/>
              </a:xfrm>
              <a:prstGeom prst="rect">
                <a:avLst/>
              </a:prstGeom>
              <a:blipFill rotWithShape="1">
                <a:blip r:embed="rId22"/>
                <a:stretch>
                  <a:fillRect l="-1" t="-20" r="-9511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/>
              <p:cNvSpPr txBox="1"/>
              <p:nvPr/>
            </p:nvSpPr>
            <p:spPr>
              <a:xfrm>
                <a:off x="13743971" y="3381693"/>
                <a:ext cx="794385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44" name="文字方塊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971" y="3381693"/>
                <a:ext cx="794385" cy="556895"/>
              </a:xfrm>
              <a:prstGeom prst="rect">
                <a:avLst/>
              </a:prstGeom>
              <a:blipFill rotWithShape="1">
                <a:blip r:embed="rId23"/>
                <a:stretch>
                  <a:fillRect l="-4" t="-57" r="-9508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4</a:t>
            </a:fld>
            <a:endParaRPr lang="zh-TW" altLang="en-US" sz="100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450850" y="-462205"/>
            <a:ext cx="16084552" cy="1551434"/>
          </a:xfrm>
        </p:spPr>
        <p:txBody>
          <a:bodyPr/>
          <a:lstStyle/>
          <a:p>
            <a:pPr algn="l"/>
            <a:r>
              <a:rPr lang="en-US" altLang="zh-TW" dirty="0"/>
              <a:t>Self-attention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8" grpId="0" bldLvl="0" animBg="1"/>
      <p:bldP spid="111" grpId="0" bldLvl="0" animBg="1"/>
      <p:bldP spid="114" grpId="0" bldLvl="0" animBg="1"/>
      <p:bldP spid="140" grpId="0" bldLvl="0" animBg="1"/>
      <p:bldP spid="141" grpId="0"/>
      <p:bldP spid="142" grpId="0"/>
      <p:bldP spid="143" grpId="0"/>
      <p:bldP spid="1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線單箭頭接點 108"/>
          <p:cNvCxnSpPr/>
          <p:nvPr/>
        </p:nvCxnSpPr>
        <p:spPr>
          <a:xfrm flipH="1" flipV="1">
            <a:off x="7244502" y="4196309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endCxn id="8" idx="5"/>
          </p:cNvCxnSpPr>
          <p:nvPr/>
        </p:nvCxnSpPr>
        <p:spPr>
          <a:xfrm flipH="1" flipV="1">
            <a:off x="3930477" y="4142003"/>
            <a:ext cx="2909091" cy="159812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3700017" y="39115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8" name="橢圓 107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橢圓 110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4" name="橢圓 113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5" name="直線單箭頭接點 114"/>
          <p:cNvCxnSpPr>
            <a:endCxn id="114" idx="4"/>
          </p:cNvCxnSpPr>
          <p:nvPr/>
        </p:nvCxnSpPr>
        <p:spPr>
          <a:xfrm flipV="1">
            <a:off x="6791424" y="4245632"/>
            <a:ext cx="7174662" cy="14227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endCxn id="111" idx="4"/>
          </p:cNvCxnSpPr>
          <p:nvPr/>
        </p:nvCxnSpPr>
        <p:spPr>
          <a:xfrm flipV="1">
            <a:off x="6791424" y="4207530"/>
            <a:ext cx="3798222" cy="14608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endCxn id="108" idx="4"/>
          </p:cNvCxnSpPr>
          <p:nvPr/>
        </p:nvCxnSpPr>
        <p:spPr>
          <a:xfrm flipV="1">
            <a:off x="6791424" y="4194243"/>
            <a:ext cx="490109" cy="14741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endCxn id="8" idx="4"/>
          </p:cNvCxnSpPr>
          <p:nvPr/>
        </p:nvCxnSpPr>
        <p:spPr>
          <a:xfrm flipH="1" flipV="1">
            <a:off x="3835017" y="4181543"/>
            <a:ext cx="372975" cy="13838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4862828" y="569379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/>
              <p:cNvSpPr txBox="1"/>
              <p:nvPr/>
            </p:nvSpPr>
            <p:spPr>
              <a:xfrm>
                <a:off x="4575189" y="575010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26" name="文字方塊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189" y="5750109"/>
                <a:ext cx="1072742" cy="646430"/>
              </a:xfrm>
              <a:prstGeom prst="rect">
                <a:avLst/>
              </a:prstGeom>
              <a:blipFill rotWithShape="1">
                <a:blip r:embed="rId3"/>
                <a:stretch>
                  <a:fillRect l="-1" t="-28" r="22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 126"/>
          <p:cNvSpPr/>
          <p:nvPr/>
        </p:nvSpPr>
        <p:spPr>
          <a:xfrm>
            <a:off x="4004261" y="569379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/>
              <p:cNvSpPr txBox="1"/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30" name="文字方塊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033" y="5765520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l="-13" t="-55" r="34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 130"/>
          <p:cNvSpPr/>
          <p:nvPr/>
        </p:nvSpPr>
        <p:spPr>
          <a:xfrm>
            <a:off x="3161106" y="5693795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字方塊 164"/>
              <p:cNvSpPr txBox="1"/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5" name="文字方塊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879" y="5765520"/>
                <a:ext cx="1072742" cy="640715"/>
              </a:xfrm>
              <a:prstGeom prst="rect">
                <a:avLst/>
              </a:prstGeom>
              <a:blipFill rotWithShape="1">
                <a:blip r:embed="rId5"/>
                <a:stretch>
                  <a:fillRect l="-25" t="-55" r="46" b="5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矩形 165"/>
          <p:cNvSpPr/>
          <p:nvPr/>
        </p:nvSpPr>
        <p:spPr>
          <a:xfrm>
            <a:off x="8277146" y="566840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/>
              <p:cNvSpPr txBox="1"/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7" name="文字方塊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507" y="5724714"/>
                <a:ext cx="1072742" cy="646430"/>
              </a:xfrm>
              <a:prstGeom prst="rect">
                <a:avLst/>
              </a:prstGeom>
              <a:blipFill rotWithShape="1">
                <a:blip r:embed="rId6"/>
                <a:stretch>
                  <a:fillRect l="-53" t="-29" r="15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矩形 167"/>
          <p:cNvSpPr/>
          <p:nvPr/>
        </p:nvSpPr>
        <p:spPr>
          <a:xfrm>
            <a:off x="7418579" y="566840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字方塊 168"/>
              <p:cNvSpPr txBox="1"/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9" name="文字方塊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351" y="5740125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6" t="-56" r="27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矩形 169"/>
          <p:cNvSpPr/>
          <p:nvPr/>
        </p:nvSpPr>
        <p:spPr>
          <a:xfrm>
            <a:off x="6575424" y="5668400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字方塊 170"/>
              <p:cNvSpPr txBox="1"/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1" name="文字方塊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196" y="5740125"/>
                <a:ext cx="1072742" cy="640715"/>
              </a:xfrm>
              <a:prstGeom prst="rect">
                <a:avLst/>
              </a:prstGeom>
              <a:blipFill rotWithShape="1">
                <a:blip r:embed="rId8"/>
                <a:stretch>
                  <a:fillRect l="-17" t="-56" r="38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矩形 171"/>
          <p:cNvSpPr/>
          <p:nvPr/>
        </p:nvSpPr>
        <p:spPr>
          <a:xfrm>
            <a:off x="11643320" y="5684291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/>
              <p:cNvSpPr txBox="1"/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3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681" y="5740605"/>
                <a:ext cx="1072742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57" t="-32" r="19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矩形 173"/>
          <p:cNvSpPr/>
          <p:nvPr/>
        </p:nvSpPr>
        <p:spPr>
          <a:xfrm>
            <a:off x="10784753" y="568429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/>
              <p:cNvSpPr txBox="1"/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5" name="文字方塊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525" y="5756016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l="-9" t="-58" r="30" b="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矩形 175"/>
          <p:cNvSpPr/>
          <p:nvPr/>
        </p:nvSpPr>
        <p:spPr>
          <a:xfrm>
            <a:off x="9941598" y="5684291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字方塊 176"/>
              <p:cNvSpPr txBox="1"/>
              <p:nvPr/>
            </p:nvSpPr>
            <p:spPr>
              <a:xfrm>
                <a:off x="9669371" y="5756016"/>
                <a:ext cx="1072742" cy="640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7" name="文字方塊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71" y="5756016"/>
                <a:ext cx="1072742" cy="640715"/>
              </a:xfrm>
              <a:prstGeom prst="rect">
                <a:avLst/>
              </a:prstGeom>
              <a:blipFill rotWithShape="1">
                <a:blip r:embed="rId11"/>
                <a:stretch>
                  <a:fillRect l="-21" t="-59" r="42" b="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矩形 177"/>
          <p:cNvSpPr/>
          <p:nvPr/>
        </p:nvSpPr>
        <p:spPr>
          <a:xfrm>
            <a:off x="15022376" y="570467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字方塊 178"/>
              <p:cNvSpPr txBox="1"/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9" name="文字方塊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4737" y="5760987"/>
                <a:ext cx="1072742" cy="645160"/>
              </a:xfrm>
              <a:prstGeom prst="rect">
                <a:avLst/>
              </a:prstGeom>
              <a:blipFill rotWithShape="1">
                <a:blip r:embed="rId12"/>
                <a:stretch>
                  <a:fillRect l="-18" t="-41" r="40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矩形 179"/>
          <p:cNvSpPr/>
          <p:nvPr/>
        </p:nvSpPr>
        <p:spPr>
          <a:xfrm>
            <a:off x="14163809" y="570467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字方塊 180"/>
              <p:cNvSpPr txBox="1"/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81" name="文字方塊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581" y="5776398"/>
                <a:ext cx="1072742" cy="645160"/>
              </a:xfrm>
              <a:prstGeom prst="rect">
                <a:avLst/>
              </a:prstGeom>
              <a:blipFill rotWithShape="1">
                <a:blip r:embed="rId13"/>
                <a:stretch>
                  <a:fillRect l="-30" t="-68" r="5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矩形 181"/>
          <p:cNvSpPr/>
          <p:nvPr/>
        </p:nvSpPr>
        <p:spPr>
          <a:xfrm>
            <a:off x="13320654" y="5704673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82"/>
              <p:cNvSpPr txBox="1"/>
              <p:nvPr/>
            </p:nvSpPr>
            <p:spPr>
              <a:xfrm>
                <a:off x="13048427" y="5776398"/>
                <a:ext cx="1072742" cy="63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83" name="文字方塊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8427" y="5776398"/>
                <a:ext cx="1072742" cy="639445"/>
              </a:xfrm>
              <a:prstGeom prst="rect">
                <a:avLst/>
              </a:prstGeom>
              <a:blipFill rotWithShape="1">
                <a:blip r:embed="rId14"/>
                <a:stretch>
                  <a:fillRect l="-42" t="-68" r="4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群組 183"/>
          <p:cNvGrpSpPr/>
          <p:nvPr/>
        </p:nvGrpSpPr>
        <p:grpSpPr>
          <a:xfrm>
            <a:off x="12818582" y="7916571"/>
            <a:ext cx="1072742" cy="810000"/>
            <a:chOff x="7174951" y="3803115"/>
            <a:chExt cx="715161" cy="540000"/>
          </a:xfrm>
        </p:grpSpPr>
        <p:sp>
          <p:nvSpPr>
            <p:cNvPr id="185" name="矩形 184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字方塊 185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86" name="文字方塊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7" name="群組 186"/>
          <p:cNvGrpSpPr/>
          <p:nvPr/>
        </p:nvGrpSpPr>
        <p:grpSpPr>
          <a:xfrm>
            <a:off x="11851300" y="7094406"/>
            <a:ext cx="1072741" cy="646430"/>
            <a:chOff x="7193535" y="5191659"/>
            <a:chExt cx="715161" cy="430953"/>
          </a:xfrm>
        </p:grpSpPr>
        <p:sp>
          <p:nvSpPr>
            <p:cNvPr id="188" name="矩形 187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字方塊 188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89" name="文字方塊 1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0" name="群組 189"/>
          <p:cNvGrpSpPr/>
          <p:nvPr/>
        </p:nvGrpSpPr>
        <p:grpSpPr>
          <a:xfrm>
            <a:off x="11851300" y="7714769"/>
            <a:ext cx="1072741" cy="646430"/>
            <a:chOff x="7193535" y="5191659"/>
            <a:chExt cx="715161" cy="430953"/>
          </a:xfrm>
        </p:grpSpPr>
        <p:sp>
          <p:nvSpPr>
            <p:cNvPr id="191" name="矩形 190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2" name="文字方塊 1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3" name="群組 192"/>
          <p:cNvGrpSpPr/>
          <p:nvPr/>
        </p:nvGrpSpPr>
        <p:grpSpPr>
          <a:xfrm>
            <a:off x="11851300" y="8332617"/>
            <a:ext cx="1072741" cy="646430"/>
            <a:chOff x="7193535" y="5191659"/>
            <a:chExt cx="715161" cy="430953"/>
          </a:xfrm>
        </p:grpSpPr>
        <p:sp>
          <p:nvSpPr>
            <p:cNvPr id="194" name="矩形 193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文字方塊 194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5" name="文字方塊 1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6" name="群組 195"/>
          <p:cNvGrpSpPr/>
          <p:nvPr/>
        </p:nvGrpSpPr>
        <p:grpSpPr>
          <a:xfrm>
            <a:off x="11851300" y="8927265"/>
            <a:ext cx="1072741" cy="645161"/>
            <a:chOff x="7193535" y="5191659"/>
            <a:chExt cx="715161" cy="430107"/>
          </a:xfrm>
        </p:grpSpPr>
        <p:sp>
          <p:nvSpPr>
            <p:cNvPr id="197" name="矩形 196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/>
                <p:cNvSpPr txBox="1"/>
                <p:nvPr/>
              </p:nvSpPr>
              <p:spPr>
                <a:xfrm>
                  <a:off x="7193535" y="5191659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8" name="文字方塊 1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10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字方塊 198"/>
              <p:cNvSpPr txBox="1"/>
              <p:nvPr/>
            </p:nvSpPr>
            <p:spPr>
              <a:xfrm>
                <a:off x="11148804" y="8117472"/>
                <a:ext cx="3943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9" name="文字方塊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8804" y="8117472"/>
                <a:ext cx="394335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28" t="-48" r="-18974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0" name="群組 199"/>
          <p:cNvGrpSpPr/>
          <p:nvPr/>
        </p:nvGrpSpPr>
        <p:grpSpPr>
          <a:xfrm>
            <a:off x="7449450" y="6913689"/>
            <a:ext cx="794385" cy="646025"/>
            <a:chOff x="5686213" y="4717020"/>
            <a:chExt cx="529590" cy="430683"/>
          </a:xfrm>
        </p:grpSpPr>
        <p:sp>
          <p:nvSpPr>
            <p:cNvPr id="201" name="矩形 200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字方塊 201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02" name="文字方塊 2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3" name="群組 202"/>
          <p:cNvGrpSpPr/>
          <p:nvPr/>
        </p:nvGrpSpPr>
        <p:grpSpPr>
          <a:xfrm>
            <a:off x="7462514" y="7559714"/>
            <a:ext cx="794385" cy="646025"/>
            <a:chOff x="5686213" y="4717020"/>
            <a:chExt cx="529590" cy="430683"/>
          </a:xfrm>
        </p:grpSpPr>
        <p:sp>
          <p:nvSpPr>
            <p:cNvPr id="204" name="矩形 203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字方塊 204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05" name="文字方塊 2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6" name="群組 205"/>
          <p:cNvGrpSpPr/>
          <p:nvPr/>
        </p:nvGrpSpPr>
        <p:grpSpPr>
          <a:xfrm>
            <a:off x="7463066" y="8209084"/>
            <a:ext cx="794385" cy="646025"/>
            <a:chOff x="5686213" y="4717020"/>
            <a:chExt cx="529590" cy="430683"/>
          </a:xfrm>
        </p:grpSpPr>
        <p:sp>
          <p:nvSpPr>
            <p:cNvPr id="207" name="矩形 206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字方塊 207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08" name="文字方塊 2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9" name="群組 208"/>
          <p:cNvGrpSpPr/>
          <p:nvPr/>
        </p:nvGrpSpPr>
        <p:grpSpPr>
          <a:xfrm>
            <a:off x="7463570" y="8851424"/>
            <a:ext cx="794385" cy="646025"/>
            <a:chOff x="5686213" y="4717020"/>
            <a:chExt cx="529590" cy="430683"/>
          </a:xfrm>
        </p:grpSpPr>
        <p:sp>
          <p:nvSpPr>
            <p:cNvPr id="210" name="矩形 209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字方塊 210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11" name="文字方塊 2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2" name="群組 211"/>
          <p:cNvGrpSpPr/>
          <p:nvPr/>
        </p:nvGrpSpPr>
        <p:grpSpPr>
          <a:xfrm>
            <a:off x="13500909" y="7927617"/>
            <a:ext cx="1072742" cy="810000"/>
            <a:chOff x="7174951" y="3803115"/>
            <a:chExt cx="715161" cy="540000"/>
          </a:xfrm>
        </p:grpSpPr>
        <p:sp>
          <p:nvSpPr>
            <p:cNvPr id="213" name="矩形 212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字方塊 213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14" name="文字方塊 2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5" name="群組 214"/>
          <p:cNvGrpSpPr/>
          <p:nvPr/>
        </p:nvGrpSpPr>
        <p:grpSpPr>
          <a:xfrm>
            <a:off x="8309111" y="6936030"/>
            <a:ext cx="800100" cy="646025"/>
            <a:chOff x="5686213" y="4717020"/>
            <a:chExt cx="533400" cy="430683"/>
          </a:xfrm>
        </p:grpSpPr>
        <p:sp>
          <p:nvSpPr>
            <p:cNvPr id="216" name="矩形 215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字方塊 216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17" name="文字方塊 2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8" name="群組 217"/>
          <p:cNvGrpSpPr/>
          <p:nvPr/>
        </p:nvGrpSpPr>
        <p:grpSpPr>
          <a:xfrm>
            <a:off x="8322174" y="7582055"/>
            <a:ext cx="800100" cy="646025"/>
            <a:chOff x="5686213" y="4717020"/>
            <a:chExt cx="533400" cy="430683"/>
          </a:xfrm>
        </p:grpSpPr>
        <p:sp>
          <p:nvSpPr>
            <p:cNvPr id="219" name="矩形 218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字方塊 219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20" name="文字方塊 2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1" name="群組 220"/>
          <p:cNvGrpSpPr/>
          <p:nvPr/>
        </p:nvGrpSpPr>
        <p:grpSpPr>
          <a:xfrm>
            <a:off x="8322726" y="8231425"/>
            <a:ext cx="800100" cy="646025"/>
            <a:chOff x="5686213" y="4717020"/>
            <a:chExt cx="533400" cy="430683"/>
          </a:xfrm>
        </p:grpSpPr>
        <p:sp>
          <p:nvSpPr>
            <p:cNvPr id="222" name="矩形 221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字方塊 222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23" name="文字方塊 2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群組 223"/>
          <p:cNvGrpSpPr/>
          <p:nvPr/>
        </p:nvGrpSpPr>
        <p:grpSpPr>
          <a:xfrm>
            <a:off x="8323230" y="8873765"/>
            <a:ext cx="800100" cy="646025"/>
            <a:chOff x="5686213" y="4717020"/>
            <a:chExt cx="533400" cy="430683"/>
          </a:xfrm>
        </p:grpSpPr>
        <p:sp>
          <p:nvSpPr>
            <p:cNvPr id="225" name="矩形 224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字方塊 225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26" name="文字方塊 2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7" name="群組 226"/>
          <p:cNvGrpSpPr/>
          <p:nvPr/>
        </p:nvGrpSpPr>
        <p:grpSpPr>
          <a:xfrm>
            <a:off x="9173081" y="6913689"/>
            <a:ext cx="800100" cy="646025"/>
            <a:chOff x="5686213" y="4717020"/>
            <a:chExt cx="533400" cy="430683"/>
          </a:xfrm>
        </p:grpSpPr>
        <p:sp>
          <p:nvSpPr>
            <p:cNvPr id="228" name="矩形 227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文字方塊 228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29" name="文字方塊 2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0" name="群組 229"/>
          <p:cNvGrpSpPr/>
          <p:nvPr/>
        </p:nvGrpSpPr>
        <p:grpSpPr>
          <a:xfrm>
            <a:off x="9186144" y="7559714"/>
            <a:ext cx="800100" cy="646025"/>
            <a:chOff x="5686213" y="4717020"/>
            <a:chExt cx="533400" cy="430683"/>
          </a:xfrm>
        </p:grpSpPr>
        <p:sp>
          <p:nvSpPr>
            <p:cNvPr id="231" name="矩形 230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字方塊 231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32" name="文字方塊 2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群組 232"/>
          <p:cNvGrpSpPr/>
          <p:nvPr/>
        </p:nvGrpSpPr>
        <p:grpSpPr>
          <a:xfrm>
            <a:off x="9186696" y="8209084"/>
            <a:ext cx="800100" cy="646025"/>
            <a:chOff x="5686213" y="4717020"/>
            <a:chExt cx="533400" cy="430683"/>
          </a:xfrm>
        </p:grpSpPr>
        <p:sp>
          <p:nvSpPr>
            <p:cNvPr id="234" name="矩形 233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文字方塊 234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35" name="文字方塊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6" name="群組 235"/>
          <p:cNvGrpSpPr/>
          <p:nvPr/>
        </p:nvGrpSpPr>
        <p:grpSpPr>
          <a:xfrm>
            <a:off x="9187200" y="8851424"/>
            <a:ext cx="800100" cy="646025"/>
            <a:chOff x="5686213" y="4717020"/>
            <a:chExt cx="533400" cy="430683"/>
          </a:xfrm>
        </p:grpSpPr>
        <p:sp>
          <p:nvSpPr>
            <p:cNvPr id="237" name="矩形 236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字方塊 237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38" name="文字方塊 2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9" name="群組 238"/>
          <p:cNvGrpSpPr/>
          <p:nvPr/>
        </p:nvGrpSpPr>
        <p:grpSpPr>
          <a:xfrm>
            <a:off x="10008270" y="6952856"/>
            <a:ext cx="800100" cy="646025"/>
            <a:chOff x="5686213" y="4717020"/>
            <a:chExt cx="533400" cy="430683"/>
          </a:xfrm>
        </p:grpSpPr>
        <p:sp>
          <p:nvSpPr>
            <p:cNvPr id="240" name="矩形 239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字方塊 240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41" name="文字方塊 2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2" name="群組 241"/>
          <p:cNvGrpSpPr/>
          <p:nvPr/>
        </p:nvGrpSpPr>
        <p:grpSpPr>
          <a:xfrm>
            <a:off x="10021333" y="7598880"/>
            <a:ext cx="800100" cy="646025"/>
            <a:chOff x="5686213" y="4717020"/>
            <a:chExt cx="533400" cy="430683"/>
          </a:xfrm>
        </p:grpSpPr>
        <p:sp>
          <p:nvSpPr>
            <p:cNvPr id="243" name="矩形 242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文字方塊 243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44" name="文字方塊 2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2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5" name="群組 244"/>
          <p:cNvGrpSpPr/>
          <p:nvPr/>
        </p:nvGrpSpPr>
        <p:grpSpPr>
          <a:xfrm>
            <a:off x="10021885" y="8248251"/>
            <a:ext cx="800100" cy="646025"/>
            <a:chOff x="5686213" y="4717020"/>
            <a:chExt cx="533400" cy="430683"/>
          </a:xfrm>
        </p:grpSpPr>
        <p:sp>
          <p:nvSpPr>
            <p:cNvPr id="246" name="矩形 245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字方塊 246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47" name="文字方塊 2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8" name="群組 247"/>
          <p:cNvGrpSpPr/>
          <p:nvPr/>
        </p:nvGrpSpPr>
        <p:grpSpPr>
          <a:xfrm>
            <a:off x="10022390" y="8890590"/>
            <a:ext cx="800100" cy="646025"/>
            <a:chOff x="5686213" y="4717020"/>
            <a:chExt cx="533400" cy="430683"/>
          </a:xfrm>
        </p:grpSpPr>
        <p:sp>
          <p:nvSpPr>
            <p:cNvPr id="249" name="矩形 248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文字方塊 249"/>
                <p:cNvSpPr txBox="1"/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50" name="文字方塊 2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1263"/>
                </a:xfrm>
                <a:prstGeom prst="rect">
                  <a:avLst/>
                </a:prstGeom>
                <a:blipFill rotWithShape="1">
                  <a:blip r:embed="rId3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文字方塊 250"/>
              <p:cNvSpPr txBox="1"/>
              <p:nvPr/>
            </p:nvSpPr>
            <p:spPr>
              <a:xfrm>
                <a:off x="12087842" y="9543068"/>
                <a:ext cx="501483" cy="6337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51" name="文字方塊 2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7842" y="9543068"/>
                <a:ext cx="501483" cy="633730"/>
              </a:xfrm>
              <a:prstGeom prst="rect">
                <a:avLst/>
              </a:prstGeom>
              <a:blipFill rotWithShape="1">
                <a:blip r:embed="rId32"/>
                <a:stretch>
                  <a:fillRect l="-123" t="-45" r="-25868" b="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文字方塊 251"/>
              <p:cNvSpPr txBox="1"/>
              <p:nvPr/>
            </p:nvSpPr>
            <p:spPr>
              <a:xfrm>
                <a:off x="8924786" y="9543066"/>
                <a:ext cx="501483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52" name="文字方塊 2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786" y="9543066"/>
                <a:ext cx="501483" cy="645795"/>
              </a:xfrm>
              <a:prstGeom prst="rect">
                <a:avLst/>
              </a:prstGeom>
              <a:blipFill rotWithShape="1">
                <a:blip r:embed="rId33"/>
                <a:stretch>
                  <a:fillRect l="-99" t="-44" r="66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文字方塊 252"/>
              <p:cNvSpPr txBox="1"/>
              <p:nvPr/>
            </p:nvSpPr>
            <p:spPr>
              <a:xfrm>
                <a:off x="13977801" y="8805767"/>
                <a:ext cx="501483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53" name="文字方塊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801" y="8805767"/>
                <a:ext cx="501483" cy="645795"/>
              </a:xfrm>
              <a:prstGeom prst="rect">
                <a:avLst/>
              </a:prstGeom>
              <a:blipFill rotWithShape="1">
                <a:blip r:embed="rId34"/>
                <a:stretch>
                  <a:fillRect l="-36" t="-34" r="3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4" name="群組 253"/>
          <p:cNvGrpSpPr/>
          <p:nvPr/>
        </p:nvGrpSpPr>
        <p:grpSpPr>
          <a:xfrm>
            <a:off x="14161007" y="7928537"/>
            <a:ext cx="1072742" cy="810000"/>
            <a:chOff x="7174951" y="3803115"/>
            <a:chExt cx="715161" cy="540000"/>
          </a:xfrm>
        </p:grpSpPr>
        <p:sp>
          <p:nvSpPr>
            <p:cNvPr id="255" name="矩形 254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字方塊 255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56" name="文字方塊 2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7" name="群組 256"/>
          <p:cNvGrpSpPr/>
          <p:nvPr/>
        </p:nvGrpSpPr>
        <p:grpSpPr>
          <a:xfrm>
            <a:off x="14843334" y="7939583"/>
            <a:ext cx="1072742" cy="810000"/>
            <a:chOff x="7174951" y="3803115"/>
            <a:chExt cx="715161" cy="540000"/>
          </a:xfrm>
        </p:grpSpPr>
        <p:sp>
          <p:nvSpPr>
            <p:cNvPr id="258" name="矩形 257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字方塊 258"/>
                <p:cNvSpPr txBox="1"/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59" name="文字方塊 2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629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箭號: 向右 8"/>
          <p:cNvSpPr/>
          <p:nvPr/>
        </p:nvSpPr>
        <p:spPr>
          <a:xfrm flipH="1">
            <a:off x="6495660" y="7846689"/>
            <a:ext cx="772919" cy="72730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260" name="群組 259"/>
          <p:cNvGrpSpPr/>
          <p:nvPr/>
        </p:nvGrpSpPr>
        <p:grpSpPr>
          <a:xfrm>
            <a:off x="2985351" y="6871377"/>
            <a:ext cx="794385" cy="646025"/>
            <a:chOff x="5686213" y="4717020"/>
            <a:chExt cx="529590" cy="430683"/>
          </a:xfrm>
        </p:grpSpPr>
        <p:sp>
          <p:nvSpPr>
            <p:cNvPr id="261" name="矩形 260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文字方塊 261"/>
                <p:cNvSpPr txBox="1"/>
                <p:nvPr/>
              </p:nvSpPr>
              <p:spPr>
                <a:xfrm>
                  <a:off x="5686213" y="4717020"/>
                  <a:ext cx="529590" cy="3704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62" name="文字方塊 2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0417"/>
                </a:xfrm>
                <a:prstGeom prst="rect">
                  <a:avLst/>
                </a:prstGeom>
                <a:blipFill rotWithShape="1">
                  <a:blip r:embed="rId3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3" name="群組 262"/>
          <p:cNvGrpSpPr/>
          <p:nvPr/>
        </p:nvGrpSpPr>
        <p:grpSpPr>
          <a:xfrm>
            <a:off x="2998415" y="7517402"/>
            <a:ext cx="794385" cy="646025"/>
            <a:chOff x="5686213" y="4717020"/>
            <a:chExt cx="529590" cy="430683"/>
          </a:xfrm>
        </p:grpSpPr>
        <p:sp>
          <p:nvSpPr>
            <p:cNvPr id="264" name="矩形 263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字方塊 264"/>
                <p:cNvSpPr txBox="1"/>
                <p:nvPr/>
              </p:nvSpPr>
              <p:spPr>
                <a:xfrm>
                  <a:off x="5686213" y="4717020"/>
                  <a:ext cx="529590" cy="3708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65" name="文字方塊 2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0840"/>
                </a:xfrm>
                <a:prstGeom prst="rect">
                  <a:avLst/>
                </a:prstGeom>
                <a:blipFill rotWithShape="1">
                  <a:blip r:embed="rId3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6" name="群組 265"/>
          <p:cNvGrpSpPr/>
          <p:nvPr/>
        </p:nvGrpSpPr>
        <p:grpSpPr>
          <a:xfrm>
            <a:off x="2998967" y="8166773"/>
            <a:ext cx="823595" cy="1109981"/>
            <a:chOff x="5686213" y="4717020"/>
            <a:chExt cx="549063" cy="739987"/>
          </a:xfrm>
        </p:grpSpPr>
        <p:sp>
          <p:nvSpPr>
            <p:cNvPr id="267" name="矩形 266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字方塊 267"/>
                <p:cNvSpPr txBox="1"/>
                <p:nvPr/>
              </p:nvSpPr>
              <p:spPr>
                <a:xfrm>
                  <a:off x="5686213" y="4717020"/>
                  <a:ext cx="549063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68" name="文字方塊 2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49063" cy="739987"/>
                </a:xfrm>
                <a:prstGeom prst="rect">
                  <a:avLst/>
                </a:prstGeom>
                <a:blipFill rotWithShape="1">
                  <a:blip r:embed="rId3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9" name="群組 268"/>
          <p:cNvGrpSpPr/>
          <p:nvPr/>
        </p:nvGrpSpPr>
        <p:grpSpPr>
          <a:xfrm>
            <a:off x="2999471" y="8809112"/>
            <a:ext cx="794385" cy="646025"/>
            <a:chOff x="5686213" y="4717020"/>
            <a:chExt cx="529590" cy="430683"/>
          </a:xfrm>
        </p:grpSpPr>
        <p:sp>
          <p:nvSpPr>
            <p:cNvPr id="270" name="矩形 269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文字方塊 270"/>
                <p:cNvSpPr txBox="1"/>
                <p:nvPr/>
              </p:nvSpPr>
              <p:spPr>
                <a:xfrm>
                  <a:off x="5686213" y="4717020"/>
                  <a:ext cx="529590" cy="3704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1" name="文字方塊 2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0417"/>
                </a:xfrm>
                <a:prstGeom prst="rect">
                  <a:avLst/>
                </a:prstGeom>
                <a:blipFill rotWithShape="1">
                  <a:blip r:embed="rId3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" name="群組 271"/>
          <p:cNvGrpSpPr/>
          <p:nvPr/>
        </p:nvGrpSpPr>
        <p:grpSpPr>
          <a:xfrm>
            <a:off x="3845012" y="6893718"/>
            <a:ext cx="849630" cy="1109981"/>
            <a:chOff x="5686213" y="4717020"/>
            <a:chExt cx="566420" cy="739987"/>
          </a:xfrm>
        </p:grpSpPr>
        <p:sp>
          <p:nvSpPr>
            <p:cNvPr id="273" name="矩形 272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/>
                <p:cNvSpPr txBox="1"/>
                <p:nvPr/>
              </p:nvSpPr>
              <p:spPr>
                <a:xfrm>
                  <a:off x="5686213" y="4717020"/>
                  <a:ext cx="566420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4" name="文字方塊 2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66420" cy="739987"/>
                </a:xfrm>
                <a:prstGeom prst="rect">
                  <a:avLst/>
                </a:prstGeom>
                <a:blipFill rotWithShape="1">
                  <a:blip r:embed="rId3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5" name="群組 274"/>
          <p:cNvGrpSpPr/>
          <p:nvPr/>
        </p:nvGrpSpPr>
        <p:grpSpPr>
          <a:xfrm>
            <a:off x="3858075" y="7539743"/>
            <a:ext cx="849630" cy="1109981"/>
            <a:chOff x="5686213" y="4717020"/>
            <a:chExt cx="566420" cy="739987"/>
          </a:xfrm>
        </p:grpSpPr>
        <p:sp>
          <p:nvSpPr>
            <p:cNvPr id="276" name="矩形 275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文字方塊 276"/>
                <p:cNvSpPr txBox="1"/>
                <p:nvPr/>
              </p:nvSpPr>
              <p:spPr>
                <a:xfrm>
                  <a:off x="5686213" y="4717020"/>
                  <a:ext cx="566420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77" name="文字方塊 2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66420" cy="739987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8" name="群組 277"/>
          <p:cNvGrpSpPr/>
          <p:nvPr/>
        </p:nvGrpSpPr>
        <p:grpSpPr>
          <a:xfrm>
            <a:off x="3858627" y="8189114"/>
            <a:ext cx="824231" cy="1109981"/>
            <a:chOff x="5686213" y="4717020"/>
            <a:chExt cx="549487" cy="739987"/>
          </a:xfrm>
        </p:grpSpPr>
        <p:sp>
          <p:nvSpPr>
            <p:cNvPr id="279" name="矩形 278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字方塊 279"/>
                <p:cNvSpPr txBox="1"/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80" name="文字方塊 2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blipFill rotWithShape="1">
                  <a:blip r:embed="rId4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1" name="群組 280"/>
          <p:cNvGrpSpPr/>
          <p:nvPr/>
        </p:nvGrpSpPr>
        <p:grpSpPr>
          <a:xfrm>
            <a:off x="3859131" y="8831453"/>
            <a:ext cx="800100" cy="646025"/>
            <a:chOff x="5686213" y="4717020"/>
            <a:chExt cx="533400" cy="430683"/>
          </a:xfrm>
        </p:grpSpPr>
        <p:sp>
          <p:nvSpPr>
            <p:cNvPr id="282" name="矩形 281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文字方塊 282"/>
                <p:cNvSpPr txBox="1"/>
                <p:nvPr/>
              </p:nvSpPr>
              <p:spPr>
                <a:xfrm>
                  <a:off x="5686213" y="4717020"/>
                  <a:ext cx="533400" cy="3708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83" name="文字方塊 2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0840"/>
                </a:xfrm>
                <a:prstGeom prst="rect">
                  <a:avLst/>
                </a:prstGeom>
                <a:blipFill rotWithShape="1">
                  <a:blip r:embed="rId4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4" name="群組 283"/>
          <p:cNvGrpSpPr/>
          <p:nvPr/>
        </p:nvGrpSpPr>
        <p:grpSpPr>
          <a:xfrm>
            <a:off x="4708982" y="6871377"/>
            <a:ext cx="828041" cy="1109981"/>
            <a:chOff x="5686213" y="4717020"/>
            <a:chExt cx="552027" cy="739987"/>
          </a:xfrm>
        </p:grpSpPr>
        <p:sp>
          <p:nvSpPr>
            <p:cNvPr id="285" name="矩形 284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文字方塊 285"/>
                <p:cNvSpPr txBox="1"/>
                <p:nvPr/>
              </p:nvSpPr>
              <p:spPr>
                <a:xfrm>
                  <a:off x="5686213" y="4717020"/>
                  <a:ext cx="552027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86" name="文字方塊 2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52027" cy="739987"/>
                </a:xfrm>
                <a:prstGeom prst="rect">
                  <a:avLst/>
                </a:prstGeom>
                <a:blipFill rotWithShape="1">
                  <a:blip r:embed="rId4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7" name="群組 286"/>
          <p:cNvGrpSpPr/>
          <p:nvPr/>
        </p:nvGrpSpPr>
        <p:grpSpPr>
          <a:xfrm>
            <a:off x="4722045" y="7517402"/>
            <a:ext cx="824231" cy="1109981"/>
            <a:chOff x="5686213" y="4717020"/>
            <a:chExt cx="549487" cy="739987"/>
          </a:xfrm>
        </p:grpSpPr>
        <p:sp>
          <p:nvSpPr>
            <p:cNvPr id="288" name="矩形 287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字方塊 288"/>
                <p:cNvSpPr txBox="1"/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89" name="文字方塊 2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0" name="群組 289"/>
          <p:cNvGrpSpPr/>
          <p:nvPr/>
        </p:nvGrpSpPr>
        <p:grpSpPr>
          <a:xfrm>
            <a:off x="4722597" y="8166773"/>
            <a:ext cx="824231" cy="1109981"/>
            <a:chOff x="5686213" y="4717020"/>
            <a:chExt cx="549487" cy="739987"/>
          </a:xfrm>
        </p:grpSpPr>
        <p:sp>
          <p:nvSpPr>
            <p:cNvPr id="291" name="矩形 290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字方塊 291"/>
                <p:cNvSpPr txBox="1"/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92" name="文字方塊 2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3" name="群組 292"/>
          <p:cNvGrpSpPr/>
          <p:nvPr/>
        </p:nvGrpSpPr>
        <p:grpSpPr>
          <a:xfrm>
            <a:off x="4723101" y="8809112"/>
            <a:ext cx="800100" cy="646025"/>
            <a:chOff x="5686213" y="4717020"/>
            <a:chExt cx="533400" cy="430683"/>
          </a:xfrm>
        </p:grpSpPr>
        <p:sp>
          <p:nvSpPr>
            <p:cNvPr id="294" name="矩形 293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字方塊 294"/>
                <p:cNvSpPr txBox="1"/>
                <p:nvPr/>
              </p:nvSpPr>
              <p:spPr>
                <a:xfrm>
                  <a:off x="5686213" y="4717020"/>
                  <a:ext cx="533400" cy="3708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95" name="文字方塊 2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70840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6" name="群組 295"/>
          <p:cNvGrpSpPr/>
          <p:nvPr/>
        </p:nvGrpSpPr>
        <p:grpSpPr>
          <a:xfrm>
            <a:off x="5544171" y="6910544"/>
            <a:ext cx="828041" cy="1109345"/>
            <a:chOff x="5686213" y="4717020"/>
            <a:chExt cx="552027" cy="739563"/>
          </a:xfrm>
        </p:grpSpPr>
        <p:sp>
          <p:nvSpPr>
            <p:cNvPr id="297" name="矩形 296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字方塊 297"/>
                <p:cNvSpPr txBox="1"/>
                <p:nvPr/>
              </p:nvSpPr>
              <p:spPr>
                <a:xfrm>
                  <a:off x="5686213" y="4717020"/>
                  <a:ext cx="552027" cy="7395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98" name="文字方塊 2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52027" cy="739563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9" name="群組 298"/>
          <p:cNvGrpSpPr/>
          <p:nvPr/>
        </p:nvGrpSpPr>
        <p:grpSpPr>
          <a:xfrm>
            <a:off x="5557235" y="7556568"/>
            <a:ext cx="824231" cy="1109981"/>
            <a:chOff x="5686213" y="4717020"/>
            <a:chExt cx="549487" cy="739987"/>
          </a:xfrm>
        </p:grpSpPr>
        <p:sp>
          <p:nvSpPr>
            <p:cNvPr id="300" name="矩形 299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1" name="文字方塊 300"/>
                <p:cNvSpPr txBox="1"/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01" name="文字方塊 3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2" name="群組 301"/>
          <p:cNvGrpSpPr/>
          <p:nvPr/>
        </p:nvGrpSpPr>
        <p:grpSpPr>
          <a:xfrm>
            <a:off x="5557786" y="8205939"/>
            <a:ext cx="824231" cy="1109981"/>
            <a:chOff x="5686213" y="4717020"/>
            <a:chExt cx="549487" cy="739987"/>
          </a:xfrm>
        </p:grpSpPr>
        <p:sp>
          <p:nvSpPr>
            <p:cNvPr id="303" name="矩形 302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4" name="文字方塊 303"/>
                <p:cNvSpPr txBox="1"/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  <a:p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04" name="文字方塊 3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49487" cy="739987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5" name="群組 304"/>
          <p:cNvGrpSpPr/>
          <p:nvPr/>
        </p:nvGrpSpPr>
        <p:grpSpPr>
          <a:xfrm>
            <a:off x="5558291" y="8848278"/>
            <a:ext cx="800100" cy="646025"/>
            <a:chOff x="5686213" y="4717020"/>
            <a:chExt cx="533400" cy="430683"/>
          </a:xfrm>
        </p:grpSpPr>
        <p:sp>
          <p:nvSpPr>
            <p:cNvPr id="306" name="矩形 305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" name="文字方塊 306"/>
                <p:cNvSpPr txBox="1"/>
                <p:nvPr/>
              </p:nvSpPr>
              <p:spPr>
                <a:xfrm>
                  <a:off x="5686213" y="4717020"/>
                  <a:ext cx="533400" cy="3695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07" name="文字方塊 3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33400" cy="369570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字方塊 307"/>
              <p:cNvSpPr txBox="1"/>
              <p:nvPr/>
            </p:nvSpPr>
            <p:spPr>
              <a:xfrm>
                <a:off x="4460687" y="9500754"/>
                <a:ext cx="501483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8" name="文字方塊 3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687" y="9500754"/>
                <a:ext cx="501483" cy="645795"/>
              </a:xfrm>
              <a:prstGeom prst="rect">
                <a:avLst/>
              </a:prstGeom>
              <a:blipFill rotWithShape="1">
                <a:blip r:embed="rId51"/>
                <a:stretch>
                  <a:fillRect l="-89" t="-80" r="56" b="8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" name="矩形 308"/>
          <p:cNvSpPr/>
          <p:nvPr/>
        </p:nvSpPr>
        <p:spPr>
          <a:xfrm>
            <a:off x="6402269" y="5506472"/>
            <a:ext cx="772769" cy="11573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文字方塊 309"/>
              <p:cNvSpPr txBox="1"/>
              <p:nvPr/>
            </p:nvSpPr>
            <p:spPr>
              <a:xfrm>
                <a:off x="4130031" y="1329414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10" name="文字方塊 3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031" y="1329414"/>
                <a:ext cx="1264920" cy="556895"/>
              </a:xfrm>
              <a:prstGeom prst="rect">
                <a:avLst/>
              </a:prstGeom>
              <a:blipFill rotWithShape="1">
                <a:blip r:embed="rId52"/>
                <a:stretch>
                  <a:fillRect l="-49" t="-64" r="-5824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1" name="群組 310"/>
          <p:cNvGrpSpPr/>
          <p:nvPr/>
        </p:nvGrpSpPr>
        <p:grpSpPr>
          <a:xfrm>
            <a:off x="6391181" y="1201772"/>
            <a:ext cx="1072742" cy="810000"/>
            <a:chOff x="7174951" y="3803115"/>
            <a:chExt cx="715161" cy="540000"/>
          </a:xfrm>
        </p:grpSpPr>
        <p:sp>
          <p:nvSpPr>
            <p:cNvPr id="312" name="矩形 311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3" name="文字方塊 312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13" name="文字方塊 3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4" name="矩形 313"/>
          <p:cNvSpPr/>
          <p:nvPr/>
        </p:nvSpPr>
        <p:spPr>
          <a:xfrm rot="5400000">
            <a:off x="5830280" y="1184216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文字方塊 314"/>
              <p:cNvSpPr txBox="1"/>
              <p:nvPr/>
            </p:nvSpPr>
            <p:spPr>
              <a:xfrm>
                <a:off x="5555615" y="1247243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5" name="文字方塊 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615" y="1247243"/>
                <a:ext cx="1072742" cy="646430"/>
              </a:xfrm>
              <a:prstGeom prst="rect">
                <a:avLst/>
              </a:prstGeom>
              <a:blipFill rotWithShape="1">
                <a:blip r:embed="rId4"/>
                <a:stretch>
                  <a:fillRect t="-16" r="21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文字方塊 315"/>
              <p:cNvSpPr txBox="1"/>
              <p:nvPr/>
            </p:nvSpPr>
            <p:spPr>
              <a:xfrm>
                <a:off x="7468398" y="1357521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16" name="文字方塊 3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398" y="1357521"/>
                <a:ext cx="1264920" cy="556895"/>
              </a:xfrm>
              <a:prstGeom prst="rect">
                <a:avLst/>
              </a:prstGeom>
              <a:blipFill rotWithShape="1">
                <a:blip r:embed="rId53"/>
                <a:stretch>
                  <a:fillRect l="-13" t="-94" r="-5861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7" name="群組 316"/>
          <p:cNvGrpSpPr/>
          <p:nvPr/>
        </p:nvGrpSpPr>
        <p:grpSpPr>
          <a:xfrm>
            <a:off x="9729548" y="1229879"/>
            <a:ext cx="1072742" cy="810000"/>
            <a:chOff x="7174951" y="3803115"/>
            <a:chExt cx="715161" cy="540000"/>
          </a:xfrm>
        </p:grpSpPr>
        <p:sp>
          <p:nvSpPr>
            <p:cNvPr id="318" name="矩形 317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文字方塊 318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19" name="文字方塊 3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0" name="矩形 319"/>
          <p:cNvSpPr/>
          <p:nvPr/>
        </p:nvSpPr>
        <p:spPr>
          <a:xfrm rot="5400000">
            <a:off x="9168647" y="121232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文字方塊 320"/>
              <p:cNvSpPr txBox="1"/>
              <p:nvPr/>
            </p:nvSpPr>
            <p:spPr>
              <a:xfrm>
                <a:off x="8893982" y="127534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1" name="文字方塊 3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982" y="1275349"/>
                <a:ext cx="1072742" cy="646430"/>
              </a:xfrm>
              <a:prstGeom prst="rect">
                <a:avLst/>
              </a:prstGeom>
              <a:blipFill rotWithShape="1">
                <a:blip r:embed="rId7"/>
                <a:stretch>
                  <a:fillRect l="-16" t="-42" r="3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文字方塊 321"/>
              <p:cNvSpPr txBox="1"/>
              <p:nvPr/>
            </p:nvSpPr>
            <p:spPr>
              <a:xfrm>
                <a:off x="4130031" y="2442270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22" name="文字方塊 3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031" y="2442270"/>
                <a:ext cx="1264920" cy="556895"/>
              </a:xfrm>
              <a:prstGeom prst="rect">
                <a:avLst/>
              </a:prstGeom>
              <a:blipFill rotWithShape="1">
                <a:blip r:embed="rId54"/>
                <a:stretch>
                  <a:fillRect l="-49" t="-11" r="-5824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3" name="群組 322"/>
          <p:cNvGrpSpPr/>
          <p:nvPr/>
        </p:nvGrpSpPr>
        <p:grpSpPr>
          <a:xfrm>
            <a:off x="6391181" y="2314628"/>
            <a:ext cx="1072742" cy="810000"/>
            <a:chOff x="7174951" y="3803115"/>
            <a:chExt cx="715161" cy="540000"/>
          </a:xfrm>
        </p:grpSpPr>
        <p:sp>
          <p:nvSpPr>
            <p:cNvPr id="324" name="矩形 323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5" name="文字方塊 324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25" name="文字方塊 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6" name="矩形 325"/>
          <p:cNvSpPr/>
          <p:nvPr/>
        </p:nvSpPr>
        <p:spPr>
          <a:xfrm rot="5400000">
            <a:off x="5830280" y="229707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文字方塊 326"/>
              <p:cNvSpPr txBox="1"/>
              <p:nvPr/>
            </p:nvSpPr>
            <p:spPr>
              <a:xfrm>
                <a:off x="5555615" y="2360098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7" name="文字方塊 3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615" y="2360098"/>
                <a:ext cx="1072742" cy="646430"/>
              </a:xfrm>
              <a:prstGeom prst="rect">
                <a:avLst/>
              </a:prstGeom>
              <a:blipFill rotWithShape="1">
                <a:blip r:embed="rId10"/>
                <a:stretch>
                  <a:fillRect t="-68" r="2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文字方塊 327"/>
              <p:cNvSpPr txBox="1"/>
              <p:nvPr/>
            </p:nvSpPr>
            <p:spPr>
              <a:xfrm>
                <a:off x="7442497" y="2468525"/>
                <a:ext cx="126492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28" name="文字方塊 3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497" y="2468525"/>
                <a:ext cx="1264920" cy="556895"/>
              </a:xfrm>
              <a:prstGeom prst="rect">
                <a:avLst/>
              </a:prstGeom>
              <a:blipFill rotWithShape="1">
                <a:blip r:embed="rId55"/>
                <a:stretch>
                  <a:fillRect l="-23" t="-50" r="-5850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9" name="群組 328"/>
          <p:cNvGrpSpPr/>
          <p:nvPr/>
        </p:nvGrpSpPr>
        <p:grpSpPr>
          <a:xfrm>
            <a:off x="9703647" y="2340882"/>
            <a:ext cx="1072742" cy="810000"/>
            <a:chOff x="7174951" y="3803115"/>
            <a:chExt cx="715161" cy="540000"/>
          </a:xfrm>
        </p:grpSpPr>
        <p:sp>
          <p:nvSpPr>
            <p:cNvPr id="330" name="矩形 329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文字方塊 330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31" name="文字方塊 3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2" name="矩形 331"/>
          <p:cNvSpPr/>
          <p:nvPr/>
        </p:nvSpPr>
        <p:spPr>
          <a:xfrm rot="5400000">
            <a:off x="9142746" y="2323326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文字方塊 332"/>
              <p:cNvSpPr txBox="1"/>
              <p:nvPr/>
            </p:nvSpPr>
            <p:spPr>
              <a:xfrm>
                <a:off x="8868081" y="2386353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33" name="文字方塊 3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081" y="2386353"/>
                <a:ext cx="1072742" cy="645160"/>
              </a:xfrm>
              <a:prstGeom prst="rect">
                <a:avLst/>
              </a:prstGeom>
              <a:blipFill rotWithShape="1">
                <a:blip r:embed="rId13"/>
                <a:stretch>
                  <a:fillRect l="-29" t="-4" r="50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4" name="群組 333"/>
          <p:cNvGrpSpPr/>
          <p:nvPr/>
        </p:nvGrpSpPr>
        <p:grpSpPr>
          <a:xfrm>
            <a:off x="14505608" y="1477131"/>
            <a:ext cx="1072742" cy="810000"/>
            <a:chOff x="7174951" y="3803115"/>
            <a:chExt cx="715161" cy="540000"/>
          </a:xfrm>
        </p:grpSpPr>
        <p:sp>
          <p:nvSpPr>
            <p:cNvPr id="335" name="矩形 334"/>
            <p:cNvSpPr/>
            <p:nvPr/>
          </p:nvSpPr>
          <p:spPr>
            <a:xfrm>
              <a:off x="7356436" y="3803115"/>
              <a:ext cx="288000" cy="540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6" name="文字方塊 335"/>
                <p:cNvSpPr txBox="1"/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36" name="文字方塊 3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951" y="3850932"/>
                  <a:ext cx="715161" cy="42714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7" name="群組 336"/>
          <p:cNvGrpSpPr/>
          <p:nvPr/>
        </p:nvGrpSpPr>
        <p:grpSpPr>
          <a:xfrm>
            <a:off x="13518866" y="643920"/>
            <a:ext cx="1072741" cy="646430"/>
            <a:chOff x="7193535" y="5191659"/>
            <a:chExt cx="715161" cy="430953"/>
          </a:xfrm>
        </p:grpSpPr>
        <p:sp>
          <p:nvSpPr>
            <p:cNvPr id="338" name="矩形 337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9" name="文字方塊 338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39" name="文字方塊 3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0" name="群組 339"/>
          <p:cNvGrpSpPr/>
          <p:nvPr/>
        </p:nvGrpSpPr>
        <p:grpSpPr>
          <a:xfrm>
            <a:off x="13518866" y="1264282"/>
            <a:ext cx="1072741" cy="646430"/>
            <a:chOff x="7193535" y="5191659"/>
            <a:chExt cx="715161" cy="430953"/>
          </a:xfrm>
        </p:grpSpPr>
        <p:sp>
          <p:nvSpPr>
            <p:cNvPr id="341" name="矩形 340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字方塊 341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42" name="文字方塊 3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3" name="群組 342"/>
          <p:cNvGrpSpPr/>
          <p:nvPr/>
        </p:nvGrpSpPr>
        <p:grpSpPr>
          <a:xfrm>
            <a:off x="13518866" y="1882131"/>
            <a:ext cx="1072741" cy="646430"/>
            <a:chOff x="7193535" y="5191659"/>
            <a:chExt cx="715161" cy="430953"/>
          </a:xfrm>
        </p:grpSpPr>
        <p:sp>
          <p:nvSpPr>
            <p:cNvPr id="344" name="矩形 343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文字方塊 344"/>
                <p:cNvSpPr txBox="1"/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45" name="文字方塊 3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95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6" name="群組 345"/>
          <p:cNvGrpSpPr/>
          <p:nvPr/>
        </p:nvGrpSpPr>
        <p:grpSpPr>
          <a:xfrm>
            <a:off x="13518866" y="2476779"/>
            <a:ext cx="1072741" cy="645161"/>
            <a:chOff x="7193535" y="5191659"/>
            <a:chExt cx="715161" cy="430107"/>
          </a:xfrm>
        </p:grpSpPr>
        <p:sp>
          <p:nvSpPr>
            <p:cNvPr id="347" name="矩形 346"/>
            <p:cNvSpPr/>
            <p:nvPr/>
          </p:nvSpPr>
          <p:spPr>
            <a:xfrm rot="5400000">
              <a:off x="7376645" y="5149641"/>
              <a:ext cx="288000" cy="5400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" name="文字方塊 347"/>
                <p:cNvSpPr txBox="1"/>
                <p:nvPr/>
              </p:nvSpPr>
              <p:spPr>
                <a:xfrm>
                  <a:off x="7193535" y="5191659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48" name="文字方塊 3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3535" y="5191659"/>
                  <a:ext cx="715161" cy="43010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文字方塊 348"/>
              <p:cNvSpPr txBox="1"/>
              <p:nvPr/>
            </p:nvSpPr>
            <p:spPr>
              <a:xfrm>
                <a:off x="12816369" y="1666986"/>
                <a:ext cx="3943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49" name="文字方塊 3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6369" y="1666986"/>
                <a:ext cx="394335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42" t="-20" r="-18960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0" name="群組 349"/>
          <p:cNvGrpSpPr/>
          <p:nvPr/>
        </p:nvGrpSpPr>
        <p:grpSpPr>
          <a:xfrm>
            <a:off x="11798306" y="532021"/>
            <a:ext cx="794385" cy="646025"/>
            <a:chOff x="5686213" y="4717020"/>
            <a:chExt cx="529590" cy="430683"/>
          </a:xfrm>
        </p:grpSpPr>
        <p:sp>
          <p:nvSpPr>
            <p:cNvPr id="351" name="矩形 350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2" name="文字方塊 351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52" name="文字方塊 3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3" name="群組 352"/>
          <p:cNvGrpSpPr/>
          <p:nvPr/>
        </p:nvGrpSpPr>
        <p:grpSpPr>
          <a:xfrm>
            <a:off x="11811369" y="1178046"/>
            <a:ext cx="794385" cy="646025"/>
            <a:chOff x="5686213" y="4717020"/>
            <a:chExt cx="529590" cy="430683"/>
          </a:xfrm>
        </p:grpSpPr>
        <p:sp>
          <p:nvSpPr>
            <p:cNvPr id="354" name="矩形 353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文字方塊 354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55" name="文字方塊 3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6" name="群組 355"/>
          <p:cNvGrpSpPr/>
          <p:nvPr/>
        </p:nvGrpSpPr>
        <p:grpSpPr>
          <a:xfrm>
            <a:off x="11811921" y="1827417"/>
            <a:ext cx="794385" cy="646025"/>
            <a:chOff x="5686213" y="4717020"/>
            <a:chExt cx="529590" cy="430683"/>
          </a:xfrm>
        </p:grpSpPr>
        <p:sp>
          <p:nvSpPr>
            <p:cNvPr id="357" name="矩形 356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文字方塊 357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58" name="文字方塊 3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9" name="群組 358"/>
          <p:cNvGrpSpPr/>
          <p:nvPr/>
        </p:nvGrpSpPr>
        <p:grpSpPr>
          <a:xfrm>
            <a:off x="11812425" y="2469756"/>
            <a:ext cx="794385" cy="646025"/>
            <a:chOff x="5686213" y="4717020"/>
            <a:chExt cx="529590" cy="430683"/>
          </a:xfrm>
        </p:grpSpPr>
        <p:sp>
          <p:nvSpPr>
            <p:cNvPr id="360" name="矩形 359"/>
            <p:cNvSpPr/>
            <p:nvPr/>
          </p:nvSpPr>
          <p:spPr>
            <a:xfrm>
              <a:off x="5718207" y="4762148"/>
              <a:ext cx="462054" cy="38555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文字方塊 360"/>
                <p:cNvSpPr txBox="1"/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61" name="文字方塊 3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6213" y="4717020"/>
                  <a:ext cx="529590" cy="371263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文字方塊 361"/>
              <p:cNvSpPr txBox="1"/>
              <p:nvPr/>
            </p:nvSpPr>
            <p:spPr>
              <a:xfrm>
                <a:off x="3574479" y="3357359"/>
                <a:ext cx="80010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62" name="文字方塊 3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479" y="3357359"/>
                <a:ext cx="800100" cy="556895"/>
              </a:xfrm>
              <a:prstGeom prst="rect">
                <a:avLst/>
              </a:prstGeom>
              <a:blipFill rotWithShape="1">
                <a:blip r:embed="rId20"/>
                <a:stretch>
                  <a:fillRect l="-8" t="-20" r="-9040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文字方塊 362"/>
              <p:cNvSpPr txBox="1"/>
              <p:nvPr/>
            </p:nvSpPr>
            <p:spPr>
              <a:xfrm>
                <a:off x="6983376" y="3357359"/>
                <a:ext cx="80010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63" name="文字方塊 3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76" y="3357359"/>
                <a:ext cx="800100" cy="556895"/>
              </a:xfrm>
              <a:prstGeom prst="rect">
                <a:avLst/>
              </a:prstGeom>
              <a:blipFill rotWithShape="1">
                <a:blip r:embed="rId21"/>
                <a:stretch>
                  <a:fillRect l="-35" t="-20" r="-9012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文字方塊 363"/>
              <p:cNvSpPr txBox="1"/>
              <p:nvPr/>
            </p:nvSpPr>
            <p:spPr>
              <a:xfrm>
                <a:off x="10210173" y="3357359"/>
                <a:ext cx="80010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64" name="文字方塊 3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173" y="3357359"/>
                <a:ext cx="800100" cy="556895"/>
              </a:xfrm>
              <a:prstGeom prst="rect">
                <a:avLst/>
              </a:prstGeom>
              <a:blipFill rotWithShape="1">
                <a:blip r:embed="rId22"/>
                <a:stretch>
                  <a:fillRect l="-1" t="-20" r="-9047" b="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文字方塊 364"/>
              <p:cNvSpPr txBox="1"/>
              <p:nvPr/>
            </p:nvSpPr>
            <p:spPr>
              <a:xfrm>
                <a:off x="13743971" y="3381693"/>
                <a:ext cx="800100" cy="5568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2,4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65" name="文字方塊 3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971" y="3381693"/>
                <a:ext cx="800100" cy="556895"/>
              </a:xfrm>
              <a:prstGeom prst="rect">
                <a:avLst/>
              </a:prstGeom>
              <a:blipFill rotWithShape="1">
                <a:blip r:embed="rId23"/>
                <a:stretch>
                  <a:fillRect l="-4" t="-57" r="-9044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5</a:t>
            </a:fld>
            <a:endParaRPr lang="zh-TW" altLang="en-US" sz="100"/>
          </a:p>
        </p:txBody>
      </p:sp>
      <p:sp>
        <p:nvSpPr>
          <p:cNvPr id="3" name="文字方塊 2"/>
          <p:cNvSpPr txBox="1"/>
          <p:nvPr/>
        </p:nvSpPr>
        <p:spPr>
          <a:xfrm>
            <a:off x="5688507" y="9429756"/>
            <a:ext cx="23242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 err="1"/>
              <a:t>softmax</a:t>
            </a:r>
            <a:endParaRPr lang="zh-TW" altLang="en-US" sz="3600" dirty="0"/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450850" y="-462205"/>
            <a:ext cx="16084552" cy="1551434"/>
          </a:xfrm>
        </p:spPr>
        <p:txBody>
          <a:bodyPr/>
          <a:lstStyle/>
          <a:p>
            <a:pPr algn="l"/>
            <a:r>
              <a:rPr lang="en-US" altLang="zh-TW" dirty="0"/>
              <a:t>Self-attention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8" grpId="0" bldLvl="0" animBg="1"/>
      <p:bldP spid="111" grpId="0" bldLvl="0" animBg="1"/>
      <p:bldP spid="114" grpId="0" bldLvl="0" animBg="1"/>
      <p:bldP spid="251" grpId="0"/>
      <p:bldP spid="252" grpId="0"/>
      <p:bldP spid="253" grpId="0"/>
      <p:bldP spid="9" grpId="0" bldLvl="0" animBg="1"/>
      <p:bldP spid="308" grpId="0"/>
      <p:bldP spid="309" grpId="0" bldLvl="0" animBg="1"/>
      <p:bldP spid="362" grpId="0"/>
      <p:bldP spid="363" grpId="0"/>
      <p:bldP spid="364" grpId="0"/>
      <p:bldP spid="365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10679585" y="6754720"/>
            <a:ext cx="3396666" cy="2622926"/>
            <a:chOff x="466234" y="4580918"/>
            <a:chExt cx="2264444" cy="1748617"/>
          </a:xfrm>
        </p:grpSpPr>
        <p:grpSp>
          <p:nvGrpSpPr>
            <p:cNvPr id="152" name="群組 151"/>
            <p:cNvGrpSpPr/>
            <p:nvPr/>
          </p:nvGrpSpPr>
          <p:grpSpPr>
            <a:xfrm>
              <a:off x="466234" y="4580918"/>
              <a:ext cx="529590" cy="430683"/>
              <a:chOff x="5686213" y="4717020"/>
              <a:chExt cx="529590" cy="430683"/>
            </a:xfrm>
          </p:grpSpPr>
          <p:sp>
            <p:nvSpPr>
              <p:cNvPr id="153" name="矩形 152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文字方塊 153"/>
                  <p:cNvSpPr txBox="1"/>
                  <p:nvPr/>
                </p:nvSpPr>
                <p:spPr>
                  <a:xfrm>
                    <a:off x="5686213" y="4717020"/>
                    <a:ext cx="529590" cy="37041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54" name="文字方塊 1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29590" cy="37041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5" name="群組 154"/>
            <p:cNvGrpSpPr/>
            <p:nvPr/>
          </p:nvGrpSpPr>
          <p:grpSpPr>
            <a:xfrm>
              <a:off x="474943" y="5011601"/>
              <a:ext cx="529590" cy="430683"/>
              <a:chOff x="5686213" y="4717020"/>
              <a:chExt cx="529590" cy="430683"/>
            </a:xfrm>
          </p:grpSpPr>
          <p:sp>
            <p:nvSpPr>
              <p:cNvPr id="156" name="矩形 155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文字方塊 156"/>
                  <p:cNvSpPr txBox="1"/>
                  <p:nvPr/>
                </p:nvSpPr>
                <p:spPr>
                  <a:xfrm>
                    <a:off x="5686213" y="4717020"/>
                    <a:ext cx="529590" cy="3708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57" name="文字方塊 1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29590" cy="370840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8" name="群組 157"/>
            <p:cNvGrpSpPr/>
            <p:nvPr/>
          </p:nvGrpSpPr>
          <p:grpSpPr>
            <a:xfrm>
              <a:off x="475311" y="5444515"/>
              <a:ext cx="549063" cy="739987"/>
              <a:chOff x="5686213" y="4717020"/>
              <a:chExt cx="549063" cy="739987"/>
            </a:xfrm>
          </p:grpSpPr>
          <p:sp>
            <p:nvSpPr>
              <p:cNvPr id="159" name="矩形 158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文字方塊 159"/>
                  <p:cNvSpPr txBox="1"/>
                  <p:nvPr/>
                </p:nvSpPr>
                <p:spPr>
                  <a:xfrm>
                    <a:off x="5686213" y="4717020"/>
                    <a:ext cx="549063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60" name="文字方塊 15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49063" cy="73998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1" name="群組 160"/>
            <p:cNvGrpSpPr/>
            <p:nvPr/>
          </p:nvGrpSpPr>
          <p:grpSpPr>
            <a:xfrm>
              <a:off x="475647" y="5872741"/>
              <a:ext cx="529590" cy="430683"/>
              <a:chOff x="5686213" y="4717020"/>
              <a:chExt cx="529590" cy="430683"/>
            </a:xfrm>
          </p:grpSpPr>
          <p:sp>
            <p:nvSpPr>
              <p:cNvPr id="162" name="矩形 161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" name="文字方塊 162"/>
                  <p:cNvSpPr txBox="1"/>
                  <p:nvPr/>
                </p:nvSpPr>
                <p:spPr>
                  <a:xfrm>
                    <a:off x="5686213" y="4717020"/>
                    <a:ext cx="529590" cy="37041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63" name="文字方塊 1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29590" cy="370417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4" name="群組 163"/>
            <p:cNvGrpSpPr/>
            <p:nvPr/>
          </p:nvGrpSpPr>
          <p:grpSpPr>
            <a:xfrm>
              <a:off x="1039341" y="4595812"/>
              <a:ext cx="566420" cy="739987"/>
              <a:chOff x="5686213" y="4717020"/>
              <a:chExt cx="566420" cy="739987"/>
            </a:xfrm>
          </p:grpSpPr>
          <p:sp>
            <p:nvSpPr>
              <p:cNvPr id="236" name="矩形 235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7" name="文字方塊 236"/>
                  <p:cNvSpPr txBox="1"/>
                  <p:nvPr/>
                </p:nvSpPr>
                <p:spPr>
                  <a:xfrm>
                    <a:off x="5686213" y="4717020"/>
                    <a:ext cx="566420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37" name="文字方塊 2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66420" cy="739987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8" name="群組 237"/>
            <p:cNvGrpSpPr/>
            <p:nvPr/>
          </p:nvGrpSpPr>
          <p:grpSpPr>
            <a:xfrm>
              <a:off x="1048050" y="5026495"/>
              <a:ext cx="566420" cy="739987"/>
              <a:chOff x="5686213" y="4717020"/>
              <a:chExt cx="566420" cy="739987"/>
            </a:xfrm>
          </p:grpSpPr>
          <p:sp>
            <p:nvSpPr>
              <p:cNvPr id="239" name="矩形 238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" name="文字方塊 239"/>
                  <p:cNvSpPr txBox="1"/>
                  <p:nvPr/>
                </p:nvSpPr>
                <p:spPr>
                  <a:xfrm>
                    <a:off x="5686213" y="4717020"/>
                    <a:ext cx="566420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40" name="文字方塊 2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66420" cy="739987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1" name="群組 240"/>
            <p:cNvGrpSpPr/>
            <p:nvPr/>
          </p:nvGrpSpPr>
          <p:grpSpPr>
            <a:xfrm>
              <a:off x="1048418" y="5459409"/>
              <a:ext cx="549487" cy="739987"/>
              <a:chOff x="5686213" y="4717020"/>
              <a:chExt cx="549487" cy="739987"/>
            </a:xfrm>
          </p:grpSpPr>
          <p:sp>
            <p:nvSpPr>
              <p:cNvPr id="242" name="矩形 241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文字方塊 242"/>
                  <p:cNvSpPr txBox="1"/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43" name="文字方塊 2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4" name="群組 243"/>
            <p:cNvGrpSpPr/>
            <p:nvPr/>
          </p:nvGrpSpPr>
          <p:grpSpPr>
            <a:xfrm>
              <a:off x="1048754" y="5887635"/>
              <a:ext cx="533400" cy="430683"/>
              <a:chOff x="5686213" y="4717020"/>
              <a:chExt cx="533400" cy="430683"/>
            </a:xfrm>
          </p:grpSpPr>
          <p:sp>
            <p:nvSpPr>
              <p:cNvPr id="245" name="矩形 244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文字方塊 245"/>
                  <p:cNvSpPr txBox="1"/>
                  <p:nvPr/>
                </p:nvSpPr>
                <p:spPr>
                  <a:xfrm>
                    <a:off x="5686213" y="4717020"/>
                    <a:ext cx="533400" cy="3708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46" name="文字方塊 2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33400" cy="370840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7" name="群組 246"/>
            <p:cNvGrpSpPr/>
            <p:nvPr/>
          </p:nvGrpSpPr>
          <p:grpSpPr>
            <a:xfrm>
              <a:off x="1615321" y="4580918"/>
              <a:ext cx="552027" cy="739987"/>
              <a:chOff x="5686213" y="4717020"/>
              <a:chExt cx="552027" cy="739987"/>
            </a:xfrm>
          </p:grpSpPr>
          <p:sp>
            <p:nvSpPr>
              <p:cNvPr id="248" name="矩形 247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9" name="文字方塊 248"/>
                  <p:cNvSpPr txBox="1"/>
                  <p:nvPr/>
                </p:nvSpPr>
                <p:spPr>
                  <a:xfrm>
                    <a:off x="5686213" y="4717020"/>
                    <a:ext cx="552027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49" name="文字方塊 2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52027" cy="739987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0" name="群組 249"/>
            <p:cNvGrpSpPr/>
            <p:nvPr/>
          </p:nvGrpSpPr>
          <p:grpSpPr>
            <a:xfrm>
              <a:off x="1624030" y="5011601"/>
              <a:ext cx="549487" cy="739987"/>
              <a:chOff x="5686213" y="4717020"/>
              <a:chExt cx="549487" cy="739987"/>
            </a:xfrm>
          </p:grpSpPr>
          <p:sp>
            <p:nvSpPr>
              <p:cNvPr id="251" name="矩形 250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" name="文字方塊 251"/>
                  <p:cNvSpPr txBox="1"/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52" name="文字方塊 2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3" name="群組 252"/>
            <p:cNvGrpSpPr/>
            <p:nvPr/>
          </p:nvGrpSpPr>
          <p:grpSpPr>
            <a:xfrm>
              <a:off x="1624398" y="5444515"/>
              <a:ext cx="549487" cy="739987"/>
              <a:chOff x="5686213" y="4717020"/>
              <a:chExt cx="549487" cy="739987"/>
            </a:xfrm>
          </p:grpSpPr>
          <p:sp>
            <p:nvSpPr>
              <p:cNvPr id="254" name="矩形 253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5" name="文字方塊 254"/>
                  <p:cNvSpPr txBox="1"/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55" name="文字方塊 2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6" name="群組 255"/>
            <p:cNvGrpSpPr/>
            <p:nvPr/>
          </p:nvGrpSpPr>
          <p:grpSpPr>
            <a:xfrm>
              <a:off x="1624734" y="5872741"/>
              <a:ext cx="533400" cy="430683"/>
              <a:chOff x="5686213" y="4717020"/>
              <a:chExt cx="533400" cy="430683"/>
            </a:xfrm>
          </p:grpSpPr>
          <p:sp>
            <p:nvSpPr>
              <p:cNvPr id="257" name="矩形 256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8" name="文字方塊 257"/>
                  <p:cNvSpPr txBox="1"/>
                  <p:nvPr/>
                </p:nvSpPr>
                <p:spPr>
                  <a:xfrm>
                    <a:off x="5686213" y="4717020"/>
                    <a:ext cx="533400" cy="37084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3,4</m:t>
                              </m:r>
                            </m:sub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58" name="文字方塊 2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33400" cy="370840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9" name="群組 258"/>
            <p:cNvGrpSpPr/>
            <p:nvPr/>
          </p:nvGrpSpPr>
          <p:grpSpPr>
            <a:xfrm>
              <a:off x="2172114" y="4607029"/>
              <a:ext cx="552027" cy="739563"/>
              <a:chOff x="5686213" y="4717020"/>
              <a:chExt cx="552027" cy="739563"/>
            </a:xfrm>
          </p:grpSpPr>
          <p:sp>
            <p:nvSpPr>
              <p:cNvPr id="320" name="矩形 319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1" name="文字方塊 320"/>
                  <p:cNvSpPr txBox="1"/>
                  <p:nvPr/>
                </p:nvSpPr>
                <p:spPr>
                  <a:xfrm>
                    <a:off x="5686213" y="4717020"/>
                    <a:ext cx="552027" cy="73956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21" name="文字方塊 3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52027" cy="739563"/>
                  </a:xfrm>
                  <a:prstGeom prst="rect">
                    <a:avLst/>
                  </a:prstGeom>
                  <a:blipFill rotWithShape="1">
                    <a:blip r:embed="rId15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2" name="群組 321"/>
            <p:cNvGrpSpPr/>
            <p:nvPr/>
          </p:nvGrpSpPr>
          <p:grpSpPr>
            <a:xfrm>
              <a:off x="2180823" y="5037712"/>
              <a:ext cx="549487" cy="739987"/>
              <a:chOff x="5686213" y="4717020"/>
              <a:chExt cx="549487" cy="739987"/>
            </a:xfrm>
          </p:grpSpPr>
          <p:sp>
            <p:nvSpPr>
              <p:cNvPr id="323" name="矩形 322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6" name="文字方塊 335"/>
                  <p:cNvSpPr txBox="1"/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36" name="文字方塊 3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7" name="群組 336"/>
            <p:cNvGrpSpPr/>
            <p:nvPr/>
          </p:nvGrpSpPr>
          <p:grpSpPr>
            <a:xfrm>
              <a:off x="2181191" y="5470626"/>
              <a:ext cx="549487" cy="739987"/>
              <a:chOff x="5686213" y="4717020"/>
              <a:chExt cx="549487" cy="739987"/>
            </a:xfrm>
          </p:grpSpPr>
          <p:sp>
            <p:nvSpPr>
              <p:cNvPr id="338" name="矩形 337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9" name="文字方塊 338"/>
                  <p:cNvSpPr txBox="1"/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  <a:p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39" name="文字方塊 3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49487" cy="739987"/>
                  </a:xfrm>
                  <a:prstGeom prst="rect">
                    <a:avLst/>
                  </a:prstGeom>
                  <a:blipFill rotWithShape="1">
                    <a:blip r:embed="rId17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0" name="群組 339"/>
            <p:cNvGrpSpPr/>
            <p:nvPr/>
          </p:nvGrpSpPr>
          <p:grpSpPr>
            <a:xfrm>
              <a:off x="2181527" y="5898852"/>
              <a:ext cx="533400" cy="430683"/>
              <a:chOff x="5686213" y="4717020"/>
              <a:chExt cx="533400" cy="430683"/>
            </a:xfrm>
          </p:grpSpPr>
          <p:sp>
            <p:nvSpPr>
              <p:cNvPr id="341" name="矩形 340"/>
              <p:cNvSpPr/>
              <p:nvPr/>
            </p:nvSpPr>
            <p:spPr>
              <a:xfrm>
                <a:off x="5718207" y="4762148"/>
                <a:ext cx="462054" cy="3855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2" name="文字方塊 341"/>
                  <p:cNvSpPr txBox="1"/>
                  <p:nvPr/>
                </p:nvSpPr>
                <p:spPr>
                  <a:xfrm>
                    <a:off x="5686213" y="4717020"/>
                    <a:ext cx="533400" cy="36957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42" name="文字方塊 3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213" y="4717020"/>
                    <a:ext cx="533400" cy="369570"/>
                  </a:xfrm>
                  <a:prstGeom prst="rect">
                    <a:avLst/>
                  </a:prstGeom>
                  <a:blipFill rotWithShape="1">
                    <a:blip r:embed="rId18"/>
                  </a:blipFill>
                </p:spPr>
                <p:txBody>
                  <a:bodyPr/>
                  <a:lstStyle/>
                  <a:p>
                    <a:r>
                      <a:rPr lang="en-US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25" name="矩形 124"/>
          <p:cNvSpPr/>
          <p:nvPr/>
        </p:nvSpPr>
        <p:spPr>
          <a:xfrm>
            <a:off x="4862828" y="569379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/>
              <p:cNvSpPr txBox="1"/>
              <p:nvPr/>
            </p:nvSpPr>
            <p:spPr>
              <a:xfrm>
                <a:off x="4575189" y="5750109"/>
                <a:ext cx="107274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6" name="文字方塊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189" y="5750109"/>
                <a:ext cx="1072742" cy="668020"/>
              </a:xfrm>
              <a:prstGeom prst="rect">
                <a:avLst/>
              </a:prstGeom>
              <a:blipFill rotWithShape="1">
                <a:blip r:embed="rId19"/>
                <a:stretch>
                  <a:fillRect l="-1" t="-28" r="22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 126"/>
          <p:cNvSpPr/>
          <p:nvPr/>
        </p:nvSpPr>
        <p:spPr>
          <a:xfrm>
            <a:off x="4004261" y="569379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/>
              <p:cNvSpPr txBox="1"/>
              <p:nvPr/>
            </p:nvSpPr>
            <p:spPr>
              <a:xfrm>
                <a:off x="3732033" y="5765520"/>
                <a:ext cx="107274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0" name="文字方塊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033" y="5765520"/>
                <a:ext cx="1072742" cy="668020"/>
              </a:xfrm>
              <a:prstGeom prst="rect">
                <a:avLst/>
              </a:prstGeom>
              <a:blipFill rotWithShape="1">
                <a:blip r:embed="rId20"/>
                <a:stretch>
                  <a:fillRect l="-13" t="-53" r="34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矩形 130"/>
          <p:cNvSpPr/>
          <p:nvPr/>
        </p:nvSpPr>
        <p:spPr>
          <a:xfrm>
            <a:off x="3161106" y="5693795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字方塊 164"/>
              <p:cNvSpPr txBox="1"/>
              <p:nvPr/>
            </p:nvSpPr>
            <p:spPr>
              <a:xfrm>
                <a:off x="2888879" y="5765520"/>
                <a:ext cx="1072742" cy="626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5" name="文字方塊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879" y="5765520"/>
                <a:ext cx="1072742" cy="626110"/>
              </a:xfrm>
              <a:prstGeom prst="rect">
                <a:avLst/>
              </a:prstGeom>
              <a:blipFill rotWithShape="1">
                <a:blip r:embed="rId21"/>
                <a:stretch>
                  <a:fillRect l="-25" t="-57" r="46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矩形 165"/>
          <p:cNvSpPr/>
          <p:nvPr/>
        </p:nvSpPr>
        <p:spPr>
          <a:xfrm>
            <a:off x="8277146" y="566840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/>
              <p:cNvSpPr txBox="1"/>
              <p:nvPr/>
            </p:nvSpPr>
            <p:spPr>
              <a:xfrm>
                <a:off x="7989507" y="5724714"/>
                <a:ext cx="107274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7" name="文字方塊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507" y="5724714"/>
                <a:ext cx="1072742" cy="668655"/>
              </a:xfrm>
              <a:prstGeom prst="rect">
                <a:avLst/>
              </a:prstGeom>
              <a:blipFill rotWithShape="1">
                <a:blip r:embed="rId22"/>
                <a:stretch>
                  <a:fillRect l="-53" t="-28" r="15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矩形 167"/>
          <p:cNvSpPr/>
          <p:nvPr/>
        </p:nvSpPr>
        <p:spPr>
          <a:xfrm>
            <a:off x="7418579" y="566840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字方塊 168"/>
              <p:cNvSpPr txBox="1"/>
              <p:nvPr/>
            </p:nvSpPr>
            <p:spPr>
              <a:xfrm>
                <a:off x="7146351" y="5740125"/>
                <a:ext cx="107274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9" name="文字方塊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351" y="5740125"/>
                <a:ext cx="1072742" cy="668655"/>
              </a:xfrm>
              <a:prstGeom prst="rect">
                <a:avLst/>
              </a:prstGeom>
              <a:blipFill rotWithShape="1">
                <a:blip r:embed="rId23"/>
                <a:stretch>
                  <a:fillRect l="-6" t="-54" r="27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矩形 169"/>
          <p:cNvSpPr/>
          <p:nvPr/>
        </p:nvSpPr>
        <p:spPr>
          <a:xfrm>
            <a:off x="6575424" y="5668400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字方塊 170"/>
              <p:cNvSpPr txBox="1"/>
              <p:nvPr/>
            </p:nvSpPr>
            <p:spPr>
              <a:xfrm>
                <a:off x="6303196" y="5740125"/>
                <a:ext cx="1072742" cy="626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1" name="文字方塊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196" y="5740125"/>
                <a:ext cx="1072742" cy="626745"/>
              </a:xfrm>
              <a:prstGeom prst="rect">
                <a:avLst/>
              </a:prstGeom>
              <a:blipFill rotWithShape="1">
                <a:blip r:embed="rId24"/>
                <a:stretch>
                  <a:fillRect l="-17" t="-57" r="38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矩形 171"/>
          <p:cNvSpPr/>
          <p:nvPr/>
        </p:nvSpPr>
        <p:spPr>
          <a:xfrm>
            <a:off x="11643320" y="5684291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/>
              <p:cNvSpPr txBox="1"/>
              <p:nvPr/>
            </p:nvSpPr>
            <p:spPr>
              <a:xfrm>
                <a:off x="11355681" y="5740605"/>
                <a:ext cx="107274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3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681" y="5740605"/>
                <a:ext cx="1072742" cy="669290"/>
              </a:xfrm>
              <a:prstGeom prst="rect">
                <a:avLst/>
              </a:prstGeom>
              <a:blipFill rotWithShape="1">
                <a:blip r:embed="rId25"/>
                <a:stretch>
                  <a:fillRect l="-57" t="-31" r="19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矩形 173"/>
          <p:cNvSpPr/>
          <p:nvPr/>
        </p:nvSpPr>
        <p:spPr>
          <a:xfrm>
            <a:off x="10784753" y="568429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/>
              <p:cNvSpPr txBox="1"/>
              <p:nvPr/>
            </p:nvSpPr>
            <p:spPr>
              <a:xfrm>
                <a:off x="10512525" y="5756016"/>
                <a:ext cx="107274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5" name="文字方塊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525" y="5756016"/>
                <a:ext cx="1072742" cy="669290"/>
              </a:xfrm>
              <a:prstGeom prst="rect">
                <a:avLst/>
              </a:prstGeom>
              <a:blipFill rotWithShape="1">
                <a:blip r:embed="rId26"/>
                <a:stretch>
                  <a:fillRect l="-9" t="-56" r="30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矩形 175"/>
          <p:cNvSpPr/>
          <p:nvPr/>
        </p:nvSpPr>
        <p:spPr>
          <a:xfrm>
            <a:off x="9941598" y="5684291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文字方塊 176"/>
              <p:cNvSpPr txBox="1"/>
              <p:nvPr/>
            </p:nvSpPr>
            <p:spPr>
              <a:xfrm>
                <a:off x="9669371" y="5756016"/>
                <a:ext cx="1072742" cy="627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7" name="文字方塊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371" y="5756016"/>
                <a:ext cx="1072742" cy="627380"/>
              </a:xfrm>
              <a:prstGeom prst="rect">
                <a:avLst/>
              </a:prstGeom>
              <a:blipFill rotWithShape="1">
                <a:blip r:embed="rId27"/>
                <a:stretch>
                  <a:fillRect l="-21" t="-60" r="42" b="6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矩形 177"/>
          <p:cNvSpPr/>
          <p:nvPr/>
        </p:nvSpPr>
        <p:spPr>
          <a:xfrm>
            <a:off x="15022376" y="570467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字方塊 178"/>
              <p:cNvSpPr txBox="1"/>
              <p:nvPr/>
            </p:nvSpPr>
            <p:spPr>
              <a:xfrm>
                <a:off x="14734737" y="5760987"/>
                <a:ext cx="1072742" cy="66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9" name="文字方塊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4737" y="5760987"/>
                <a:ext cx="1072742" cy="666115"/>
              </a:xfrm>
              <a:prstGeom prst="rect">
                <a:avLst/>
              </a:prstGeom>
              <a:blipFill rotWithShape="1">
                <a:blip r:embed="rId28"/>
                <a:stretch>
                  <a:fillRect l="-18" t="-40" r="40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矩形 179"/>
          <p:cNvSpPr/>
          <p:nvPr/>
        </p:nvSpPr>
        <p:spPr>
          <a:xfrm>
            <a:off x="14163809" y="570467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字方塊 180"/>
              <p:cNvSpPr txBox="1"/>
              <p:nvPr/>
            </p:nvSpPr>
            <p:spPr>
              <a:xfrm>
                <a:off x="13891581" y="5776398"/>
                <a:ext cx="1072742" cy="66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1" name="文字方塊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581" y="5776398"/>
                <a:ext cx="1072742" cy="666115"/>
              </a:xfrm>
              <a:prstGeom prst="rect">
                <a:avLst/>
              </a:prstGeom>
              <a:blipFill rotWithShape="1">
                <a:blip r:embed="rId29"/>
                <a:stretch>
                  <a:fillRect l="-30" t="-66" r="51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矩形 181"/>
          <p:cNvSpPr/>
          <p:nvPr/>
        </p:nvSpPr>
        <p:spPr>
          <a:xfrm>
            <a:off x="13320654" y="5704673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82"/>
              <p:cNvSpPr txBox="1"/>
              <p:nvPr/>
            </p:nvSpPr>
            <p:spPr>
              <a:xfrm>
                <a:off x="13048427" y="5776398"/>
                <a:ext cx="1072742" cy="62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3" name="文字方塊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8427" y="5776398"/>
                <a:ext cx="1072742" cy="624840"/>
              </a:xfrm>
              <a:prstGeom prst="rect">
                <a:avLst/>
              </a:prstGeom>
              <a:blipFill rotWithShape="1">
                <a:blip r:embed="rId30"/>
                <a:stretch>
                  <a:fillRect l="-42" t="-70" r="4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字方塊 307"/>
              <p:cNvSpPr txBox="1"/>
              <p:nvPr/>
            </p:nvSpPr>
            <p:spPr>
              <a:xfrm>
                <a:off x="12233004" y="9471744"/>
                <a:ext cx="501483" cy="6457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8" name="文字方塊 3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3004" y="9471744"/>
                <a:ext cx="501483" cy="645795"/>
              </a:xfrm>
              <a:prstGeom prst="rect">
                <a:avLst/>
              </a:prstGeom>
              <a:blipFill rotWithShape="1">
                <a:blip r:embed="rId31"/>
                <a:stretch>
                  <a:fillRect l="-73" t="-13" r="39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" name="矩形 308"/>
          <p:cNvSpPr/>
          <p:nvPr/>
        </p:nvSpPr>
        <p:spPr>
          <a:xfrm>
            <a:off x="8297099" y="7731147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310" name="矩形 309"/>
          <p:cNvSpPr/>
          <p:nvPr/>
        </p:nvSpPr>
        <p:spPr>
          <a:xfrm>
            <a:off x="8812832" y="7731147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311" name="矩形 310"/>
          <p:cNvSpPr/>
          <p:nvPr/>
        </p:nvSpPr>
        <p:spPr>
          <a:xfrm>
            <a:off x="9328565" y="7731147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sp>
        <p:nvSpPr>
          <p:cNvPr id="312" name="矩形 311"/>
          <p:cNvSpPr/>
          <p:nvPr/>
        </p:nvSpPr>
        <p:spPr>
          <a:xfrm>
            <a:off x="9844296" y="774145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p:grpSp>
        <p:nvGrpSpPr>
          <p:cNvPr id="313" name="群組 312"/>
          <p:cNvGrpSpPr/>
          <p:nvPr/>
        </p:nvGrpSpPr>
        <p:grpSpPr>
          <a:xfrm>
            <a:off x="8028945" y="7768575"/>
            <a:ext cx="2598884" cy="684345"/>
            <a:chOff x="3387509" y="317020"/>
            <a:chExt cx="1732589" cy="4562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文字方塊 313"/>
                <p:cNvSpPr txBox="1"/>
                <p:nvPr/>
              </p:nvSpPr>
              <p:spPr>
                <a:xfrm>
                  <a:off x="3387509" y="317020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14" name="文字方塊 3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509" y="317020"/>
                  <a:ext cx="715161" cy="430953"/>
                </a:xfrm>
                <a:prstGeom prst="rect">
                  <a:avLst/>
                </a:prstGeom>
                <a:blipFill rotWithShape="1">
                  <a:blip r:embed="rId3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5" name="文字方塊 314"/>
                <p:cNvSpPr txBox="1"/>
                <p:nvPr/>
              </p:nvSpPr>
              <p:spPr>
                <a:xfrm>
                  <a:off x="4061116" y="33627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15" name="文字方塊 3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1116" y="336271"/>
                  <a:ext cx="715161" cy="430953"/>
                </a:xfrm>
                <a:prstGeom prst="rect">
                  <a:avLst/>
                </a:prstGeom>
                <a:blipFill rotWithShape="1">
                  <a:blip r:embed="rId3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文字方塊 315"/>
                <p:cNvSpPr txBox="1"/>
                <p:nvPr/>
              </p:nvSpPr>
              <p:spPr>
                <a:xfrm>
                  <a:off x="4404937" y="343143"/>
                  <a:ext cx="71516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16" name="文字方塊 3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4937" y="343143"/>
                  <a:ext cx="715161" cy="430107"/>
                </a:xfrm>
                <a:prstGeom prst="rect">
                  <a:avLst/>
                </a:prstGeom>
                <a:blipFill rotWithShape="1">
                  <a:blip r:embed="rId3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文字方塊 316"/>
                <p:cNvSpPr txBox="1"/>
                <p:nvPr/>
              </p:nvSpPr>
              <p:spPr>
                <a:xfrm>
                  <a:off x="3745089" y="325081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317" name="文字方塊 3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5089" y="325081"/>
                  <a:ext cx="715161" cy="430953"/>
                </a:xfrm>
                <a:prstGeom prst="rect">
                  <a:avLst/>
                </a:prstGeom>
                <a:blipFill rotWithShape="1">
                  <a:blip r:embed="rId3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文字方塊 317"/>
              <p:cNvSpPr txBox="1"/>
              <p:nvPr/>
            </p:nvSpPr>
            <p:spPr>
              <a:xfrm>
                <a:off x="9022797" y="8500257"/>
                <a:ext cx="404495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18" name="文字方塊 3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797" y="8500257"/>
                <a:ext cx="404495" cy="645795"/>
              </a:xfrm>
              <a:prstGeom prst="rect">
                <a:avLst/>
              </a:prstGeom>
              <a:blipFill rotWithShape="1">
                <a:blip r:embed="rId36"/>
                <a:stretch>
                  <a:fillRect l="-20" t="-23" r="-20545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文字方塊 318"/>
          <p:cNvSpPr txBox="1"/>
          <p:nvPr/>
        </p:nvSpPr>
        <p:spPr>
          <a:xfrm>
            <a:off x="7121367" y="7734221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p:sp>
        <p:nvSpPr>
          <p:cNvPr id="324" name="矩形 323"/>
          <p:cNvSpPr/>
          <p:nvPr/>
        </p:nvSpPr>
        <p:spPr>
          <a:xfrm>
            <a:off x="4564502" y="7674734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文字方塊 324"/>
              <p:cNvSpPr txBox="1"/>
              <p:nvPr/>
            </p:nvSpPr>
            <p:spPr>
              <a:xfrm>
                <a:off x="4313330" y="7734999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5" name="文字方塊 3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330" y="7734999"/>
                <a:ext cx="1072742" cy="646430"/>
              </a:xfrm>
              <a:prstGeom prst="rect">
                <a:avLst/>
              </a:prstGeom>
              <a:blipFill rotWithShape="1">
                <a:blip r:embed="rId37"/>
                <a:stretch>
                  <a:fillRect l="-38" t="-10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6" name="矩形 325"/>
          <p:cNvSpPr/>
          <p:nvPr/>
        </p:nvSpPr>
        <p:spPr>
          <a:xfrm>
            <a:off x="5080235" y="7674734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文字方塊 326"/>
              <p:cNvSpPr txBox="1"/>
              <p:nvPr/>
            </p:nvSpPr>
            <p:spPr>
              <a:xfrm>
                <a:off x="4808007" y="7735001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7" name="文字方塊 3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007" y="7735001"/>
                <a:ext cx="1072742" cy="646430"/>
              </a:xfrm>
              <a:prstGeom prst="rect">
                <a:avLst/>
              </a:prstGeom>
              <a:blipFill rotWithShape="1">
                <a:blip r:embed="rId38"/>
                <a:stretch>
                  <a:fillRect l="-39" t="-10" r="1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矩形 327"/>
          <p:cNvSpPr/>
          <p:nvPr/>
        </p:nvSpPr>
        <p:spPr>
          <a:xfrm>
            <a:off x="5595968" y="7674734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文字方塊 328"/>
              <p:cNvSpPr txBox="1"/>
              <p:nvPr/>
            </p:nvSpPr>
            <p:spPr>
              <a:xfrm>
                <a:off x="5323740" y="7735001"/>
                <a:ext cx="1072742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29" name="文字方塊 3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740" y="7735001"/>
                <a:ext cx="1072742" cy="646430"/>
              </a:xfrm>
              <a:prstGeom prst="rect">
                <a:avLst/>
              </a:prstGeom>
              <a:blipFill rotWithShape="1">
                <a:blip r:embed="rId39"/>
                <a:stretch>
                  <a:fillRect l="-50" t="-10" r="12" b="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0" name="矩形 329"/>
          <p:cNvSpPr/>
          <p:nvPr/>
        </p:nvSpPr>
        <p:spPr>
          <a:xfrm>
            <a:off x="6111699" y="7685042"/>
            <a:ext cx="432000" cy="810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文字方塊 330"/>
              <p:cNvSpPr txBox="1"/>
              <p:nvPr/>
            </p:nvSpPr>
            <p:spPr>
              <a:xfrm>
                <a:off x="5839472" y="7745308"/>
                <a:ext cx="1072742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31" name="文字方塊 3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472" y="7745308"/>
                <a:ext cx="1072742" cy="645160"/>
              </a:xfrm>
              <a:prstGeom prst="rect">
                <a:avLst/>
              </a:prstGeom>
              <a:blipFill rotWithShape="1">
                <a:blip r:embed="rId40"/>
                <a:stretch>
                  <a:fillRect l="-1" t="-33" r="22" b="3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文字方塊 331"/>
              <p:cNvSpPr txBox="1"/>
              <p:nvPr/>
            </p:nvSpPr>
            <p:spPr>
              <a:xfrm>
                <a:off x="5310750" y="8537309"/>
                <a:ext cx="41910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32" name="文字方塊 3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750" y="8537309"/>
                <a:ext cx="419100" cy="645795"/>
              </a:xfrm>
              <a:prstGeom prst="rect">
                <a:avLst/>
              </a:prstGeom>
              <a:blipFill rotWithShape="1">
                <a:blip r:embed="rId41"/>
                <a:stretch>
                  <a:fillRect l="-58" t="-57" r="-19790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10692954" y="6801483"/>
            <a:ext cx="775679" cy="25160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3" name="矩形 332"/>
          <p:cNvSpPr/>
          <p:nvPr/>
        </p:nvSpPr>
        <p:spPr>
          <a:xfrm>
            <a:off x="11581754" y="6831248"/>
            <a:ext cx="775679" cy="25160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4" name="矩形 333"/>
          <p:cNvSpPr/>
          <p:nvPr/>
        </p:nvSpPr>
        <p:spPr>
          <a:xfrm>
            <a:off x="12390704" y="6822413"/>
            <a:ext cx="775679" cy="25160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5" name="矩形 334"/>
          <p:cNvSpPr/>
          <p:nvPr/>
        </p:nvSpPr>
        <p:spPr>
          <a:xfrm>
            <a:off x="13286187" y="6844752"/>
            <a:ext cx="775679" cy="25160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cxnSp>
        <p:nvCxnSpPr>
          <p:cNvPr id="184" name="直線單箭頭接點 183"/>
          <p:cNvCxnSpPr>
            <a:endCxn id="188" idx="4"/>
          </p:cNvCxnSpPr>
          <p:nvPr/>
        </p:nvCxnSpPr>
        <p:spPr>
          <a:xfrm flipH="1" flipV="1">
            <a:off x="3835017" y="418154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單箭頭接點 184"/>
          <p:cNvCxnSpPr/>
          <p:nvPr/>
        </p:nvCxnSpPr>
        <p:spPr>
          <a:xfrm flipH="1" flipV="1">
            <a:off x="7253004" y="4150227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單箭頭接點 185"/>
          <p:cNvCxnSpPr/>
          <p:nvPr/>
        </p:nvCxnSpPr>
        <p:spPr>
          <a:xfrm flipH="1" flipV="1">
            <a:off x="10587264" y="4148873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單箭頭接點 186"/>
          <p:cNvCxnSpPr/>
          <p:nvPr/>
        </p:nvCxnSpPr>
        <p:spPr>
          <a:xfrm flipH="1" flipV="1">
            <a:off x="13977801" y="4176026"/>
            <a:ext cx="433388" cy="15839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橢圓 187"/>
          <p:cNvSpPr/>
          <p:nvPr/>
        </p:nvSpPr>
        <p:spPr>
          <a:xfrm>
            <a:off x="3700017" y="39115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9" name="橢圓 188"/>
          <p:cNvSpPr/>
          <p:nvPr/>
        </p:nvSpPr>
        <p:spPr>
          <a:xfrm>
            <a:off x="7146533" y="392424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0" name="橢圓 189"/>
          <p:cNvSpPr/>
          <p:nvPr/>
        </p:nvSpPr>
        <p:spPr>
          <a:xfrm>
            <a:off x="10454646" y="3937530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1" name="橢圓 190"/>
          <p:cNvSpPr/>
          <p:nvPr/>
        </p:nvSpPr>
        <p:spPr>
          <a:xfrm>
            <a:off x="13831086" y="3975632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92" name="直線單箭頭接點 191"/>
          <p:cNvCxnSpPr>
            <a:endCxn id="191" idx="4"/>
          </p:cNvCxnSpPr>
          <p:nvPr/>
        </p:nvCxnSpPr>
        <p:spPr>
          <a:xfrm flipV="1">
            <a:off x="3377106" y="4245632"/>
            <a:ext cx="10588980" cy="14481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單箭頭接點 192"/>
          <p:cNvCxnSpPr>
            <a:endCxn id="190" idx="4"/>
          </p:cNvCxnSpPr>
          <p:nvPr/>
        </p:nvCxnSpPr>
        <p:spPr>
          <a:xfrm flipV="1">
            <a:off x="3377106" y="4207530"/>
            <a:ext cx="7212540" cy="1486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單箭頭接點 193"/>
          <p:cNvCxnSpPr>
            <a:endCxn id="189" idx="4"/>
          </p:cNvCxnSpPr>
          <p:nvPr/>
        </p:nvCxnSpPr>
        <p:spPr>
          <a:xfrm flipV="1">
            <a:off x="3377106" y="4194243"/>
            <a:ext cx="3904427" cy="14995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單箭頭接點 194"/>
          <p:cNvCxnSpPr>
            <a:endCxn id="188" idx="4"/>
          </p:cNvCxnSpPr>
          <p:nvPr/>
        </p:nvCxnSpPr>
        <p:spPr>
          <a:xfrm flipV="1">
            <a:off x="3377106" y="4181543"/>
            <a:ext cx="457911" cy="15122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群組 199"/>
          <p:cNvGrpSpPr/>
          <p:nvPr/>
        </p:nvGrpSpPr>
        <p:grpSpPr>
          <a:xfrm>
            <a:off x="3722172" y="1898529"/>
            <a:ext cx="1072742" cy="908720"/>
            <a:chOff x="635402" y="1337615"/>
            <a:chExt cx="715161" cy="605813"/>
          </a:xfrm>
        </p:grpSpPr>
        <p:sp>
          <p:nvSpPr>
            <p:cNvPr id="201" name="矩形 200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字方塊 201"/>
                <p:cNvSpPr txBox="1"/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02" name="文字方塊 2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0953"/>
                </a:xfrm>
                <a:prstGeom prst="rect">
                  <a:avLst/>
                </a:prstGeom>
                <a:blipFill rotWithShape="1">
                  <a:blip r:embed="rId3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3" name="直線單箭頭接點 202"/>
          <p:cNvCxnSpPr>
            <a:endCxn id="205" idx="2"/>
          </p:cNvCxnSpPr>
          <p:nvPr/>
        </p:nvCxnSpPr>
        <p:spPr>
          <a:xfrm flipH="1" flipV="1">
            <a:off x="5077245" y="4316186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群組 203"/>
          <p:cNvGrpSpPr/>
          <p:nvPr/>
        </p:nvGrpSpPr>
        <p:grpSpPr>
          <a:xfrm>
            <a:off x="4853457" y="3851166"/>
            <a:ext cx="447575" cy="465020"/>
            <a:chOff x="-105878" y="1740168"/>
            <a:chExt cx="461666" cy="461665"/>
          </a:xfrm>
        </p:grpSpPr>
        <p:sp>
          <p:nvSpPr>
            <p:cNvPr id="205" name="矩形 204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06" name="群組 205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07" name="直線接點 206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接點 207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9" name="直線單箭頭接點 208"/>
          <p:cNvCxnSpPr>
            <a:endCxn id="211" idx="2"/>
          </p:cNvCxnSpPr>
          <p:nvPr/>
        </p:nvCxnSpPr>
        <p:spPr>
          <a:xfrm flipH="1" flipV="1">
            <a:off x="8471114" y="4327553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0" name="群組 209"/>
          <p:cNvGrpSpPr/>
          <p:nvPr/>
        </p:nvGrpSpPr>
        <p:grpSpPr>
          <a:xfrm>
            <a:off x="8247326" y="3862533"/>
            <a:ext cx="447575" cy="465020"/>
            <a:chOff x="-105878" y="1740168"/>
            <a:chExt cx="461666" cy="461665"/>
          </a:xfrm>
        </p:grpSpPr>
        <p:sp>
          <p:nvSpPr>
            <p:cNvPr id="211" name="矩形 210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12" name="群組 211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13" name="直線接點 212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接點 213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15" name="直線單箭頭接點 214"/>
          <p:cNvCxnSpPr>
            <a:endCxn id="217" idx="2"/>
          </p:cNvCxnSpPr>
          <p:nvPr/>
        </p:nvCxnSpPr>
        <p:spPr>
          <a:xfrm flipH="1" flipV="1">
            <a:off x="11863248" y="4351538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群組 215"/>
          <p:cNvGrpSpPr/>
          <p:nvPr/>
        </p:nvGrpSpPr>
        <p:grpSpPr>
          <a:xfrm>
            <a:off x="11639460" y="3886518"/>
            <a:ext cx="447575" cy="465020"/>
            <a:chOff x="-105878" y="1740168"/>
            <a:chExt cx="461666" cy="461665"/>
          </a:xfrm>
        </p:grpSpPr>
        <p:sp>
          <p:nvSpPr>
            <p:cNvPr id="217" name="矩形 216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18" name="群組 217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19" name="直線接點 218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線接點 219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1" name="直線單箭頭接點 220"/>
          <p:cNvCxnSpPr>
            <a:endCxn id="223" idx="2"/>
          </p:cNvCxnSpPr>
          <p:nvPr/>
        </p:nvCxnSpPr>
        <p:spPr>
          <a:xfrm flipH="1" flipV="1">
            <a:off x="15208398" y="4376562"/>
            <a:ext cx="13800" cy="1342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" name="群組 221"/>
          <p:cNvGrpSpPr/>
          <p:nvPr/>
        </p:nvGrpSpPr>
        <p:grpSpPr>
          <a:xfrm>
            <a:off x="14984610" y="3911543"/>
            <a:ext cx="447575" cy="465020"/>
            <a:chOff x="-105878" y="1740168"/>
            <a:chExt cx="461666" cy="461665"/>
          </a:xfrm>
        </p:grpSpPr>
        <p:sp>
          <p:nvSpPr>
            <p:cNvPr id="223" name="矩形 222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224" name="群組 223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225" name="直線接點 224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線接點 225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27" name="直線單箭頭接點 226"/>
          <p:cNvCxnSpPr/>
          <p:nvPr/>
        </p:nvCxnSpPr>
        <p:spPr>
          <a:xfrm flipV="1">
            <a:off x="5090495" y="2402793"/>
            <a:ext cx="0" cy="1416000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單箭頭接點 227"/>
          <p:cNvCxnSpPr/>
          <p:nvPr/>
        </p:nvCxnSpPr>
        <p:spPr>
          <a:xfrm flipH="1" flipV="1">
            <a:off x="8460207" y="2364060"/>
            <a:ext cx="0" cy="1480823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單箭頭接點 228"/>
          <p:cNvCxnSpPr/>
          <p:nvPr/>
        </p:nvCxnSpPr>
        <p:spPr>
          <a:xfrm flipH="1" flipV="1">
            <a:off x="11859761" y="2317422"/>
            <a:ext cx="0" cy="1554545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線單箭頭接點 229"/>
          <p:cNvCxnSpPr/>
          <p:nvPr/>
        </p:nvCxnSpPr>
        <p:spPr>
          <a:xfrm flipH="1" flipV="1">
            <a:off x="15206366" y="2347418"/>
            <a:ext cx="0" cy="1580804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單箭頭接點 230"/>
          <p:cNvCxnSpPr>
            <a:endCxn id="205" idx="1"/>
          </p:cNvCxnSpPr>
          <p:nvPr/>
        </p:nvCxnSpPr>
        <p:spPr>
          <a:xfrm>
            <a:off x="4018502" y="406453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單箭頭接點 231"/>
          <p:cNvCxnSpPr/>
          <p:nvPr/>
        </p:nvCxnSpPr>
        <p:spPr>
          <a:xfrm>
            <a:off x="7459037" y="4092045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線單箭頭接點 232"/>
          <p:cNvCxnSpPr/>
          <p:nvPr/>
        </p:nvCxnSpPr>
        <p:spPr>
          <a:xfrm>
            <a:off x="10804505" y="4119027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線單箭頭接點 233"/>
          <p:cNvCxnSpPr/>
          <p:nvPr/>
        </p:nvCxnSpPr>
        <p:spPr>
          <a:xfrm>
            <a:off x="14111508" y="4144052"/>
            <a:ext cx="83495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線單箭頭接點 234"/>
          <p:cNvCxnSpPr/>
          <p:nvPr/>
        </p:nvCxnSpPr>
        <p:spPr>
          <a:xfrm flipH="1">
            <a:off x="4575188" y="2352888"/>
            <a:ext cx="106167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6</a:t>
            </a:fld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文字方塊 259"/>
              <p:cNvSpPr txBox="1"/>
              <p:nvPr/>
            </p:nvSpPr>
            <p:spPr>
              <a:xfrm>
                <a:off x="3598527" y="3317474"/>
                <a:ext cx="794385" cy="55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0" name="文字方塊 2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27" y="3317474"/>
                <a:ext cx="794385" cy="555625"/>
              </a:xfrm>
              <a:prstGeom prst="rect">
                <a:avLst/>
              </a:prstGeom>
              <a:blipFill rotWithShape="1">
                <a:blip r:embed="rId3"/>
                <a:stretch>
                  <a:fillRect l="-78" t="-42" r="-9435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字方塊 260"/>
              <p:cNvSpPr txBox="1"/>
              <p:nvPr/>
            </p:nvSpPr>
            <p:spPr>
              <a:xfrm>
                <a:off x="7007424" y="3317474"/>
                <a:ext cx="79438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1" name="文字方塊 2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424" y="3317474"/>
                <a:ext cx="794385" cy="556260"/>
              </a:xfrm>
              <a:prstGeom prst="rect">
                <a:avLst/>
              </a:prstGeom>
              <a:blipFill rotWithShape="1">
                <a:blip r:embed="rId42"/>
                <a:stretch>
                  <a:fillRect l="-25" t="-42" r="-9487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文字方塊 261"/>
              <p:cNvSpPr txBox="1"/>
              <p:nvPr/>
            </p:nvSpPr>
            <p:spPr>
              <a:xfrm>
                <a:off x="10234221" y="3317474"/>
                <a:ext cx="79438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2" name="文字方塊 2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221" y="3317474"/>
                <a:ext cx="794385" cy="556260"/>
              </a:xfrm>
              <a:prstGeom prst="rect">
                <a:avLst/>
              </a:prstGeom>
              <a:blipFill rotWithShape="1">
                <a:blip r:embed="rId43"/>
                <a:stretch>
                  <a:fillRect l="-71" t="-42" r="-9442" b="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文字方塊 262"/>
              <p:cNvSpPr txBox="1"/>
              <p:nvPr/>
            </p:nvSpPr>
            <p:spPr>
              <a:xfrm>
                <a:off x="13768019" y="3341808"/>
                <a:ext cx="794385" cy="555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3" name="文字方塊 2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8019" y="3341808"/>
                <a:ext cx="794385" cy="555625"/>
              </a:xfrm>
              <a:prstGeom prst="rect">
                <a:avLst/>
              </a:prstGeom>
              <a:blipFill rotWithShape="1">
                <a:blip r:embed="rId6"/>
                <a:stretch>
                  <a:fillRect l="-74" t="-79" r="-9439" b="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Self-attention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bldLvl="0" animBg="1"/>
      <p:bldP spid="310" grpId="0" bldLvl="0" animBg="1"/>
      <p:bldP spid="311" grpId="0" bldLvl="0" animBg="1"/>
      <p:bldP spid="312" grpId="0" bldLvl="0" animBg="1"/>
      <p:bldP spid="318" grpId="0"/>
      <p:bldP spid="324" grpId="0" bldLvl="0" animBg="1"/>
      <p:bldP spid="325" grpId="0"/>
      <p:bldP spid="326" grpId="0" bldLvl="0" animBg="1"/>
      <p:bldP spid="327" grpId="0"/>
      <p:bldP spid="328" grpId="0" bldLvl="0" animBg="1"/>
      <p:bldP spid="329" grpId="0"/>
      <p:bldP spid="330" grpId="0" bldLvl="0" animBg="1"/>
      <p:bldP spid="331" grpId="0"/>
      <p:bldP spid="332" grpId="0"/>
      <p:bldP spid="3" grpId="0" bldLvl="0" animBg="1"/>
      <p:bldP spid="3" grpId="1" bldLvl="0" animBg="1"/>
      <p:bldP spid="333" grpId="0" bldLvl="0" animBg="1"/>
      <p:bldP spid="333" grpId="1" bldLvl="0" animBg="1"/>
      <p:bldP spid="334" grpId="0" bldLvl="0" animBg="1"/>
      <p:bldP spid="334" grpId="1" bldLvl="0" animBg="1"/>
      <p:bldP spid="335" grpId="0" bldLvl="0" animBg="1"/>
      <p:bldP spid="335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文字方塊 277"/>
          <p:cNvSpPr txBox="1"/>
          <p:nvPr/>
        </p:nvSpPr>
        <p:spPr>
          <a:xfrm>
            <a:off x="9983451" y="532529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文字方塊 280"/>
              <p:cNvSpPr txBox="1"/>
              <p:nvPr/>
            </p:nvSpPr>
            <p:spPr>
              <a:xfrm>
                <a:off x="10780395" y="687705"/>
                <a:ext cx="725170" cy="553720"/>
              </a:xfrm>
              <a:prstGeom prst="rect">
                <a:avLst/>
              </a:prstGeom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path path="circle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81" name="文字方塊 2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395" y="687705"/>
                <a:ext cx="725170" cy="553720"/>
              </a:xfrm>
              <a:prstGeom prst="rect">
                <a:avLst/>
              </a:prstGeom>
              <a:blipFill rotWithShape="1">
                <a:blip r:embed="rId3"/>
                <a:stretch>
                  <a:fillRect r="-87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文字方塊 281"/>
          <p:cNvSpPr txBox="1"/>
          <p:nvPr/>
        </p:nvSpPr>
        <p:spPr>
          <a:xfrm>
            <a:off x="9983451" y="1595796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文字方塊 284"/>
              <p:cNvSpPr txBox="1"/>
              <p:nvPr/>
            </p:nvSpPr>
            <p:spPr>
              <a:xfrm>
                <a:off x="10780395" y="1772285"/>
                <a:ext cx="727710" cy="553085"/>
              </a:xfrm>
              <a:prstGeom prst="rect">
                <a:avLst/>
              </a:prstGeom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path path="circle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85" name="文字方塊 2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0395" y="1772285"/>
                <a:ext cx="727710" cy="553085"/>
              </a:xfrm>
              <a:prstGeom prst="rect">
                <a:avLst/>
              </a:prstGeom>
              <a:blipFill rotWithShape="1">
                <a:blip r:embed="rId4"/>
                <a:stretch>
                  <a:fillRect r="-872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文字方塊 285"/>
          <p:cNvSpPr txBox="1"/>
          <p:nvPr/>
        </p:nvSpPr>
        <p:spPr>
          <a:xfrm>
            <a:off x="9950313" y="2634427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文字方塊 288"/>
              <p:cNvSpPr txBox="1"/>
              <p:nvPr/>
            </p:nvSpPr>
            <p:spPr>
              <a:xfrm>
                <a:off x="10781030" y="2762250"/>
                <a:ext cx="713105" cy="553720"/>
              </a:xfrm>
              <a:prstGeom prst="rect">
                <a:avLst/>
              </a:prstGeom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path path="circle"/>
              </a:gra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89" name="文字方塊 2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030" y="2762250"/>
                <a:ext cx="713105" cy="553720"/>
              </a:xfrm>
              <a:prstGeom prst="rect">
                <a:avLst/>
              </a:prstGeom>
              <a:blipFill rotWithShape="1">
                <a:blip r:embed="rId5"/>
                <a:stretch>
                  <a:fillRect r="-89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274346" y="411881"/>
                <a:ext cx="2569946" cy="918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346" y="411881"/>
                <a:ext cx="2569946" cy="918000"/>
              </a:xfrm>
              <a:prstGeom prst="rect">
                <a:avLst/>
              </a:prstGeom>
              <a:blipFill rotWithShape="1">
                <a:blip r:embed="rId6"/>
                <a:stretch>
                  <a:fillRect l="-263" t="-735" r="-227" b="-671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矩形 289"/>
              <p:cNvSpPr/>
              <p:nvPr/>
            </p:nvSpPr>
            <p:spPr>
              <a:xfrm>
                <a:off x="7274345" y="1482101"/>
                <a:ext cx="2569946" cy="9180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90" name="矩形 2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345" y="1482101"/>
                <a:ext cx="2569946" cy="918000"/>
              </a:xfrm>
              <a:prstGeom prst="rect">
                <a:avLst/>
              </a:prstGeom>
              <a:blipFill rotWithShape="1">
                <a:blip r:embed="rId7"/>
                <a:stretch>
                  <a:fillRect l="-263" t="-693" r="-227" b="-644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矩形 290"/>
              <p:cNvSpPr/>
              <p:nvPr/>
            </p:nvSpPr>
            <p:spPr>
              <a:xfrm>
                <a:off x="7275338" y="2551001"/>
                <a:ext cx="2569946" cy="91800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91" name="矩形 2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338" y="2551001"/>
                <a:ext cx="2569946" cy="918000"/>
              </a:xfrm>
              <a:prstGeom prst="rect">
                <a:avLst/>
              </a:prstGeom>
              <a:blipFill rotWithShape="1">
                <a:blip r:embed="rId8"/>
                <a:stretch>
                  <a:fillRect l="-253" t="-714" r="-238" b="-623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8" name="群組 307"/>
          <p:cNvGrpSpPr/>
          <p:nvPr/>
        </p:nvGrpSpPr>
        <p:grpSpPr>
          <a:xfrm>
            <a:off x="10557694" y="4624386"/>
            <a:ext cx="1019976" cy="2569945"/>
            <a:chOff x="6592432" y="2322888"/>
            <a:chExt cx="679984" cy="1713297"/>
          </a:xfrm>
        </p:grpSpPr>
        <p:sp>
          <p:nvSpPr>
            <p:cNvPr id="292" name="矩形 291"/>
            <p:cNvSpPr/>
            <p:nvPr/>
          </p:nvSpPr>
          <p:spPr>
            <a:xfrm rot="5400000">
              <a:off x="6075775" y="2839544"/>
              <a:ext cx="1713297" cy="6799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4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字方塊 292"/>
                <p:cNvSpPr txBox="1"/>
                <p:nvPr/>
              </p:nvSpPr>
              <p:spPr>
                <a:xfrm>
                  <a:off x="6765262" y="2976096"/>
                  <a:ext cx="334322" cy="4224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zh-TW" altLang="en-US" sz="4200" dirty="0"/>
                </a:p>
              </p:txBody>
            </p:sp>
          </mc:Choice>
          <mc:Fallback xmlns="">
            <p:sp>
              <p:nvSpPr>
                <p:cNvPr id="293" name="文字方塊 2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5262" y="2976096"/>
                  <a:ext cx="334322" cy="422487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矩形 293"/>
              <p:cNvSpPr/>
              <p:nvPr/>
            </p:nvSpPr>
            <p:spPr>
              <a:xfrm>
                <a:off x="11723688" y="5380788"/>
                <a:ext cx="2569946" cy="101997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94" name="矩形 2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688" y="5380788"/>
                <a:ext cx="2569946" cy="1019976"/>
              </a:xfrm>
              <a:prstGeom prst="rect">
                <a:avLst/>
              </a:prstGeom>
              <a:blipFill rotWithShape="1">
                <a:blip r:embed="rId10"/>
                <a:stretch>
                  <a:fillRect l="-259" t="-665" r="-231" b="-564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矩形 294"/>
              <p:cNvSpPr/>
              <p:nvPr/>
            </p:nvSpPr>
            <p:spPr>
              <a:xfrm>
                <a:off x="7346160" y="4790567"/>
                <a:ext cx="2354319" cy="22333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95" name="矩形 2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160" y="4790567"/>
                <a:ext cx="2354319" cy="2233358"/>
              </a:xfrm>
              <a:prstGeom prst="rect">
                <a:avLst/>
              </a:prstGeom>
              <a:blipFill rotWithShape="1">
                <a:blip r:embed="rId11"/>
                <a:stretch>
                  <a:fillRect l="-290" t="-290" r="-260" b="-276"/>
                </a:stretch>
              </a:blip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" name="箭號: 向右 295"/>
          <p:cNvSpPr/>
          <p:nvPr/>
        </p:nvSpPr>
        <p:spPr>
          <a:xfrm flipH="1">
            <a:off x="6025919" y="5604198"/>
            <a:ext cx="772919" cy="53167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矩形 296"/>
              <p:cNvSpPr/>
              <p:nvPr/>
            </p:nvSpPr>
            <p:spPr>
              <a:xfrm>
                <a:off x="3124278" y="4774097"/>
                <a:ext cx="2354319" cy="22333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97" name="矩形 2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78" y="4774097"/>
                <a:ext cx="2354319" cy="2233358"/>
              </a:xfrm>
              <a:prstGeom prst="rect">
                <a:avLst/>
              </a:prstGeom>
              <a:blipFill rotWithShape="1">
                <a:blip r:embed="rId12"/>
                <a:stretch>
                  <a:fillRect l="-273" t="-292" r="-251" b="-274"/>
                </a:stretch>
              </a:blip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矩形 297"/>
              <p:cNvSpPr/>
              <p:nvPr/>
            </p:nvSpPr>
            <p:spPr>
              <a:xfrm>
                <a:off x="11830883" y="7528130"/>
                <a:ext cx="2354319" cy="22333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4200" b="0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98" name="矩形 2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883" y="7528130"/>
                <a:ext cx="2354319" cy="2233358"/>
              </a:xfrm>
              <a:prstGeom prst="rect">
                <a:avLst/>
              </a:prstGeom>
              <a:blipFill rotWithShape="1">
                <a:blip r:embed="rId12"/>
                <a:stretch>
                  <a:fillRect l="-278" t="-294" r="-245" b="-272"/>
                </a:stretch>
              </a:blip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矩形 298"/>
              <p:cNvSpPr/>
              <p:nvPr/>
            </p:nvSpPr>
            <p:spPr>
              <a:xfrm>
                <a:off x="9153743" y="8156610"/>
                <a:ext cx="2569946" cy="101997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99" name="矩形 2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743" y="8156610"/>
                <a:ext cx="2569946" cy="1019976"/>
              </a:xfrm>
              <a:prstGeom prst="rect">
                <a:avLst/>
              </a:prstGeom>
              <a:blipFill rotWithShape="1">
                <a:blip r:embed="rId13"/>
                <a:stretch>
                  <a:fillRect l="-256" t="-626" r="-235" b="-603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文字方塊 299"/>
          <p:cNvSpPr txBox="1"/>
          <p:nvPr/>
        </p:nvSpPr>
        <p:spPr>
          <a:xfrm>
            <a:off x="8525120" y="8252393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矩形 302"/>
              <p:cNvSpPr/>
              <p:nvPr/>
            </p:nvSpPr>
            <p:spPr>
              <a:xfrm>
                <a:off x="11732280" y="477443"/>
                <a:ext cx="2569946" cy="91800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3" name="矩形 3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2280" y="477443"/>
                <a:ext cx="2569946" cy="918000"/>
              </a:xfrm>
              <a:prstGeom prst="rect">
                <a:avLst/>
              </a:prstGeom>
              <a:blipFill rotWithShape="1">
                <a:blip r:embed="rId14"/>
                <a:stretch>
                  <a:fillRect l="-248" t="-753" r="-242" b="-654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矩形 303"/>
              <p:cNvSpPr/>
              <p:nvPr/>
            </p:nvSpPr>
            <p:spPr>
              <a:xfrm>
                <a:off x="5951550" y="8134820"/>
                <a:ext cx="2569946" cy="1019976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4" name="矩形 3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550" y="8134820"/>
                <a:ext cx="2569946" cy="1019976"/>
              </a:xfrm>
              <a:prstGeom prst="rect">
                <a:avLst/>
              </a:prstGeom>
              <a:blipFill rotWithShape="1">
                <a:blip r:embed="rId15"/>
                <a:stretch>
                  <a:fillRect l="-260" t="-669" r="-230" b="-622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5" name="文字方塊 304"/>
          <p:cNvSpPr txBox="1"/>
          <p:nvPr/>
        </p:nvSpPr>
        <p:spPr>
          <a:xfrm>
            <a:off x="9889076" y="5545061"/>
            <a:ext cx="5226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=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矩形 305"/>
              <p:cNvSpPr/>
              <p:nvPr/>
            </p:nvSpPr>
            <p:spPr>
              <a:xfrm>
                <a:off x="11732279" y="1529265"/>
                <a:ext cx="2569946" cy="91800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6" name="矩形 3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2279" y="1529265"/>
                <a:ext cx="2569946" cy="918000"/>
              </a:xfrm>
              <a:prstGeom prst="rect">
                <a:avLst/>
              </a:prstGeom>
              <a:blipFill rotWithShape="1">
                <a:blip r:embed="rId14"/>
                <a:stretch>
                  <a:fillRect l="-248" t="-712" r="-242" b="-625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矩形 306"/>
              <p:cNvSpPr/>
              <p:nvPr/>
            </p:nvSpPr>
            <p:spPr>
              <a:xfrm>
                <a:off x="11723688" y="2567504"/>
                <a:ext cx="2569946" cy="91800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4200" i="1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07" name="矩形 3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688" y="2567504"/>
                <a:ext cx="2569946" cy="918000"/>
              </a:xfrm>
              <a:prstGeom prst="rect">
                <a:avLst/>
              </a:prstGeom>
              <a:blipFill rotWithShape="1">
                <a:blip r:embed="rId14"/>
                <a:stretch>
                  <a:fillRect l="-259" t="-713" r="-231" b="-624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2101844" y="7062669"/>
            <a:ext cx="43991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Attention Matrix</a:t>
            </a:r>
            <a:endParaRPr lang="zh-TW" altLang="en-US" sz="3600" dirty="0"/>
          </a:p>
        </p:txBody>
      </p:sp>
      <p:grpSp>
        <p:nvGrpSpPr>
          <p:cNvPr id="8" name="群組 7"/>
          <p:cNvGrpSpPr/>
          <p:nvPr/>
        </p:nvGrpSpPr>
        <p:grpSpPr>
          <a:xfrm>
            <a:off x="10482731" y="323392"/>
            <a:ext cx="6957060" cy="3771900"/>
            <a:chOff x="5464487" y="215595"/>
            <a:chExt cx="4638040" cy="2514600"/>
          </a:xfrm>
        </p:grpSpPr>
        <p:sp>
          <p:nvSpPr>
            <p:cNvPr id="2" name="文字方塊 1"/>
            <p:cNvSpPr txBox="1"/>
            <p:nvPr/>
          </p:nvSpPr>
          <p:spPr>
            <a:xfrm>
              <a:off x="6620187" y="2300088"/>
              <a:ext cx="3482340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chemeClr val="tx1"/>
                  </a:solidFill>
                </a:rPr>
                <a:t>Parameters learned </a:t>
              </a:r>
            </a:p>
          </p:txBody>
        </p:sp>
        <p:sp>
          <p:nvSpPr>
            <p:cNvPr id="35" name="矩形: 圓角 34"/>
            <p:cNvSpPr/>
            <p:nvPr/>
          </p:nvSpPr>
          <p:spPr>
            <a:xfrm>
              <a:off x="5464487" y="215595"/>
              <a:ext cx="811895" cy="2204307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7" name="直線單箭頭接點 6"/>
            <p:cNvCxnSpPr>
              <a:endCxn id="2" idx="1"/>
            </p:cNvCxnSpPr>
            <p:nvPr/>
          </p:nvCxnSpPr>
          <p:spPr>
            <a:xfrm>
              <a:off x="6188423" y="2178938"/>
              <a:ext cx="431712" cy="3359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7</a:t>
            </a:fld>
            <a:endParaRPr lang="zh-TW" altLang="en-US" sz="100"/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Self-attention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/>
      <p:bldP spid="282" grpId="0"/>
      <p:bldP spid="286" grpId="0"/>
      <p:bldP spid="3" grpId="0" bldLvl="0" animBg="1"/>
      <p:bldP spid="290" grpId="0" bldLvl="0" animBg="1"/>
      <p:bldP spid="291" grpId="0" bldLvl="0" animBg="1"/>
      <p:bldP spid="294" grpId="0" bldLvl="0" animBg="1"/>
      <p:bldP spid="295" grpId="0" bldLvl="0" animBg="1"/>
      <p:bldP spid="296" grpId="0" bldLvl="0" animBg="1"/>
      <p:bldP spid="297" grpId="0" bldLvl="0" animBg="1"/>
      <p:bldP spid="298" grpId="0" bldLvl="0" animBg="1"/>
      <p:bldP spid="299" grpId="0" bldLvl="0" animBg="1"/>
      <p:bldP spid="300" grpId="0"/>
      <p:bldP spid="303" grpId="0" bldLvl="0" animBg="1"/>
      <p:bldP spid="304" grpId="0" bldLvl="0" animBg="1"/>
      <p:bldP spid="305" grpId="0"/>
      <p:bldP spid="306" grpId="0" bldLvl="0" animBg="1"/>
      <p:bldP spid="307" grpId="0" bldLvl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直線單箭頭接點 80"/>
          <p:cNvCxnSpPr/>
          <p:nvPr/>
        </p:nvCxnSpPr>
        <p:spPr>
          <a:xfrm flipV="1">
            <a:off x="6180684" y="7114067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/>
          <p:nvPr/>
        </p:nvCxnSpPr>
        <p:spPr>
          <a:xfrm flipV="1">
            <a:off x="8121927" y="7109670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3550616" y="7125018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4030598" y="7117235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3517874" y="6730838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4566924" y="6709994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821341" y="9126608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3" name="矩形 12"/>
          <p:cNvSpPr/>
          <p:nvPr/>
        </p:nvSpPr>
        <p:spPr>
          <a:xfrm>
            <a:off x="5940185" y="750936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667957" y="7581087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957" y="7581087"/>
                <a:ext cx="1072742" cy="648335"/>
              </a:xfrm>
              <a:prstGeom prst="rect">
                <a:avLst/>
              </a:prstGeom>
              <a:blipFill rotWithShape="1">
                <a:blip r:embed="rId2"/>
                <a:stretch>
                  <a:fillRect l="-54" t="-70" r="16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單箭頭接點 16"/>
          <p:cNvCxnSpPr/>
          <p:nvPr/>
        </p:nvCxnSpPr>
        <p:spPr>
          <a:xfrm flipV="1">
            <a:off x="6169067" y="8325282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999086" y="8747543"/>
            <a:ext cx="415343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群組 40"/>
          <p:cNvGrpSpPr/>
          <p:nvPr/>
        </p:nvGrpSpPr>
        <p:grpSpPr>
          <a:xfrm>
            <a:off x="7616154" y="7509362"/>
            <a:ext cx="1072742" cy="1220147"/>
            <a:chOff x="3154887" y="3748362"/>
            <a:chExt cx="715161" cy="813431"/>
          </a:xfrm>
        </p:grpSpPr>
        <p:sp>
          <p:nvSpPr>
            <p:cNvPr id="11" name="矩形 10"/>
            <p:cNvSpPr/>
            <p:nvPr/>
          </p:nvSpPr>
          <p:spPr>
            <a:xfrm>
              <a:off x="3346646" y="3748362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/>
                <p:cNvSpPr txBox="1"/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2" name="文字方塊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線單箭頭接點 19"/>
            <p:cNvCxnSpPr/>
            <p:nvPr/>
          </p:nvCxnSpPr>
          <p:spPr>
            <a:xfrm flipV="1">
              <a:off x="3490646" y="4290299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5682628" y="9229214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628" y="9229214"/>
                <a:ext cx="1072742" cy="648335"/>
              </a:xfrm>
              <a:prstGeom prst="rect">
                <a:avLst/>
              </a:prstGeom>
              <a:blipFill rotWithShape="1">
                <a:blip r:embed="rId4"/>
                <a:stretch>
                  <a:fillRect l="-1" t="-19" r="22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/>
          <p:cNvGrpSpPr/>
          <p:nvPr/>
        </p:nvGrpSpPr>
        <p:grpSpPr>
          <a:xfrm>
            <a:off x="3532803" y="7509362"/>
            <a:ext cx="1072742" cy="1220147"/>
            <a:chOff x="1299972" y="3748362"/>
            <a:chExt cx="715161" cy="813431"/>
          </a:xfrm>
        </p:grpSpPr>
        <p:grpSp>
          <p:nvGrpSpPr>
            <p:cNvPr id="39" name="群組 38"/>
            <p:cNvGrpSpPr/>
            <p:nvPr/>
          </p:nvGrpSpPr>
          <p:grpSpPr>
            <a:xfrm>
              <a:off x="1488062" y="3748362"/>
              <a:ext cx="288000" cy="813431"/>
              <a:chOff x="2212165" y="3748362"/>
              <a:chExt cx="288000" cy="813431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212165" y="3748362"/>
                <a:ext cx="288000" cy="540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19" name="直線單箭頭接點 18"/>
              <p:cNvCxnSpPr/>
              <p:nvPr/>
            </p:nvCxnSpPr>
            <p:spPr>
              <a:xfrm flipV="1">
                <a:off x="2344779" y="4290299"/>
                <a:ext cx="0" cy="271494"/>
              </a:xfrm>
              <a:prstGeom prst="straightConnector1">
                <a:avLst/>
              </a:prstGeom>
              <a:ln w="254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/>
                <p:cNvSpPr txBox="1"/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6" name="文字方塊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文字方塊 39"/>
          <p:cNvSpPr txBox="1"/>
          <p:nvPr/>
        </p:nvSpPr>
        <p:spPr>
          <a:xfrm>
            <a:off x="6841287" y="9260310"/>
            <a:ext cx="52548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(2 heads as example)</a:t>
            </a:r>
            <a:endParaRPr lang="zh-TW" altLang="en-US" sz="3600" dirty="0"/>
          </a:p>
        </p:txBody>
      </p:sp>
      <p:sp>
        <p:nvSpPr>
          <p:cNvPr id="54" name="矩形 53"/>
          <p:cNvSpPr/>
          <p:nvPr/>
        </p:nvSpPr>
        <p:spPr>
          <a:xfrm>
            <a:off x="3301874" y="5864228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/>
              <p:cNvSpPr txBox="1"/>
              <p:nvPr/>
            </p:nvSpPr>
            <p:spPr>
              <a:xfrm>
                <a:off x="4226027" y="5167359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3" name="文字方塊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027" y="5167359"/>
                <a:ext cx="1072742" cy="642620"/>
              </a:xfrm>
              <a:prstGeom prst="rect">
                <a:avLst/>
              </a:prstGeom>
              <a:blipFill rotWithShape="1">
                <a:blip r:embed="rId6"/>
                <a:stretch>
                  <a:fillRect l="-10" t="-57" r="31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矩形 63"/>
          <p:cNvSpPr/>
          <p:nvPr/>
        </p:nvSpPr>
        <p:spPr>
          <a:xfrm>
            <a:off x="4381566" y="5841143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3117440" y="5152388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440" y="5152388"/>
                <a:ext cx="1072742" cy="642620"/>
              </a:xfrm>
              <a:prstGeom prst="rect">
                <a:avLst/>
              </a:prstGeom>
              <a:blipFill rotWithShape="1">
                <a:blip r:embed="rId7"/>
                <a:stretch>
                  <a:fillRect l="-21" t="-99" r="42" b="9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單箭頭接點 79"/>
          <p:cNvCxnSpPr/>
          <p:nvPr/>
        </p:nvCxnSpPr>
        <p:spPr>
          <a:xfrm>
            <a:off x="5700702" y="7121850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V="1">
            <a:off x="5667960" y="6727670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V="1">
            <a:off x="6717011" y="6706826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5451960" y="586106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/>
              <p:cNvSpPr txBox="1"/>
              <p:nvPr/>
            </p:nvSpPr>
            <p:spPr>
              <a:xfrm>
                <a:off x="6376113" y="5164191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5" name="文字方塊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113" y="5164191"/>
                <a:ext cx="1072742" cy="648335"/>
              </a:xfrm>
              <a:prstGeom prst="rect">
                <a:avLst/>
              </a:prstGeom>
              <a:blipFill rotWithShape="1">
                <a:blip r:embed="rId8"/>
                <a:stretch>
                  <a:fillRect l="-7" t="-57" r="28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 85"/>
          <p:cNvSpPr/>
          <p:nvPr/>
        </p:nvSpPr>
        <p:spPr>
          <a:xfrm>
            <a:off x="6531653" y="583797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/>
              <p:cNvSpPr txBox="1"/>
              <p:nvPr/>
            </p:nvSpPr>
            <p:spPr>
              <a:xfrm>
                <a:off x="5299443" y="5151162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87" name="文字方塊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43" y="5151162"/>
                <a:ext cx="1072742" cy="648335"/>
              </a:xfrm>
              <a:prstGeom prst="rect">
                <a:avLst/>
              </a:prstGeom>
              <a:blipFill rotWithShape="1">
                <a:blip r:embed="rId9"/>
                <a:stretch>
                  <a:fillRect l="-34" t="-6" r="55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線單箭頭接點 87"/>
          <p:cNvCxnSpPr/>
          <p:nvPr/>
        </p:nvCxnSpPr>
        <p:spPr>
          <a:xfrm>
            <a:off x="7641945" y="7117454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/>
          <p:nvPr/>
        </p:nvCxnSpPr>
        <p:spPr>
          <a:xfrm flipV="1">
            <a:off x="7609203" y="6723273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flipV="1">
            <a:off x="8658254" y="6702429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7393203" y="585666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8317356" y="5159795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356" y="5159795"/>
                <a:ext cx="1072742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12" t="-65" r="33" b="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矩形 93"/>
          <p:cNvSpPr/>
          <p:nvPr/>
        </p:nvSpPr>
        <p:spPr>
          <a:xfrm>
            <a:off x="8472896" y="5833578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7322384" y="5143371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84" y="5143371"/>
                <a:ext cx="1072742" cy="648335"/>
              </a:xfrm>
              <a:prstGeom prst="rect">
                <a:avLst/>
              </a:prstGeom>
              <a:blipFill rotWithShape="1">
                <a:blip r:embed="rId11"/>
                <a:stretch>
                  <a:fillRect l="-19" t="-78" r="40" b="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直線單箭頭接點 135"/>
          <p:cNvCxnSpPr/>
          <p:nvPr/>
        </p:nvCxnSpPr>
        <p:spPr>
          <a:xfrm flipV="1">
            <a:off x="12659715" y="7067238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36"/>
          <p:cNvCxnSpPr/>
          <p:nvPr/>
        </p:nvCxnSpPr>
        <p:spPr>
          <a:xfrm flipV="1">
            <a:off x="14600958" y="7062842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>
            <a:off x="10029647" y="7078190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38"/>
          <p:cNvCxnSpPr/>
          <p:nvPr/>
        </p:nvCxnSpPr>
        <p:spPr>
          <a:xfrm flipV="1">
            <a:off x="10509629" y="7070406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單箭頭接點 139"/>
          <p:cNvCxnSpPr/>
          <p:nvPr/>
        </p:nvCxnSpPr>
        <p:spPr>
          <a:xfrm flipV="1">
            <a:off x="9996905" y="6684009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/>
          <p:nvPr/>
        </p:nvCxnSpPr>
        <p:spPr>
          <a:xfrm flipV="1">
            <a:off x="11045955" y="6663165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/>
          <p:cNvSpPr/>
          <p:nvPr/>
        </p:nvSpPr>
        <p:spPr>
          <a:xfrm>
            <a:off x="12300372" y="9079779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43" name="矩形 142"/>
          <p:cNvSpPr/>
          <p:nvPr/>
        </p:nvSpPr>
        <p:spPr>
          <a:xfrm>
            <a:off x="12419216" y="746253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/>
              <p:cNvSpPr txBox="1"/>
              <p:nvPr/>
            </p:nvSpPr>
            <p:spPr>
              <a:xfrm>
                <a:off x="12146988" y="7534259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44" name="文字方塊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6988" y="7534259"/>
                <a:ext cx="1072742" cy="648335"/>
              </a:xfrm>
              <a:prstGeom prst="rect">
                <a:avLst/>
              </a:prstGeom>
              <a:blipFill rotWithShape="1">
                <a:blip r:embed="rId12"/>
                <a:stretch>
                  <a:fillRect l="-7" t="-95" r="28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直線單箭頭接點 144"/>
          <p:cNvCxnSpPr/>
          <p:nvPr/>
        </p:nvCxnSpPr>
        <p:spPr>
          <a:xfrm flipV="1">
            <a:off x="12648098" y="8278454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/>
          <p:cNvCxnSpPr/>
          <p:nvPr/>
        </p:nvCxnSpPr>
        <p:spPr>
          <a:xfrm>
            <a:off x="10478117" y="8700714"/>
            <a:ext cx="415343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群組 146"/>
          <p:cNvGrpSpPr/>
          <p:nvPr/>
        </p:nvGrpSpPr>
        <p:grpSpPr>
          <a:xfrm>
            <a:off x="14095185" y="7462533"/>
            <a:ext cx="1072742" cy="1220147"/>
            <a:chOff x="3154887" y="3748362"/>
            <a:chExt cx="715161" cy="813431"/>
          </a:xfrm>
        </p:grpSpPr>
        <p:sp>
          <p:nvSpPr>
            <p:cNvPr id="148" name="矩形 147"/>
            <p:cNvSpPr/>
            <p:nvPr/>
          </p:nvSpPr>
          <p:spPr>
            <a:xfrm>
              <a:off x="3346646" y="3748362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字方塊 148"/>
                <p:cNvSpPr txBox="1"/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49" name="文字方塊 1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0" name="直線單箭頭接點 149"/>
            <p:cNvCxnSpPr/>
            <p:nvPr/>
          </p:nvCxnSpPr>
          <p:spPr>
            <a:xfrm flipV="1">
              <a:off x="3490646" y="4290299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/>
              <p:cNvSpPr txBox="1"/>
              <p:nvPr/>
            </p:nvSpPr>
            <p:spPr>
              <a:xfrm>
                <a:off x="12161660" y="9182385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51" name="文字方塊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660" y="9182385"/>
                <a:ext cx="1072742" cy="648335"/>
              </a:xfrm>
              <a:prstGeom prst="rect">
                <a:avLst/>
              </a:prstGeom>
              <a:blipFill rotWithShape="1">
                <a:blip r:embed="rId14"/>
                <a:stretch>
                  <a:fillRect l="-13" t="-44" r="34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2" name="群組 151"/>
          <p:cNvGrpSpPr/>
          <p:nvPr/>
        </p:nvGrpSpPr>
        <p:grpSpPr>
          <a:xfrm>
            <a:off x="10011834" y="7462533"/>
            <a:ext cx="1072742" cy="1220147"/>
            <a:chOff x="1299972" y="3748362"/>
            <a:chExt cx="715161" cy="813431"/>
          </a:xfrm>
        </p:grpSpPr>
        <p:grpSp>
          <p:nvGrpSpPr>
            <p:cNvPr id="153" name="群組 152"/>
            <p:cNvGrpSpPr/>
            <p:nvPr/>
          </p:nvGrpSpPr>
          <p:grpSpPr>
            <a:xfrm>
              <a:off x="1488062" y="3748362"/>
              <a:ext cx="288000" cy="813431"/>
              <a:chOff x="2212165" y="3748362"/>
              <a:chExt cx="288000" cy="813431"/>
            </a:xfrm>
          </p:grpSpPr>
          <p:sp>
            <p:nvSpPr>
              <p:cNvPr id="155" name="矩形 154"/>
              <p:cNvSpPr/>
              <p:nvPr/>
            </p:nvSpPr>
            <p:spPr>
              <a:xfrm>
                <a:off x="2212165" y="3748362"/>
                <a:ext cx="288000" cy="540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156" name="直線單箭頭接點 155"/>
              <p:cNvCxnSpPr/>
              <p:nvPr/>
            </p:nvCxnSpPr>
            <p:spPr>
              <a:xfrm flipV="1">
                <a:off x="2344779" y="4290299"/>
                <a:ext cx="0" cy="271494"/>
              </a:xfrm>
              <a:prstGeom prst="straightConnector1">
                <a:avLst/>
              </a:prstGeom>
              <a:ln w="254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字方塊 153"/>
                <p:cNvSpPr txBox="1"/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54" name="文字方塊 1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7" name="矩形 156"/>
          <p:cNvSpPr/>
          <p:nvPr/>
        </p:nvSpPr>
        <p:spPr>
          <a:xfrm>
            <a:off x="9780905" y="5817399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/>
              <p:cNvSpPr txBox="1"/>
              <p:nvPr/>
            </p:nvSpPr>
            <p:spPr>
              <a:xfrm>
                <a:off x="10705058" y="5120531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58" name="文字方塊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058" y="5120531"/>
                <a:ext cx="1072742" cy="642620"/>
              </a:xfrm>
              <a:prstGeom prst="rect">
                <a:avLst/>
              </a:prstGeom>
              <a:blipFill rotWithShape="1">
                <a:blip r:embed="rId16"/>
                <a:stretch>
                  <a:fillRect l="-21" t="-82" r="42" b="8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矩形 158"/>
          <p:cNvSpPr/>
          <p:nvPr/>
        </p:nvSpPr>
        <p:spPr>
          <a:xfrm>
            <a:off x="10860597" y="5794314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/>
              <p:cNvSpPr txBox="1"/>
              <p:nvPr/>
            </p:nvSpPr>
            <p:spPr>
              <a:xfrm>
                <a:off x="9596471" y="5105559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0" name="文字方塊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471" y="5105559"/>
                <a:ext cx="1072742" cy="642620"/>
              </a:xfrm>
              <a:prstGeom prst="rect">
                <a:avLst/>
              </a:prstGeom>
              <a:blipFill rotWithShape="1">
                <a:blip r:embed="rId17"/>
                <a:stretch>
                  <a:fillRect l="-33" t="-25" r="54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單箭頭接點 161"/>
          <p:cNvCxnSpPr/>
          <p:nvPr/>
        </p:nvCxnSpPr>
        <p:spPr>
          <a:xfrm>
            <a:off x="12179733" y="7075022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單箭頭接點 162"/>
          <p:cNvCxnSpPr/>
          <p:nvPr/>
        </p:nvCxnSpPr>
        <p:spPr>
          <a:xfrm flipV="1">
            <a:off x="12146991" y="6680841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/>
          <p:nvPr/>
        </p:nvCxnSpPr>
        <p:spPr>
          <a:xfrm flipV="1">
            <a:off x="13196042" y="6659997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 164"/>
          <p:cNvSpPr/>
          <p:nvPr/>
        </p:nvSpPr>
        <p:spPr>
          <a:xfrm>
            <a:off x="11930991" y="581423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字方塊 165"/>
              <p:cNvSpPr txBox="1"/>
              <p:nvPr/>
            </p:nvSpPr>
            <p:spPr>
              <a:xfrm>
                <a:off x="12855144" y="5117363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6" name="文字方塊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5144" y="5117363"/>
                <a:ext cx="1072742" cy="648335"/>
              </a:xfrm>
              <a:prstGeom prst="rect">
                <a:avLst/>
              </a:prstGeom>
              <a:blipFill rotWithShape="1">
                <a:blip r:embed="rId18"/>
                <a:stretch>
                  <a:fillRect l="-19" t="-82" r="40" b="8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矩形 166"/>
          <p:cNvSpPr/>
          <p:nvPr/>
        </p:nvSpPr>
        <p:spPr>
          <a:xfrm>
            <a:off x="13010684" y="5791146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字方塊 167"/>
              <p:cNvSpPr txBox="1"/>
              <p:nvPr/>
            </p:nvSpPr>
            <p:spPr>
              <a:xfrm>
                <a:off x="11778474" y="5104334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68" name="文字方塊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8474" y="5104334"/>
                <a:ext cx="1072742" cy="648335"/>
              </a:xfrm>
              <a:prstGeom prst="rect">
                <a:avLst/>
              </a:prstGeom>
              <a:blipFill rotWithShape="1">
                <a:blip r:embed="rId19"/>
                <a:stretch>
                  <a:fillRect l="-46" t="-31" r="8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直線單箭頭接點 168"/>
          <p:cNvCxnSpPr/>
          <p:nvPr/>
        </p:nvCxnSpPr>
        <p:spPr>
          <a:xfrm>
            <a:off x="14120976" y="7070625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單箭頭接點 169"/>
          <p:cNvCxnSpPr/>
          <p:nvPr/>
        </p:nvCxnSpPr>
        <p:spPr>
          <a:xfrm flipV="1">
            <a:off x="14088234" y="6676445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單箭頭接點 170"/>
          <p:cNvCxnSpPr/>
          <p:nvPr/>
        </p:nvCxnSpPr>
        <p:spPr>
          <a:xfrm flipV="1">
            <a:off x="15137285" y="6655601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/>
          <p:cNvSpPr/>
          <p:nvPr/>
        </p:nvSpPr>
        <p:spPr>
          <a:xfrm>
            <a:off x="13872234" y="580983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字方塊 172"/>
              <p:cNvSpPr txBox="1"/>
              <p:nvPr/>
            </p:nvSpPr>
            <p:spPr>
              <a:xfrm>
                <a:off x="14796387" y="5112966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3" name="文字方塊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6387" y="5112966"/>
                <a:ext cx="1072742" cy="648335"/>
              </a:xfrm>
              <a:prstGeom prst="rect">
                <a:avLst/>
              </a:prstGeom>
              <a:blipFill rotWithShape="1">
                <a:blip r:embed="rId20"/>
                <a:stretch>
                  <a:fillRect l="-23" t="-90" r="45" b="9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矩形 173"/>
          <p:cNvSpPr/>
          <p:nvPr/>
        </p:nvSpPr>
        <p:spPr>
          <a:xfrm>
            <a:off x="14951927" y="578675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/>
              <p:cNvSpPr txBox="1"/>
              <p:nvPr/>
            </p:nvSpPr>
            <p:spPr>
              <a:xfrm>
                <a:off x="13801415" y="5096543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75" name="文字方塊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1415" y="5096543"/>
                <a:ext cx="1072742" cy="648335"/>
              </a:xfrm>
              <a:prstGeom prst="rect">
                <a:avLst/>
              </a:prstGeom>
              <a:blipFill rotWithShape="1">
                <a:blip r:embed="rId21"/>
                <a:stretch>
                  <a:fillRect l="-30" t="-5" r="51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6" name="群組 175"/>
          <p:cNvGrpSpPr/>
          <p:nvPr/>
        </p:nvGrpSpPr>
        <p:grpSpPr>
          <a:xfrm>
            <a:off x="8810937" y="1134066"/>
            <a:ext cx="1072742" cy="908720"/>
            <a:chOff x="635402" y="1337615"/>
            <a:chExt cx="715161" cy="605813"/>
          </a:xfrm>
        </p:grpSpPr>
        <p:sp>
          <p:nvSpPr>
            <p:cNvPr id="177" name="矩形 176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字方塊 177"/>
                <p:cNvSpPr txBox="1"/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8" name="文字方塊 1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線單箭頭接點 117"/>
          <p:cNvCxnSpPr>
            <a:stCxn id="160" idx="0"/>
            <a:endCxn id="120" idx="2"/>
          </p:cNvCxnSpPr>
          <p:nvPr/>
        </p:nvCxnSpPr>
        <p:spPr>
          <a:xfrm flipV="1">
            <a:off x="10132695" y="3777615"/>
            <a:ext cx="1906905" cy="13277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>
            <a:off x="12300372" y="3746435"/>
            <a:ext cx="159623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橢圓 119"/>
          <p:cNvSpPr/>
          <p:nvPr/>
        </p:nvSpPr>
        <p:spPr>
          <a:xfrm>
            <a:off x="12039522" y="3642746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21" name="直線單箭頭接點 120"/>
          <p:cNvCxnSpPr/>
          <p:nvPr/>
        </p:nvCxnSpPr>
        <p:spPr>
          <a:xfrm flipV="1">
            <a:off x="12179733" y="3912746"/>
            <a:ext cx="0" cy="135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群組 121"/>
          <p:cNvGrpSpPr/>
          <p:nvPr/>
        </p:nvGrpSpPr>
        <p:grpSpPr>
          <a:xfrm>
            <a:off x="13905561" y="3505586"/>
            <a:ext cx="447575" cy="465020"/>
            <a:chOff x="-105878" y="1740168"/>
            <a:chExt cx="461666" cy="461665"/>
          </a:xfrm>
        </p:grpSpPr>
        <p:sp>
          <p:nvSpPr>
            <p:cNvPr id="123" name="矩形 122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24" name="群組 123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25" name="直線接點 124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線接點 125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直線單箭頭接點 126"/>
          <p:cNvCxnSpPr/>
          <p:nvPr/>
        </p:nvCxnSpPr>
        <p:spPr>
          <a:xfrm flipV="1">
            <a:off x="14145440" y="3970605"/>
            <a:ext cx="0" cy="13089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 flipH="1" flipV="1">
            <a:off x="14123859" y="1608542"/>
            <a:ext cx="0" cy="1897046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/>
          <p:nvPr/>
        </p:nvCxnSpPr>
        <p:spPr>
          <a:xfrm flipH="1">
            <a:off x="9691895" y="1584240"/>
            <a:ext cx="442908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群組 129"/>
          <p:cNvGrpSpPr/>
          <p:nvPr/>
        </p:nvGrpSpPr>
        <p:grpSpPr>
          <a:xfrm>
            <a:off x="7401236" y="3520350"/>
            <a:ext cx="447575" cy="465020"/>
            <a:chOff x="-105878" y="1740168"/>
            <a:chExt cx="461666" cy="461665"/>
          </a:xfrm>
        </p:grpSpPr>
        <p:sp>
          <p:nvSpPr>
            <p:cNvPr id="131" name="矩形 130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32" name="群組 131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33" name="直線接點 132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線接點 133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5" name="橢圓 134"/>
          <p:cNvSpPr/>
          <p:nvPr/>
        </p:nvSpPr>
        <p:spPr>
          <a:xfrm>
            <a:off x="5529816" y="3603603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61" name="直線單箭頭接點 160"/>
          <p:cNvCxnSpPr>
            <a:endCxn id="135" idx="3"/>
          </p:cNvCxnSpPr>
          <p:nvPr/>
        </p:nvCxnSpPr>
        <p:spPr>
          <a:xfrm flipV="1">
            <a:off x="3504938" y="3834063"/>
            <a:ext cx="2064419" cy="13027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/>
          <p:nvPr/>
        </p:nvCxnSpPr>
        <p:spPr>
          <a:xfrm flipH="1" flipV="1">
            <a:off x="5682629" y="3898644"/>
            <a:ext cx="0" cy="13065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/>
          <p:cNvCxnSpPr/>
          <p:nvPr/>
        </p:nvCxnSpPr>
        <p:spPr>
          <a:xfrm flipV="1">
            <a:off x="5891993" y="3731840"/>
            <a:ext cx="15092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單箭頭接點 184"/>
          <p:cNvCxnSpPr/>
          <p:nvPr/>
        </p:nvCxnSpPr>
        <p:spPr>
          <a:xfrm flipV="1">
            <a:off x="7633494" y="3950366"/>
            <a:ext cx="0" cy="13089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單箭頭接點 185"/>
          <p:cNvCxnSpPr>
            <a:stCxn id="131" idx="0"/>
          </p:cNvCxnSpPr>
          <p:nvPr/>
        </p:nvCxnSpPr>
        <p:spPr>
          <a:xfrm flipH="1" flipV="1">
            <a:off x="7609205" y="1584240"/>
            <a:ext cx="0" cy="193611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線單箭頭接點 186"/>
          <p:cNvCxnSpPr/>
          <p:nvPr/>
        </p:nvCxnSpPr>
        <p:spPr>
          <a:xfrm>
            <a:off x="7574081" y="1548987"/>
            <a:ext cx="133686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字方塊 187"/>
              <p:cNvSpPr txBox="1"/>
              <p:nvPr/>
            </p:nvSpPr>
            <p:spPr>
              <a:xfrm>
                <a:off x="2883780" y="9126608"/>
                <a:ext cx="2170430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88" name="文字方塊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780" y="9126608"/>
                <a:ext cx="2170430" cy="551180"/>
              </a:xfrm>
              <a:prstGeom prst="rect">
                <a:avLst/>
              </a:prstGeom>
              <a:blipFill rotWithShape="1">
                <a:blip r:embed="rId23"/>
                <a:stretch>
                  <a:fillRect l="-11" t="-70" r="-3880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/>
              <p:cNvSpPr txBox="1"/>
              <p:nvPr/>
            </p:nvSpPr>
            <p:spPr>
              <a:xfrm>
                <a:off x="1874092" y="2480732"/>
                <a:ext cx="2693035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89" name="文字方塊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092" y="2480732"/>
                <a:ext cx="2693035" cy="551180"/>
              </a:xfrm>
              <a:prstGeom prst="rect">
                <a:avLst/>
              </a:prstGeom>
              <a:blipFill rotWithShape="1">
                <a:blip r:embed="rId24"/>
                <a:stretch>
                  <a:fillRect l="-8" t="-77" r="-3034" b="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文字方塊 189"/>
              <p:cNvSpPr txBox="1"/>
              <p:nvPr/>
            </p:nvSpPr>
            <p:spPr>
              <a:xfrm>
                <a:off x="1859525" y="3212859"/>
                <a:ext cx="2693035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90" name="文字方塊 1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525" y="3212859"/>
                <a:ext cx="2693035" cy="551180"/>
              </a:xfrm>
              <a:prstGeom prst="rect">
                <a:avLst/>
              </a:prstGeom>
              <a:blipFill rotWithShape="1">
                <a:blip r:embed="rId25"/>
                <a:stretch>
                  <a:fillRect l="-9" t="-71" r="-3033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8</a:t>
            </a:fld>
            <a:endParaRPr lang="zh-TW" altLang="en-US" sz="10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0" y="-417120"/>
            <a:ext cx="16084552" cy="1551434"/>
          </a:xfrm>
        </p:spPr>
        <p:txBody>
          <a:bodyPr/>
          <a:lstStyle/>
          <a:p>
            <a:pPr algn="l"/>
            <a:r>
              <a:rPr lang="en-US" altLang="zh-TW" dirty="0">
                <a:sym typeface="+mn-ea"/>
              </a:rPr>
              <a:t>Multi-head Self-attention</a:t>
            </a:r>
            <a:endParaRPr lang="zh-TW" altLang="en-US" dirty="0"/>
          </a:p>
        </p:txBody>
      </p:sp>
      <p:sp>
        <p:nvSpPr>
          <p:cNvPr id="29" name="Text Box 28"/>
          <p:cNvSpPr txBox="1"/>
          <p:nvPr/>
        </p:nvSpPr>
        <p:spPr>
          <a:xfrm>
            <a:off x="899795" y="1134110"/>
            <a:ext cx="523621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en-US" sz="320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Different types of relevance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  <p:bldP spid="63" grpId="0"/>
      <p:bldP spid="64" grpId="0" bldLvl="0" animBg="1"/>
      <p:bldP spid="65" grpId="0"/>
      <p:bldP spid="84" grpId="0" bldLvl="0" animBg="1"/>
      <p:bldP spid="85" grpId="0"/>
      <p:bldP spid="86" grpId="0" bldLvl="0" animBg="1"/>
      <p:bldP spid="87" grpId="0"/>
      <p:bldP spid="92" grpId="0" bldLvl="0" animBg="1"/>
      <p:bldP spid="93" grpId="0"/>
      <p:bldP spid="94" grpId="0" bldLvl="0" animBg="1"/>
      <p:bldP spid="95" grpId="0"/>
      <p:bldP spid="142" grpId="0" bldLvl="0" animBg="1"/>
      <p:bldP spid="143" grpId="0" bldLvl="0" animBg="1"/>
      <p:bldP spid="144" grpId="0"/>
      <p:bldP spid="151" grpId="0"/>
      <p:bldP spid="157" grpId="0" bldLvl="0" animBg="1"/>
      <p:bldP spid="158" grpId="0"/>
      <p:bldP spid="159" grpId="0" bldLvl="0" animBg="1"/>
      <p:bldP spid="160" grpId="0"/>
      <p:bldP spid="165" grpId="0" bldLvl="0" animBg="1"/>
      <p:bldP spid="166" grpId="0"/>
      <p:bldP spid="167" grpId="0" bldLvl="0" animBg="1"/>
      <p:bldP spid="168" grpId="0"/>
      <p:bldP spid="172" grpId="0" bldLvl="0" animBg="1"/>
      <p:bldP spid="173" grpId="0"/>
      <p:bldP spid="174" grpId="0" bldLvl="0" animBg="1"/>
      <p:bldP spid="175" grpId="0"/>
      <p:bldP spid="120" grpId="0" bldLvl="0" animBg="1"/>
      <p:bldP spid="135" grpId="0" bldLvl="0" animBg="1"/>
      <p:bldP spid="189" grpId="0"/>
      <p:bldP spid="1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群組 175"/>
          <p:cNvGrpSpPr/>
          <p:nvPr/>
        </p:nvGrpSpPr>
        <p:grpSpPr>
          <a:xfrm>
            <a:off x="8810937" y="1134066"/>
            <a:ext cx="1072742" cy="908720"/>
            <a:chOff x="635402" y="1337615"/>
            <a:chExt cx="715161" cy="605813"/>
          </a:xfrm>
        </p:grpSpPr>
        <p:sp>
          <p:nvSpPr>
            <p:cNvPr id="177" name="矩形 176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字方塊 177"/>
                <p:cNvSpPr txBox="1"/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8" name="文字方塊 1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6" name="直線單箭頭接點 95"/>
          <p:cNvCxnSpPr>
            <a:endCxn id="99" idx="2"/>
          </p:cNvCxnSpPr>
          <p:nvPr/>
        </p:nvCxnSpPr>
        <p:spPr>
          <a:xfrm flipV="1">
            <a:off x="4597566" y="3726287"/>
            <a:ext cx="8501835" cy="146124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/>
          <p:nvPr/>
        </p:nvCxnSpPr>
        <p:spPr>
          <a:xfrm flipV="1">
            <a:off x="13391484" y="3736973"/>
            <a:ext cx="15092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橢圓 98"/>
          <p:cNvSpPr/>
          <p:nvPr/>
        </p:nvSpPr>
        <p:spPr>
          <a:xfrm>
            <a:off x="13099401" y="3591287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01" name="直線單箭頭接點 100"/>
          <p:cNvCxnSpPr/>
          <p:nvPr/>
        </p:nvCxnSpPr>
        <p:spPr>
          <a:xfrm flipV="1">
            <a:off x="13239612" y="3861287"/>
            <a:ext cx="0" cy="135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群組 112"/>
          <p:cNvGrpSpPr/>
          <p:nvPr/>
        </p:nvGrpSpPr>
        <p:grpSpPr>
          <a:xfrm>
            <a:off x="14936352" y="3509976"/>
            <a:ext cx="447575" cy="465020"/>
            <a:chOff x="-105878" y="1740168"/>
            <a:chExt cx="461666" cy="461665"/>
          </a:xfrm>
        </p:grpSpPr>
        <p:sp>
          <p:nvSpPr>
            <p:cNvPr id="114" name="矩形 113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15" name="群組 114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16" name="直線接點 115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線接點 116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" name="群組 101"/>
          <p:cNvGrpSpPr/>
          <p:nvPr/>
        </p:nvGrpSpPr>
        <p:grpSpPr>
          <a:xfrm>
            <a:off x="8810936" y="2133012"/>
            <a:ext cx="1072742" cy="908720"/>
            <a:chOff x="635402" y="1337615"/>
            <a:chExt cx="715161" cy="605813"/>
          </a:xfrm>
        </p:grpSpPr>
        <p:sp>
          <p:nvSpPr>
            <p:cNvPr id="103" name="矩形 102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/>
                <p:cNvSpPr txBox="1"/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04" name="文字方塊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線單箭頭接點 117"/>
          <p:cNvCxnSpPr/>
          <p:nvPr/>
        </p:nvCxnSpPr>
        <p:spPr>
          <a:xfrm flipV="1">
            <a:off x="15176231" y="3974996"/>
            <a:ext cx="0" cy="13089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/>
          <p:nvPr/>
        </p:nvCxnSpPr>
        <p:spPr>
          <a:xfrm flipH="1" flipV="1">
            <a:off x="15160139" y="2607488"/>
            <a:ext cx="0" cy="83444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 flipH="1" flipV="1">
            <a:off x="9714747" y="2587371"/>
            <a:ext cx="544539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群組 120"/>
          <p:cNvGrpSpPr/>
          <p:nvPr/>
        </p:nvGrpSpPr>
        <p:grpSpPr>
          <a:xfrm>
            <a:off x="8465108" y="3504462"/>
            <a:ext cx="447575" cy="465020"/>
            <a:chOff x="-105878" y="1740168"/>
            <a:chExt cx="461666" cy="461665"/>
          </a:xfrm>
        </p:grpSpPr>
        <p:sp>
          <p:nvSpPr>
            <p:cNvPr id="122" name="矩形 121"/>
            <p:cNvSpPr/>
            <p:nvPr/>
          </p:nvSpPr>
          <p:spPr>
            <a:xfrm>
              <a:off x="-105878" y="1740168"/>
              <a:ext cx="461666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123" name="群組 122"/>
            <p:cNvGrpSpPr/>
            <p:nvPr/>
          </p:nvGrpSpPr>
          <p:grpSpPr>
            <a:xfrm rot="21265833">
              <a:off x="-30571" y="1828628"/>
              <a:ext cx="317144" cy="302092"/>
              <a:chOff x="-43095" y="1828685"/>
              <a:chExt cx="317144" cy="302092"/>
            </a:xfrm>
          </p:grpSpPr>
          <p:cxnSp>
            <p:nvCxnSpPr>
              <p:cNvPr id="124" name="直線接點 123"/>
              <p:cNvCxnSpPr/>
              <p:nvPr/>
            </p:nvCxnSpPr>
            <p:spPr>
              <a:xfrm rot="334167">
                <a:off x="-34638" y="1828685"/>
                <a:ext cx="308687" cy="3020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接點 124"/>
              <p:cNvCxnSpPr/>
              <p:nvPr/>
            </p:nvCxnSpPr>
            <p:spPr>
              <a:xfrm rot="5400000">
                <a:off x="-19251" y="1826698"/>
                <a:ext cx="265075" cy="3127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6" name="橢圓 125"/>
          <p:cNvSpPr/>
          <p:nvPr/>
        </p:nvSpPr>
        <p:spPr>
          <a:xfrm>
            <a:off x="6630423" y="3587951"/>
            <a:ext cx="270000" cy="270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27" name="直線單箭頭接點 126"/>
          <p:cNvCxnSpPr>
            <a:endCxn id="126" idx="3"/>
          </p:cNvCxnSpPr>
          <p:nvPr/>
        </p:nvCxnSpPr>
        <p:spPr>
          <a:xfrm flipV="1">
            <a:off x="4605545" y="3818411"/>
            <a:ext cx="2064419" cy="13027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/>
          <p:nvPr/>
        </p:nvCxnSpPr>
        <p:spPr>
          <a:xfrm flipH="1" flipV="1">
            <a:off x="6783236" y="3882992"/>
            <a:ext cx="0" cy="13065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/>
          <p:nvPr/>
        </p:nvCxnSpPr>
        <p:spPr>
          <a:xfrm flipV="1">
            <a:off x="6955865" y="3715952"/>
            <a:ext cx="15092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/>
          <p:nvPr/>
        </p:nvCxnSpPr>
        <p:spPr>
          <a:xfrm flipV="1">
            <a:off x="8697366" y="3934478"/>
            <a:ext cx="0" cy="13089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 flipH="1" flipV="1">
            <a:off x="8693879" y="2587371"/>
            <a:ext cx="0" cy="917093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線單箭頭接點 178"/>
          <p:cNvCxnSpPr/>
          <p:nvPr/>
        </p:nvCxnSpPr>
        <p:spPr>
          <a:xfrm>
            <a:off x="8658254" y="2607488"/>
            <a:ext cx="29936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 flipV="1">
            <a:off x="6180684" y="7114067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/>
          <p:nvPr/>
        </p:nvCxnSpPr>
        <p:spPr>
          <a:xfrm flipV="1">
            <a:off x="8121927" y="7109670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>
            <a:off x="3550616" y="7125018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/>
          <p:nvPr/>
        </p:nvCxnSpPr>
        <p:spPr>
          <a:xfrm flipV="1">
            <a:off x="4030598" y="7117235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/>
          <p:nvPr/>
        </p:nvCxnSpPr>
        <p:spPr>
          <a:xfrm flipV="1">
            <a:off x="3517874" y="6730838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單箭頭接點 182"/>
          <p:cNvCxnSpPr/>
          <p:nvPr/>
        </p:nvCxnSpPr>
        <p:spPr>
          <a:xfrm flipV="1">
            <a:off x="4566924" y="6709994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矩形 183"/>
          <p:cNvSpPr/>
          <p:nvPr/>
        </p:nvSpPr>
        <p:spPr>
          <a:xfrm>
            <a:off x="5821341" y="9126608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185" name="矩形 184"/>
          <p:cNvSpPr/>
          <p:nvPr/>
        </p:nvSpPr>
        <p:spPr>
          <a:xfrm>
            <a:off x="5940185" y="750936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/>
              <p:cNvSpPr txBox="1"/>
              <p:nvPr/>
            </p:nvSpPr>
            <p:spPr>
              <a:xfrm>
                <a:off x="5667957" y="7581087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86" name="文字方塊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957" y="7581087"/>
                <a:ext cx="1072742" cy="648335"/>
              </a:xfrm>
              <a:prstGeom prst="rect">
                <a:avLst/>
              </a:prstGeom>
              <a:blipFill rotWithShape="1">
                <a:blip r:embed="rId4"/>
                <a:stretch>
                  <a:fillRect l="-54" t="-70" r="16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直線單箭頭接點 186"/>
          <p:cNvCxnSpPr/>
          <p:nvPr/>
        </p:nvCxnSpPr>
        <p:spPr>
          <a:xfrm flipV="1">
            <a:off x="6169067" y="8325282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線單箭頭接點 187"/>
          <p:cNvCxnSpPr/>
          <p:nvPr/>
        </p:nvCxnSpPr>
        <p:spPr>
          <a:xfrm>
            <a:off x="3999086" y="8747543"/>
            <a:ext cx="415343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群組 188"/>
          <p:cNvGrpSpPr/>
          <p:nvPr/>
        </p:nvGrpSpPr>
        <p:grpSpPr>
          <a:xfrm>
            <a:off x="7616154" y="7509362"/>
            <a:ext cx="1072742" cy="1220147"/>
            <a:chOff x="3154887" y="3748362"/>
            <a:chExt cx="715161" cy="813431"/>
          </a:xfrm>
        </p:grpSpPr>
        <p:sp>
          <p:nvSpPr>
            <p:cNvPr id="190" name="矩形 189"/>
            <p:cNvSpPr/>
            <p:nvPr/>
          </p:nvSpPr>
          <p:spPr>
            <a:xfrm>
              <a:off x="3346646" y="3748362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字方塊 190"/>
                <p:cNvSpPr txBox="1"/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1" name="文字方塊 1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2" name="直線單箭頭接點 191"/>
            <p:cNvCxnSpPr/>
            <p:nvPr/>
          </p:nvCxnSpPr>
          <p:spPr>
            <a:xfrm flipV="1">
              <a:off x="3490646" y="4290299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/>
              <p:cNvSpPr txBox="1"/>
              <p:nvPr/>
            </p:nvSpPr>
            <p:spPr>
              <a:xfrm>
                <a:off x="5682628" y="9229214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193" name="文字方塊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628" y="9229214"/>
                <a:ext cx="1072742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1" t="-19" r="22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" name="群組 193"/>
          <p:cNvGrpSpPr/>
          <p:nvPr/>
        </p:nvGrpSpPr>
        <p:grpSpPr>
          <a:xfrm>
            <a:off x="3532803" y="7509362"/>
            <a:ext cx="1072742" cy="1220147"/>
            <a:chOff x="1299972" y="3748362"/>
            <a:chExt cx="715161" cy="813431"/>
          </a:xfrm>
        </p:grpSpPr>
        <p:grpSp>
          <p:nvGrpSpPr>
            <p:cNvPr id="195" name="群組 194"/>
            <p:cNvGrpSpPr/>
            <p:nvPr/>
          </p:nvGrpSpPr>
          <p:grpSpPr>
            <a:xfrm>
              <a:off x="1488062" y="3748362"/>
              <a:ext cx="288000" cy="813431"/>
              <a:chOff x="2212165" y="3748362"/>
              <a:chExt cx="288000" cy="813431"/>
            </a:xfrm>
          </p:grpSpPr>
          <p:sp>
            <p:nvSpPr>
              <p:cNvPr id="197" name="矩形 196"/>
              <p:cNvSpPr/>
              <p:nvPr/>
            </p:nvSpPr>
            <p:spPr>
              <a:xfrm>
                <a:off x="2212165" y="3748362"/>
                <a:ext cx="288000" cy="540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198" name="直線單箭頭接點 197"/>
              <p:cNvCxnSpPr/>
              <p:nvPr/>
            </p:nvCxnSpPr>
            <p:spPr>
              <a:xfrm flipV="1">
                <a:off x="2344779" y="4290299"/>
                <a:ext cx="0" cy="271494"/>
              </a:xfrm>
              <a:prstGeom prst="straightConnector1">
                <a:avLst/>
              </a:prstGeom>
              <a:ln w="254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字方塊 195"/>
                <p:cNvSpPr txBox="1"/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96" name="文字方塊 1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9" name="矩形 198"/>
          <p:cNvSpPr/>
          <p:nvPr/>
        </p:nvSpPr>
        <p:spPr>
          <a:xfrm>
            <a:off x="3301874" y="5864228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字方塊 199"/>
              <p:cNvSpPr txBox="1"/>
              <p:nvPr/>
            </p:nvSpPr>
            <p:spPr>
              <a:xfrm>
                <a:off x="4226027" y="5167359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00" name="文字方塊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027" y="5167359"/>
                <a:ext cx="1072742" cy="642620"/>
              </a:xfrm>
              <a:prstGeom prst="rect">
                <a:avLst/>
              </a:prstGeom>
              <a:blipFill rotWithShape="1">
                <a:blip r:embed="rId8"/>
                <a:stretch>
                  <a:fillRect l="-10" t="-57" r="31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矩形 200"/>
          <p:cNvSpPr/>
          <p:nvPr/>
        </p:nvSpPr>
        <p:spPr>
          <a:xfrm>
            <a:off x="4381566" y="5841143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文字方塊 201"/>
              <p:cNvSpPr txBox="1"/>
              <p:nvPr/>
            </p:nvSpPr>
            <p:spPr>
              <a:xfrm>
                <a:off x="3117440" y="5152388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02" name="文字方塊 2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440" y="5152388"/>
                <a:ext cx="1072742" cy="642620"/>
              </a:xfrm>
              <a:prstGeom prst="rect">
                <a:avLst/>
              </a:prstGeom>
              <a:blipFill rotWithShape="1">
                <a:blip r:embed="rId9"/>
                <a:stretch>
                  <a:fillRect l="-21" t="-99" r="42" b="9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3" name="直線單箭頭接點 202"/>
          <p:cNvCxnSpPr/>
          <p:nvPr/>
        </p:nvCxnSpPr>
        <p:spPr>
          <a:xfrm>
            <a:off x="5700702" y="7121850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單箭頭接點 203"/>
          <p:cNvCxnSpPr/>
          <p:nvPr/>
        </p:nvCxnSpPr>
        <p:spPr>
          <a:xfrm flipV="1">
            <a:off x="5667960" y="6727670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單箭頭接點 204"/>
          <p:cNvCxnSpPr/>
          <p:nvPr/>
        </p:nvCxnSpPr>
        <p:spPr>
          <a:xfrm flipV="1">
            <a:off x="6717011" y="6706826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矩形 205"/>
          <p:cNvSpPr/>
          <p:nvPr/>
        </p:nvSpPr>
        <p:spPr>
          <a:xfrm>
            <a:off x="5451960" y="586106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字方塊 206"/>
              <p:cNvSpPr txBox="1"/>
              <p:nvPr/>
            </p:nvSpPr>
            <p:spPr>
              <a:xfrm>
                <a:off x="6376113" y="5164191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07" name="文字方塊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113" y="5164191"/>
                <a:ext cx="1072742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7" t="-57" r="28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矩形 207"/>
          <p:cNvSpPr/>
          <p:nvPr/>
        </p:nvSpPr>
        <p:spPr>
          <a:xfrm>
            <a:off x="6531653" y="583797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字方塊 208"/>
              <p:cNvSpPr txBox="1"/>
              <p:nvPr/>
            </p:nvSpPr>
            <p:spPr>
              <a:xfrm>
                <a:off x="5299443" y="5151162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09" name="文字方塊 2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43" y="5151162"/>
                <a:ext cx="1072742" cy="648335"/>
              </a:xfrm>
              <a:prstGeom prst="rect">
                <a:avLst/>
              </a:prstGeom>
              <a:blipFill rotWithShape="1">
                <a:blip r:embed="rId11"/>
                <a:stretch>
                  <a:fillRect l="-34" t="-6" r="55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直線單箭頭接點 209"/>
          <p:cNvCxnSpPr/>
          <p:nvPr/>
        </p:nvCxnSpPr>
        <p:spPr>
          <a:xfrm>
            <a:off x="7641945" y="7117454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單箭頭接點 210"/>
          <p:cNvCxnSpPr/>
          <p:nvPr/>
        </p:nvCxnSpPr>
        <p:spPr>
          <a:xfrm flipV="1">
            <a:off x="7609203" y="6723273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單箭頭接點 211"/>
          <p:cNvCxnSpPr/>
          <p:nvPr/>
        </p:nvCxnSpPr>
        <p:spPr>
          <a:xfrm flipV="1">
            <a:off x="8658254" y="6702429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7393203" y="585666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/>
              <p:cNvSpPr txBox="1"/>
              <p:nvPr/>
            </p:nvSpPr>
            <p:spPr>
              <a:xfrm>
                <a:off x="8317356" y="5159795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14" name="文字方塊 2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356" y="5159795"/>
                <a:ext cx="1072742" cy="648335"/>
              </a:xfrm>
              <a:prstGeom prst="rect">
                <a:avLst/>
              </a:prstGeom>
              <a:blipFill rotWithShape="1">
                <a:blip r:embed="rId12"/>
                <a:stretch>
                  <a:fillRect l="-12" t="-65" r="33" b="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矩形 214"/>
          <p:cNvSpPr/>
          <p:nvPr/>
        </p:nvSpPr>
        <p:spPr>
          <a:xfrm>
            <a:off x="8472896" y="5833578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字方塊 215"/>
              <p:cNvSpPr txBox="1"/>
              <p:nvPr/>
            </p:nvSpPr>
            <p:spPr>
              <a:xfrm>
                <a:off x="7322384" y="5143371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16" name="文字方塊 2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84" y="5143371"/>
                <a:ext cx="1072742" cy="648335"/>
              </a:xfrm>
              <a:prstGeom prst="rect">
                <a:avLst/>
              </a:prstGeom>
              <a:blipFill rotWithShape="1">
                <a:blip r:embed="rId13"/>
                <a:stretch>
                  <a:fillRect l="-19" t="-78" r="40" b="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直線單箭頭接點 216"/>
          <p:cNvCxnSpPr/>
          <p:nvPr/>
        </p:nvCxnSpPr>
        <p:spPr>
          <a:xfrm flipV="1">
            <a:off x="12659715" y="7067238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單箭頭接點 217"/>
          <p:cNvCxnSpPr/>
          <p:nvPr/>
        </p:nvCxnSpPr>
        <p:spPr>
          <a:xfrm flipV="1">
            <a:off x="14600958" y="7062842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/>
          <p:cNvCxnSpPr/>
          <p:nvPr/>
        </p:nvCxnSpPr>
        <p:spPr>
          <a:xfrm>
            <a:off x="10029647" y="7078190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單箭頭接點 219"/>
          <p:cNvCxnSpPr/>
          <p:nvPr/>
        </p:nvCxnSpPr>
        <p:spPr>
          <a:xfrm flipV="1">
            <a:off x="10509629" y="7070406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單箭頭接點 220"/>
          <p:cNvCxnSpPr/>
          <p:nvPr/>
        </p:nvCxnSpPr>
        <p:spPr>
          <a:xfrm flipV="1">
            <a:off x="9996905" y="6684009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單箭頭接點 221"/>
          <p:cNvCxnSpPr/>
          <p:nvPr/>
        </p:nvCxnSpPr>
        <p:spPr>
          <a:xfrm flipV="1">
            <a:off x="11045955" y="6663165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 222"/>
          <p:cNvSpPr/>
          <p:nvPr/>
        </p:nvSpPr>
        <p:spPr>
          <a:xfrm>
            <a:off x="12300372" y="9079779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24" name="矩形 223"/>
          <p:cNvSpPr/>
          <p:nvPr/>
        </p:nvSpPr>
        <p:spPr>
          <a:xfrm>
            <a:off x="12419216" y="746253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文字方塊 224"/>
              <p:cNvSpPr txBox="1"/>
              <p:nvPr/>
            </p:nvSpPr>
            <p:spPr>
              <a:xfrm>
                <a:off x="12146988" y="7534259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25" name="文字方塊 2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6988" y="7534259"/>
                <a:ext cx="1072742" cy="648335"/>
              </a:xfrm>
              <a:prstGeom prst="rect">
                <a:avLst/>
              </a:prstGeom>
              <a:blipFill rotWithShape="1">
                <a:blip r:embed="rId14"/>
                <a:stretch>
                  <a:fillRect l="-7" t="-95" r="28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直線單箭頭接點 225"/>
          <p:cNvCxnSpPr/>
          <p:nvPr/>
        </p:nvCxnSpPr>
        <p:spPr>
          <a:xfrm flipV="1">
            <a:off x="12648098" y="8278454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線單箭頭接點 226"/>
          <p:cNvCxnSpPr/>
          <p:nvPr/>
        </p:nvCxnSpPr>
        <p:spPr>
          <a:xfrm>
            <a:off x="10478117" y="8700714"/>
            <a:ext cx="415343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群組 227"/>
          <p:cNvGrpSpPr/>
          <p:nvPr/>
        </p:nvGrpSpPr>
        <p:grpSpPr>
          <a:xfrm>
            <a:off x="14095185" y="7462533"/>
            <a:ext cx="1072742" cy="1220147"/>
            <a:chOff x="3154887" y="3748362"/>
            <a:chExt cx="715161" cy="813431"/>
          </a:xfrm>
        </p:grpSpPr>
        <p:sp>
          <p:nvSpPr>
            <p:cNvPr id="229" name="矩形 228"/>
            <p:cNvSpPr/>
            <p:nvPr/>
          </p:nvSpPr>
          <p:spPr>
            <a:xfrm>
              <a:off x="3346646" y="3748362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字方塊 229"/>
                <p:cNvSpPr txBox="1"/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30" name="文字方塊 2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1" name="直線單箭頭接點 230"/>
            <p:cNvCxnSpPr/>
            <p:nvPr/>
          </p:nvCxnSpPr>
          <p:spPr>
            <a:xfrm flipV="1">
              <a:off x="3490646" y="4290299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/>
              <p:cNvSpPr txBox="1"/>
              <p:nvPr/>
            </p:nvSpPr>
            <p:spPr>
              <a:xfrm>
                <a:off x="12161660" y="9182385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32" name="文字方塊 2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660" y="9182385"/>
                <a:ext cx="1072742" cy="648335"/>
              </a:xfrm>
              <a:prstGeom prst="rect">
                <a:avLst/>
              </a:prstGeom>
              <a:blipFill rotWithShape="1">
                <a:blip r:embed="rId16"/>
                <a:stretch>
                  <a:fillRect l="-13" t="-44" r="34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3" name="群組 232"/>
          <p:cNvGrpSpPr/>
          <p:nvPr/>
        </p:nvGrpSpPr>
        <p:grpSpPr>
          <a:xfrm>
            <a:off x="10011834" y="7462533"/>
            <a:ext cx="1072742" cy="1220147"/>
            <a:chOff x="1299972" y="3748362"/>
            <a:chExt cx="715161" cy="813431"/>
          </a:xfrm>
        </p:grpSpPr>
        <p:grpSp>
          <p:nvGrpSpPr>
            <p:cNvPr id="234" name="群組 233"/>
            <p:cNvGrpSpPr/>
            <p:nvPr/>
          </p:nvGrpSpPr>
          <p:grpSpPr>
            <a:xfrm>
              <a:off x="1488062" y="3748362"/>
              <a:ext cx="288000" cy="813431"/>
              <a:chOff x="2212165" y="3748362"/>
              <a:chExt cx="288000" cy="813431"/>
            </a:xfrm>
          </p:grpSpPr>
          <p:sp>
            <p:nvSpPr>
              <p:cNvPr id="236" name="矩形 235"/>
              <p:cNvSpPr/>
              <p:nvPr/>
            </p:nvSpPr>
            <p:spPr>
              <a:xfrm>
                <a:off x="2212165" y="3748362"/>
                <a:ext cx="288000" cy="540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237" name="直線單箭頭接點 236"/>
              <p:cNvCxnSpPr/>
              <p:nvPr/>
            </p:nvCxnSpPr>
            <p:spPr>
              <a:xfrm flipV="1">
                <a:off x="2344779" y="4290299"/>
                <a:ext cx="0" cy="271494"/>
              </a:xfrm>
              <a:prstGeom prst="straightConnector1">
                <a:avLst/>
              </a:prstGeom>
              <a:ln w="254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文字方塊 234"/>
                <p:cNvSpPr txBox="1"/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35" name="文字方塊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8" name="矩形 237"/>
          <p:cNvSpPr/>
          <p:nvPr/>
        </p:nvSpPr>
        <p:spPr>
          <a:xfrm>
            <a:off x="9780905" y="5817399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字方塊 238"/>
              <p:cNvSpPr txBox="1"/>
              <p:nvPr/>
            </p:nvSpPr>
            <p:spPr>
              <a:xfrm>
                <a:off x="10705058" y="5120531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39" name="文字方塊 2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058" y="5120531"/>
                <a:ext cx="1072742" cy="642620"/>
              </a:xfrm>
              <a:prstGeom prst="rect">
                <a:avLst/>
              </a:prstGeom>
              <a:blipFill rotWithShape="1">
                <a:blip r:embed="rId18"/>
                <a:stretch>
                  <a:fillRect l="-21" t="-82" r="42" b="8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矩形 239"/>
          <p:cNvSpPr/>
          <p:nvPr/>
        </p:nvSpPr>
        <p:spPr>
          <a:xfrm>
            <a:off x="10860597" y="5794314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字方塊 240"/>
              <p:cNvSpPr txBox="1"/>
              <p:nvPr/>
            </p:nvSpPr>
            <p:spPr>
              <a:xfrm>
                <a:off x="9596471" y="5105559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41" name="文字方塊 2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471" y="5105559"/>
                <a:ext cx="1072742" cy="642620"/>
              </a:xfrm>
              <a:prstGeom prst="rect">
                <a:avLst/>
              </a:prstGeom>
              <a:blipFill rotWithShape="1">
                <a:blip r:embed="rId19"/>
                <a:stretch>
                  <a:fillRect l="-33" t="-25" r="54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直線單箭頭接點 241"/>
          <p:cNvCxnSpPr/>
          <p:nvPr/>
        </p:nvCxnSpPr>
        <p:spPr>
          <a:xfrm>
            <a:off x="12179733" y="7075022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線單箭頭接點 242"/>
          <p:cNvCxnSpPr/>
          <p:nvPr/>
        </p:nvCxnSpPr>
        <p:spPr>
          <a:xfrm flipV="1">
            <a:off x="12146991" y="6680841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線單箭頭接點 243"/>
          <p:cNvCxnSpPr/>
          <p:nvPr/>
        </p:nvCxnSpPr>
        <p:spPr>
          <a:xfrm flipV="1">
            <a:off x="13196042" y="6659997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矩形 244"/>
          <p:cNvSpPr/>
          <p:nvPr/>
        </p:nvSpPr>
        <p:spPr>
          <a:xfrm>
            <a:off x="11930991" y="581423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字方塊 245"/>
              <p:cNvSpPr txBox="1"/>
              <p:nvPr/>
            </p:nvSpPr>
            <p:spPr>
              <a:xfrm>
                <a:off x="12855144" y="5117363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46" name="文字方塊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5144" y="5117363"/>
                <a:ext cx="1072742" cy="648335"/>
              </a:xfrm>
              <a:prstGeom prst="rect">
                <a:avLst/>
              </a:prstGeom>
              <a:blipFill rotWithShape="1">
                <a:blip r:embed="rId20"/>
                <a:stretch>
                  <a:fillRect l="-19" t="-82" r="40" b="8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矩形 246"/>
          <p:cNvSpPr/>
          <p:nvPr/>
        </p:nvSpPr>
        <p:spPr>
          <a:xfrm>
            <a:off x="13010684" y="5791146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字方塊 247"/>
              <p:cNvSpPr txBox="1"/>
              <p:nvPr/>
            </p:nvSpPr>
            <p:spPr>
              <a:xfrm>
                <a:off x="11778474" y="5104334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48" name="文字方塊 2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8474" y="5104334"/>
                <a:ext cx="1072742" cy="648335"/>
              </a:xfrm>
              <a:prstGeom prst="rect">
                <a:avLst/>
              </a:prstGeom>
              <a:blipFill rotWithShape="1">
                <a:blip r:embed="rId21"/>
                <a:stretch>
                  <a:fillRect l="-46" t="-31" r="8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9" name="直線單箭頭接點 248"/>
          <p:cNvCxnSpPr/>
          <p:nvPr/>
        </p:nvCxnSpPr>
        <p:spPr>
          <a:xfrm>
            <a:off x="14120976" y="7070625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單箭頭接點 249"/>
          <p:cNvCxnSpPr/>
          <p:nvPr/>
        </p:nvCxnSpPr>
        <p:spPr>
          <a:xfrm flipV="1">
            <a:off x="14088234" y="6676445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單箭頭接點 250"/>
          <p:cNvCxnSpPr/>
          <p:nvPr/>
        </p:nvCxnSpPr>
        <p:spPr>
          <a:xfrm flipV="1">
            <a:off x="15137285" y="6655601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矩形 251"/>
          <p:cNvSpPr/>
          <p:nvPr/>
        </p:nvSpPr>
        <p:spPr>
          <a:xfrm>
            <a:off x="13872234" y="580983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文字方塊 252"/>
              <p:cNvSpPr txBox="1"/>
              <p:nvPr/>
            </p:nvSpPr>
            <p:spPr>
              <a:xfrm>
                <a:off x="14796387" y="5112966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53" name="文字方塊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6387" y="5112966"/>
                <a:ext cx="1072742" cy="648335"/>
              </a:xfrm>
              <a:prstGeom prst="rect">
                <a:avLst/>
              </a:prstGeom>
              <a:blipFill rotWithShape="1">
                <a:blip r:embed="rId22"/>
                <a:stretch>
                  <a:fillRect l="-23" t="-90" r="45" b="9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" name="矩形 253"/>
          <p:cNvSpPr/>
          <p:nvPr/>
        </p:nvSpPr>
        <p:spPr>
          <a:xfrm>
            <a:off x="14951927" y="578675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文字方塊 254"/>
              <p:cNvSpPr txBox="1"/>
              <p:nvPr/>
            </p:nvSpPr>
            <p:spPr>
              <a:xfrm>
                <a:off x="13801415" y="5096543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55" name="文字方塊 2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1415" y="5096543"/>
                <a:ext cx="1072742" cy="648335"/>
              </a:xfrm>
              <a:prstGeom prst="rect">
                <a:avLst/>
              </a:prstGeom>
              <a:blipFill rotWithShape="1">
                <a:blip r:embed="rId23"/>
                <a:stretch>
                  <a:fillRect l="-30" t="-5" r="51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文字方塊 255"/>
              <p:cNvSpPr txBox="1"/>
              <p:nvPr/>
            </p:nvSpPr>
            <p:spPr>
              <a:xfrm>
                <a:off x="2883780" y="9126608"/>
                <a:ext cx="2170430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56" name="文字方塊 2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780" y="9126608"/>
                <a:ext cx="2170430" cy="551180"/>
              </a:xfrm>
              <a:prstGeom prst="rect">
                <a:avLst/>
              </a:prstGeom>
              <a:blipFill rotWithShape="1">
                <a:blip r:embed="rId24"/>
                <a:stretch>
                  <a:fillRect l="-11" t="-70" r="-3880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9</a:t>
            </a:fld>
            <a:endParaRPr lang="zh-TW" altLang="en-US" sz="100"/>
          </a:p>
        </p:txBody>
      </p:sp>
      <p:sp>
        <p:nvSpPr>
          <p:cNvPr id="136" name="文字方塊 135"/>
          <p:cNvSpPr txBox="1"/>
          <p:nvPr/>
        </p:nvSpPr>
        <p:spPr>
          <a:xfrm>
            <a:off x="6841287" y="9260310"/>
            <a:ext cx="52548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(2 heads as example)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188"/>
              <p:cNvSpPr txBox="1"/>
              <p:nvPr/>
            </p:nvSpPr>
            <p:spPr>
              <a:xfrm>
                <a:off x="1874092" y="2480732"/>
                <a:ext cx="2693035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" name="文字方塊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092" y="2480732"/>
                <a:ext cx="2693035" cy="551180"/>
              </a:xfrm>
              <a:prstGeom prst="rect">
                <a:avLst/>
              </a:prstGeom>
              <a:blipFill rotWithShape="1">
                <a:blip r:embed="rId25"/>
                <a:stretch>
                  <a:fillRect l="-8" t="-77" r="-3034" b="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189"/>
              <p:cNvSpPr txBox="1"/>
              <p:nvPr/>
            </p:nvSpPr>
            <p:spPr>
              <a:xfrm>
                <a:off x="1859525" y="3212859"/>
                <a:ext cx="2693035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5" name="文字方塊 1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525" y="3212859"/>
                <a:ext cx="2693035" cy="551180"/>
              </a:xfrm>
              <a:prstGeom prst="rect">
                <a:avLst/>
              </a:prstGeom>
              <a:blipFill rotWithShape="1">
                <a:blip r:embed="rId26"/>
                <a:stretch>
                  <a:fillRect l="-9" t="-71" r="-3033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0" y="-417120"/>
            <a:ext cx="16084552" cy="1551434"/>
          </a:xfrm>
        </p:spPr>
        <p:txBody>
          <a:bodyPr/>
          <a:lstStyle/>
          <a:p>
            <a:pPr algn="l"/>
            <a:r>
              <a:rPr lang="en-US" altLang="zh-TW" dirty="0">
                <a:sym typeface="+mn-ea"/>
              </a:rPr>
              <a:t>Multi-head Self-attention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bldLvl="0" animBg="1"/>
      <p:bldP spid="126" grpId="0" bldLvl="0" animBg="1"/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群組 175"/>
          <p:cNvGrpSpPr/>
          <p:nvPr/>
        </p:nvGrpSpPr>
        <p:grpSpPr>
          <a:xfrm>
            <a:off x="8810937" y="1134066"/>
            <a:ext cx="1072742" cy="908720"/>
            <a:chOff x="635402" y="1337615"/>
            <a:chExt cx="715161" cy="605813"/>
          </a:xfrm>
        </p:grpSpPr>
        <p:sp>
          <p:nvSpPr>
            <p:cNvPr id="177" name="矩形 176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字方塊 177"/>
                <p:cNvSpPr txBox="1"/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78" name="文字方塊 1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群組 101"/>
          <p:cNvGrpSpPr/>
          <p:nvPr/>
        </p:nvGrpSpPr>
        <p:grpSpPr>
          <a:xfrm>
            <a:off x="8810936" y="2133012"/>
            <a:ext cx="1072742" cy="908720"/>
            <a:chOff x="635402" y="1337615"/>
            <a:chExt cx="715161" cy="605813"/>
          </a:xfrm>
        </p:grpSpPr>
        <p:sp>
          <p:nvSpPr>
            <p:cNvPr id="103" name="矩形 102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/>
                <p:cNvSpPr txBox="1"/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04" name="文字方塊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矩形 4"/>
          <p:cNvSpPr/>
          <p:nvPr/>
        </p:nvSpPr>
        <p:spPr>
          <a:xfrm>
            <a:off x="8810936" y="990170"/>
            <a:ext cx="997281" cy="21970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32" name="群組 131"/>
          <p:cNvGrpSpPr/>
          <p:nvPr/>
        </p:nvGrpSpPr>
        <p:grpSpPr>
          <a:xfrm>
            <a:off x="4879715" y="1623551"/>
            <a:ext cx="1072742" cy="908720"/>
            <a:chOff x="635402" y="1337615"/>
            <a:chExt cx="715161" cy="605813"/>
          </a:xfrm>
        </p:grpSpPr>
        <p:sp>
          <p:nvSpPr>
            <p:cNvPr id="133" name="矩形 132"/>
            <p:cNvSpPr/>
            <p:nvPr/>
          </p:nvSpPr>
          <p:spPr>
            <a:xfrm>
              <a:off x="733189" y="1337615"/>
              <a:ext cx="461666" cy="60581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字方塊 179"/>
                <p:cNvSpPr txBox="1"/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180" name="文字方塊 1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402" y="1417137"/>
                  <a:ext cx="715161" cy="432223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文字方塊 6"/>
          <p:cNvSpPr txBox="1"/>
          <p:nvPr/>
        </p:nvSpPr>
        <p:spPr>
          <a:xfrm>
            <a:off x="5784774" y="1689375"/>
            <a:ext cx="641417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=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531653" y="1550961"/>
                <a:ext cx="2123618" cy="106574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653" y="1550961"/>
                <a:ext cx="2123618" cy="1065740"/>
              </a:xfrm>
              <a:prstGeom prst="rect">
                <a:avLst/>
              </a:prstGeom>
              <a:blipFill rotWithShape="1">
                <a:blip r:embed="rId5"/>
                <a:stretch>
                  <a:fillRect l="-301" t="-623" r="-289" b="-549"/>
                </a:stretch>
              </a:blip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1" name="直線單箭頭接點 240"/>
          <p:cNvCxnSpPr/>
          <p:nvPr/>
        </p:nvCxnSpPr>
        <p:spPr>
          <a:xfrm flipV="1">
            <a:off x="6180684" y="7114067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線單箭頭接點 241"/>
          <p:cNvCxnSpPr/>
          <p:nvPr/>
        </p:nvCxnSpPr>
        <p:spPr>
          <a:xfrm flipV="1">
            <a:off x="8121927" y="7109670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線單箭頭接點 242"/>
          <p:cNvCxnSpPr/>
          <p:nvPr/>
        </p:nvCxnSpPr>
        <p:spPr>
          <a:xfrm>
            <a:off x="3550616" y="7125018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線單箭頭接點 243"/>
          <p:cNvCxnSpPr/>
          <p:nvPr/>
        </p:nvCxnSpPr>
        <p:spPr>
          <a:xfrm flipV="1">
            <a:off x="4030598" y="7117235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單箭頭接點 244"/>
          <p:cNvCxnSpPr/>
          <p:nvPr/>
        </p:nvCxnSpPr>
        <p:spPr>
          <a:xfrm flipV="1">
            <a:off x="3517874" y="6730838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單箭頭接點 245"/>
          <p:cNvCxnSpPr/>
          <p:nvPr/>
        </p:nvCxnSpPr>
        <p:spPr>
          <a:xfrm flipV="1">
            <a:off x="4566924" y="6709994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矩形 246"/>
          <p:cNvSpPr/>
          <p:nvPr/>
        </p:nvSpPr>
        <p:spPr>
          <a:xfrm>
            <a:off x="5821341" y="9126608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48" name="矩形 247"/>
          <p:cNvSpPr/>
          <p:nvPr/>
        </p:nvSpPr>
        <p:spPr>
          <a:xfrm>
            <a:off x="5940185" y="7509362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字方塊 248"/>
              <p:cNvSpPr txBox="1"/>
              <p:nvPr/>
            </p:nvSpPr>
            <p:spPr>
              <a:xfrm>
                <a:off x="5667957" y="7581087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49" name="文字方塊 2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957" y="7581087"/>
                <a:ext cx="1072742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54" t="-70" r="16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直線單箭頭接點 249"/>
          <p:cNvCxnSpPr/>
          <p:nvPr/>
        </p:nvCxnSpPr>
        <p:spPr>
          <a:xfrm flipV="1">
            <a:off x="6169067" y="8325282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單箭頭接點 250"/>
          <p:cNvCxnSpPr/>
          <p:nvPr/>
        </p:nvCxnSpPr>
        <p:spPr>
          <a:xfrm>
            <a:off x="3999086" y="8747543"/>
            <a:ext cx="415343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2" name="群組 251"/>
          <p:cNvGrpSpPr/>
          <p:nvPr/>
        </p:nvGrpSpPr>
        <p:grpSpPr>
          <a:xfrm>
            <a:off x="7616154" y="7509362"/>
            <a:ext cx="1072742" cy="1220147"/>
            <a:chOff x="3154887" y="3748362"/>
            <a:chExt cx="715161" cy="813431"/>
          </a:xfrm>
        </p:grpSpPr>
        <p:sp>
          <p:nvSpPr>
            <p:cNvPr id="253" name="矩形 252"/>
            <p:cNvSpPr/>
            <p:nvPr/>
          </p:nvSpPr>
          <p:spPr>
            <a:xfrm>
              <a:off x="3346646" y="3748362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字方塊 253"/>
                <p:cNvSpPr txBox="1"/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54" name="文字方塊 2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5" name="直線單箭頭接點 254"/>
            <p:cNvCxnSpPr/>
            <p:nvPr/>
          </p:nvCxnSpPr>
          <p:spPr>
            <a:xfrm flipV="1">
              <a:off x="3490646" y="4290299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文字方塊 255"/>
              <p:cNvSpPr txBox="1"/>
              <p:nvPr/>
            </p:nvSpPr>
            <p:spPr>
              <a:xfrm>
                <a:off x="5682628" y="9229214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56" name="文字方塊 2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628" y="9229214"/>
                <a:ext cx="1072742" cy="648335"/>
              </a:xfrm>
              <a:prstGeom prst="rect">
                <a:avLst/>
              </a:prstGeom>
              <a:blipFill rotWithShape="1">
                <a:blip r:embed="rId8"/>
                <a:stretch>
                  <a:fillRect l="-1" t="-19" r="22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7" name="群組 256"/>
          <p:cNvGrpSpPr/>
          <p:nvPr/>
        </p:nvGrpSpPr>
        <p:grpSpPr>
          <a:xfrm>
            <a:off x="3532803" y="7509362"/>
            <a:ext cx="1072742" cy="1220147"/>
            <a:chOff x="1299972" y="3748362"/>
            <a:chExt cx="715161" cy="813431"/>
          </a:xfrm>
        </p:grpSpPr>
        <p:grpSp>
          <p:nvGrpSpPr>
            <p:cNvPr id="258" name="群組 257"/>
            <p:cNvGrpSpPr/>
            <p:nvPr/>
          </p:nvGrpSpPr>
          <p:grpSpPr>
            <a:xfrm>
              <a:off x="1488062" y="3748362"/>
              <a:ext cx="288000" cy="813431"/>
              <a:chOff x="2212165" y="3748362"/>
              <a:chExt cx="288000" cy="813431"/>
            </a:xfrm>
          </p:grpSpPr>
          <p:sp>
            <p:nvSpPr>
              <p:cNvPr id="260" name="矩形 259"/>
              <p:cNvSpPr/>
              <p:nvPr/>
            </p:nvSpPr>
            <p:spPr>
              <a:xfrm>
                <a:off x="2212165" y="3748362"/>
                <a:ext cx="288000" cy="540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261" name="直線單箭頭接點 260"/>
              <p:cNvCxnSpPr/>
              <p:nvPr/>
            </p:nvCxnSpPr>
            <p:spPr>
              <a:xfrm flipV="1">
                <a:off x="2344779" y="4290299"/>
                <a:ext cx="0" cy="271494"/>
              </a:xfrm>
              <a:prstGeom prst="straightConnector1">
                <a:avLst/>
              </a:prstGeom>
              <a:ln w="254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字方塊 258"/>
                <p:cNvSpPr txBox="1"/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59" name="文字方塊 2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2" name="矩形 261"/>
          <p:cNvSpPr/>
          <p:nvPr/>
        </p:nvSpPr>
        <p:spPr>
          <a:xfrm>
            <a:off x="3301874" y="5864228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文字方塊 262"/>
              <p:cNvSpPr txBox="1"/>
              <p:nvPr/>
            </p:nvSpPr>
            <p:spPr>
              <a:xfrm>
                <a:off x="4226027" y="5167359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63" name="文字方塊 2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027" y="5167359"/>
                <a:ext cx="1072742" cy="642620"/>
              </a:xfrm>
              <a:prstGeom prst="rect">
                <a:avLst/>
              </a:prstGeom>
              <a:blipFill rotWithShape="1">
                <a:blip r:embed="rId10"/>
                <a:stretch>
                  <a:fillRect l="-10" t="-57" r="31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矩形 263"/>
          <p:cNvSpPr/>
          <p:nvPr/>
        </p:nvSpPr>
        <p:spPr>
          <a:xfrm>
            <a:off x="4381566" y="5841143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文字方塊 264"/>
              <p:cNvSpPr txBox="1"/>
              <p:nvPr/>
            </p:nvSpPr>
            <p:spPr>
              <a:xfrm>
                <a:off x="3117440" y="5152388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65" name="文字方塊 2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440" y="5152388"/>
                <a:ext cx="1072742" cy="642620"/>
              </a:xfrm>
              <a:prstGeom prst="rect">
                <a:avLst/>
              </a:prstGeom>
              <a:blipFill rotWithShape="1">
                <a:blip r:embed="rId11"/>
                <a:stretch>
                  <a:fillRect l="-21" t="-99" r="42" b="9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" name="直線單箭頭接點 265"/>
          <p:cNvCxnSpPr/>
          <p:nvPr/>
        </p:nvCxnSpPr>
        <p:spPr>
          <a:xfrm>
            <a:off x="5700702" y="7121850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線單箭頭接點 266"/>
          <p:cNvCxnSpPr/>
          <p:nvPr/>
        </p:nvCxnSpPr>
        <p:spPr>
          <a:xfrm flipV="1">
            <a:off x="5667960" y="6727670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線單箭頭接點 267"/>
          <p:cNvCxnSpPr/>
          <p:nvPr/>
        </p:nvCxnSpPr>
        <p:spPr>
          <a:xfrm flipV="1">
            <a:off x="6717011" y="6706826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矩形 268"/>
          <p:cNvSpPr/>
          <p:nvPr/>
        </p:nvSpPr>
        <p:spPr>
          <a:xfrm>
            <a:off x="5451960" y="5861060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字方塊 269"/>
              <p:cNvSpPr txBox="1"/>
              <p:nvPr/>
            </p:nvSpPr>
            <p:spPr>
              <a:xfrm>
                <a:off x="6376113" y="5164191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70" name="文字方塊 2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113" y="5164191"/>
                <a:ext cx="1072742" cy="648335"/>
              </a:xfrm>
              <a:prstGeom prst="rect">
                <a:avLst/>
              </a:prstGeom>
              <a:blipFill rotWithShape="1">
                <a:blip r:embed="rId12"/>
                <a:stretch>
                  <a:fillRect l="-7" t="-57" r="28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1" name="矩形 270"/>
          <p:cNvSpPr/>
          <p:nvPr/>
        </p:nvSpPr>
        <p:spPr>
          <a:xfrm>
            <a:off x="6531653" y="5837975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文字方塊 271"/>
              <p:cNvSpPr txBox="1"/>
              <p:nvPr/>
            </p:nvSpPr>
            <p:spPr>
              <a:xfrm>
                <a:off x="5299443" y="5151162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72" name="文字方塊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43" y="5151162"/>
                <a:ext cx="1072742" cy="648335"/>
              </a:xfrm>
              <a:prstGeom prst="rect">
                <a:avLst/>
              </a:prstGeom>
              <a:blipFill rotWithShape="1">
                <a:blip r:embed="rId13"/>
                <a:stretch>
                  <a:fillRect l="-34" t="-6" r="55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3" name="直線單箭頭接點 272"/>
          <p:cNvCxnSpPr/>
          <p:nvPr/>
        </p:nvCxnSpPr>
        <p:spPr>
          <a:xfrm>
            <a:off x="7641945" y="7117454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線單箭頭接點 273"/>
          <p:cNvCxnSpPr/>
          <p:nvPr/>
        </p:nvCxnSpPr>
        <p:spPr>
          <a:xfrm flipV="1">
            <a:off x="7609203" y="6723273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線單箭頭接點 274"/>
          <p:cNvCxnSpPr/>
          <p:nvPr/>
        </p:nvCxnSpPr>
        <p:spPr>
          <a:xfrm flipV="1">
            <a:off x="8658254" y="6702429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矩形 275"/>
          <p:cNvSpPr/>
          <p:nvPr/>
        </p:nvSpPr>
        <p:spPr>
          <a:xfrm>
            <a:off x="7393203" y="5856663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文字方塊 276"/>
              <p:cNvSpPr txBox="1"/>
              <p:nvPr/>
            </p:nvSpPr>
            <p:spPr>
              <a:xfrm>
                <a:off x="8317356" y="5159795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77" name="文字方塊 2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356" y="5159795"/>
                <a:ext cx="1072742" cy="648335"/>
              </a:xfrm>
              <a:prstGeom prst="rect">
                <a:avLst/>
              </a:prstGeom>
              <a:blipFill rotWithShape="1">
                <a:blip r:embed="rId14"/>
                <a:stretch>
                  <a:fillRect l="-12" t="-65" r="33" b="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矩形 277"/>
          <p:cNvSpPr/>
          <p:nvPr/>
        </p:nvSpPr>
        <p:spPr>
          <a:xfrm>
            <a:off x="8472896" y="5833578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文字方塊 278"/>
              <p:cNvSpPr txBox="1"/>
              <p:nvPr/>
            </p:nvSpPr>
            <p:spPr>
              <a:xfrm>
                <a:off x="7322384" y="5143371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79" name="文字方塊 2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84" y="5143371"/>
                <a:ext cx="1072742" cy="648335"/>
              </a:xfrm>
              <a:prstGeom prst="rect">
                <a:avLst/>
              </a:prstGeom>
              <a:blipFill rotWithShape="1">
                <a:blip r:embed="rId15"/>
                <a:stretch>
                  <a:fillRect l="-19" t="-78" r="40" b="7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0" name="直線單箭頭接點 279"/>
          <p:cNvCxnSpPr/>
          <p:nvPr/>
        </p:nvCxnSpPr>
        <p:spPr>
          <a:xfrm flipV="1">
            <a:off x="12659715" y="7067238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線單箭頭接點 280"/>
          <p:cNvCxnSpPr/>
          <p:nvPr/>
        </p:nvCxnSpPr>
        <p:spPr>
          <a:xfrm flipV="1">
            <a:off x="14600958" y="7062842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線單箭頭接點 281"/>
          <p:cNvCxnSpPr/>
          <p:nvPr/>
        </p:nvCxnSpPr>
        <p:spPr>
          <a:xfrm>
            <a:off x="10029647" y="7078190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線單箭頭接點 282"/>
          <p:cNvCxnSpPr/>
          <p:nvPr/>
        </p:nvCxnSpPr>
        <p:spPr>
          <a:xfrm flipV="1">
            <a:off x="10509629" y="7070406"/>
            <a:ext cx="0" cy="763314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單箭頭接點 283"/>
          <p:cNvCxnSpPr/>
          <p:nvPr/>
        </p:nvCxnSpPr>
        <p:spPr>
          <a:xfrm flipV="1">
            <a:off x="9996905" y="6684009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單箭頭接點 284"/>
          <p:cNvCxnSpPr/>
          <p:nvPr/>
        </p:nvCxnSpPr>
        <p:spPr>
          <a:xfrm flipV="1">
            <a:off x="11045955" y="6663165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矩形 285"/>
          <p:cNvSpPr/>
          <p:nvPr/>
        </p:nvSpPr>
        <p:spPr>
          <a:xfrm>
            <a:off x="12300372" y="9079779"/>
            <a:ext cx="692499" cy="908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287" name="矩形 286"/>
          <p:cNvSpPr/>
          <p:nvPr/>
        </p:nvSpPr>
        <p:spPr>
          <a:xfrm>
            <a:off x="12419216" y="7462533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文字方塊 287"/>
              <p:cNvSpPr txBox="1"/>
              <p:nvPr/>
            </p:nvSpPr>
            <p:spPr>
              <a:xfrm>
                <a:off x="12146988" y="7534259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88" name="文字方塊 2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6988" y="7534259"/>
                <a:ext cx="1072742" cy="648335"/>
              </a:xfrm>
              <a:prstGeom prst="rect">
                <a:avLst/>
              </a:prstGeom>
              <a:blipFill rotWithShape="1">
                <a:blip r:embed="rId16"/>
                <a:stretch>
                  <a:fillRect l="-7" t="-95" r="28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9" name="直線單箭頭接點 288"/>
          <p:cNvCxnSpPr/>
          <p:nvPr/>
        </p:nvCxnSpPr>
        <p:spPr>
          <a:xfrm flipV="1">
            <a:off x="12648098" y="8278454"/>
            <a:ext cx="0" cy="763314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線單箭頭接點 289"/>
          <p:cNvCxnSpPr/>
          <p:nvPr/>
        </p:nvCxnSpPr>
        <p:spPr>
          <a:xfrm>
            <a:off x="10478117" y="8700714"/>
            <a:ext cx="4153439" cy="0"/>
          </a:xfrm>
          <a:prstGeom prst="straightConnector1">
            <a:avLst/>
          </a:prstGeom>
          <a:ln w="2540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群組 290"/>
          <p:cNvGrpSpPr/>
          <p:nvPr/>
        </p:nvGrpSpPr>
        <p:grpSpPr>
          <a:xfrm>
            <a:off x="14095185" y="7462533"/>
            <a:ext cx="1072742" cy="1220147"/>
            <a:chOff x="3154887" y="3748362"/>
            <a:chExt cx="715161" cy="813431"/>
          </a:xfrm>
        </p:grpSpPr>
        <p:sp>
          <p:nvSpPr>
            <p:cNvPr id="292" name="矩形 291"/>
            <p:cNvSpPr/>
            <p:nvPr/>
          </p:nvSpPr>
          <p:spPr>
            <a:xfrm>
              <a:off x="3346646" y="3748362"/>
              <a:ext cx="288000" cy="540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字方塊 292"/>
                <p:cNvSpPr txBox="1"/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93" name="文字方塊 2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4887" y="3785905"/>
                  <a:ext cx="715161" cy="43222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4" name="直線單箭頭接點 293"/>
            <p:cNvCxnSpPr/>
            <p:nvPr/>
          </p:nvCxnSpPr>
          <p:spPr>
            <a:xfrm flipV="1">
              <a:off x="3490646" y="4290299"/>
              <a:ext cx="0" cy="27149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文字方塊 294"/>
              <p:cNvSpPr txBox="1"/>
              <p:nvPr/>
            </p:nvSpPr>
            <p:spPr>
              <a:xfrm>
                <a:off x="12161660" y="9182385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295" name="文字方塊 2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660" y="9182385"/>
                <a:ext cx="1072742" cy="648335"/>
              </a:xfrm>
              <a:prstGeom prst="rect">
                <a:avLst/>
              </a:prstGeom>
              <a:blipFill rotWithShape="1">
                <a:blip r:embed="rId18"/>
                <a:stretch>
                  <a:fillRect l="-13" t="-44" r="34" b="4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6" name="群組 295"/>
          <p:cNvGrpSpPr/>
          <p:nvPr/>
        </p:nvGrpSpPr>
        <p:grpSpPr>
          <a:xfrm>
            <a:off x="10011834" y="7462533"/>
            <a:ext cx="1072742" cy="1220147"/>
            <a:chOff x="1299972" y="3748362"/>
            <a:chExt cx="715161" cy="813431"/>
          </a:xfrm>
        </p:grpSpPr>
        <p:grpSp>
          <p:nvGrpSpPr>
            <p:cNvPr id="297" name="群組 296"/>
            <p:cNvGrpSpPr/>
            <p:nvPr/>
          </p:nvGrpSpPr>
          <p:grpSpPr>
            <a:xfrm>
              <a:off x="1488062" y="3748362"/>
              <a:ext cx="288000" cy="813431"/>
              <a:chOff x="2212165" y="3748362"/>
              <a:chExt cx="288000" cy="813431"/>
            </a:xfrm>
          </p:grpSpPr>
          <p:sp>
            <p:nvSpPr>
              <p:cNvPr id="299" name="矩形 298"/>
              <p:cNvSpPr/>
              <p:nvPr/>
            </p:nvSpPr>
            <p:spPr>
              <a:xfrm>
                <a:off x="2212165" y="3748362"/>
                <a:ext cx="288000" cy="5400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 dirty="0"/>
              </a:p>
            </p:txBody>
          </p:sp>
          <p:cxnSp>
            <p:nvCxnSpPr>
              <p:cNvPr id="300" name="直線單箭頭接點 299"/>
              <p:cNvCxnSpPr/>
              <p:nvPr/>
            </p:nvCxnSpPr>
            <p:spPr>
              <a:xfrm flipV="1">
                <a:off x="2344779" y="4290299"/>
                <a:ext cx="0" cy="271494"/>
              </a:xfrm>
              <a:prstGeom prst="straightConnector1">
                <a:avLst/>
              </a:prstGeom>
              <a:ln w="254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字方塊 297"/>
                <p:cNvSpPr txBox="1"/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p>
                            <m:r>
                              <a:rPr lang="en-US" altLang="zh-TW" sz="3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p>
                        </m:sSup>
                      </m:oMath>
                    </m:oMathPara>
                  </a14:m>
                  <a:endParaRPr lang="zh-TW" altLang="en-US" sz="3600" b="1" dirty="0"/>
                </a:p>
              </p:txBody>
            </p:sp>
          </mc:Choice>
          <mc:Fallback xmlns="">
            <p:sp>
              <p:nvSpPr>
                <p:cNvPr id="298" name="文字方塊 2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972" y="3796179"/>
                  <a:ext cx="715161" cy="428413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1" name="矩形 300"/>
          <p:cNvSpPr/>
          <p:nvPr/>
        </p:nvSpPr>
        <p:spPr>
          <a:xfrm>
            <a:off x="9780905" y="5817399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文字方塊 301"/>
              <p:cNvSpPr txBox="1"/>
              <p:nvPr/>
            </p:nvSpPr>
            <p:spPr>
              <a:xfrm>
                <a:off x="10705058" y="5120531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02" name="文字方塊 3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058" y="5120531"/>
                <a:ext cx="1072742" cy="642620"/>
              </a:xfrm>
              <a:prstGeom prst="rect">
                <a:avLst/>
              </a:prstGeom>
              <a:blipFill rotWithShape="1">
                <a:blip r:embed="rId20"/>
                <a:stretch>
                  <a:fillRect l="-21" t="-82" r="42" b="8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矩形 302"/>
          <p:cNvSpPr/>
          <p:nvPr/>
        </p:nvSpPr>
        <p:spPr>
          <a:xfrm>
            <a:off x="10860597" y="5794314"/>
            <a:ext cx="432000" cy="81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文字方塊 303"/>
              <p:cNvSpPr txBox="1"/>
              <p:nvPr/>
            </p:nvSpPr>
            <p:spPr>
              <a:xfrm>
                <a:off x="9596471" y="5105559"/>
                <a:ext cx="1072742" cy="642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04" name="文字方塊 3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471" y="5105559"/>
                <a:ext cx="1072742" cy="642620"/>
              </a:xfrm>
              <a:prstGeom prst="rect">
                <a:avLst/>
              </a:prstGeom>
              <a:blipFill rotWithShape="1">
                <a:blip r:embed="rId21"/>
                <a:stretch>
                  <a:fillRect l="-33" t="-25" r="54" b="2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5" name="直線單箭頭接點 304"/>
          <p:cNvCxnSpPr/>
          <p:nvPr/>
        </p:nvCxnSpPr>
        <p:spPr>
          <a:xfrm>
            <a:off x="12179733" y="7075022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線單箭頭接點 305"/>
          <p:cNvCxnSpPr/>
          <p:nvPr/>
        </p:nvCxnSpPr>
        <p:spPr>
          <a:xfrm flipV="1">
            <a:off x="12146991" y="6680841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線單箭頭接點 306"/>
          <p:cNvCxnSpPr/>
          <p:nvPr/>
        </p:nvCxnSpPr>
        <p:spPr>
          <a:xfrm flipV="1">
            <a:off x="13196042" y="6659997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矩形 307"/>
          <p:cNvSpPr/>
          <p:nvPr/>
        </p:nvSpPr>
        <p:spPr>
          <a:xfrm>
            <a:off x="11930991" y="5814231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文字方塊 308"/>
              <p:cNvSpPr txBox="1"/>
              <p:nvPr/>
            </p:nvSpPr>
            <p:spPr>
              <a:xfrm>
                <a:off x="12855144" y="5117363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09" name="文字方塊 3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5144" y="5117363"/>
                <a:ext cx="1072742" cy="648335"/>
              </a:xfrm>
              <a:prstGeom prst="rect">
                <a:avLst/>
              </a:prstGeom>
              <a:blipFill rotWithShape="1">
                <a:blip r:embed="rId22"/>
                <a:stretch>
                  <a:fillRect l="-19" t="-82" r="40" b="8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矩形 309"/>
          <p:cNvSpPr/>
          <p:nvPr/>
        </p:nvSpPr>
        <p:spPr>
          <a:xfrm>
            <a:off x="13010684" y="5791146"/>
            <a:ext cx="432000" cy="81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文字方塊 310"/>
              <p:cNvSpPr txBox="1"/>
              <p:nvPr/>
            </p:nvSpPr>
            <p:spPr>
              <a:xfrm>
                <a:off x="11778474" y="5104334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1" name="文字方塊 3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8474" y="5104334"/>
                <a:ext cx="1072742" cy="648335"/>
              </a:xfrm>
              <a:prstGeom prst="rect">
                <a:avLst/>
              </a:prstGeom>
              <a:blipFill rotWithShape="1">
                <a:blip r:embed="rId23"/>
                <a:stretch>
                  <a:fillRect l="-46" t="-31" r="8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2" name="直線單箭頭接點 311"/>
          <p:cNvCxnSpPr/>
          <p:nvPr/>
        </p:nvCxnSpPr>
        <p:spPr>
          <a:xfrm>
            <a:off x="14120976" y="7070625"/>
            <a:ext cx="1046951" cy="0"/>
          </a:xfrm>
          <a:prstGeom prst="straightConnector1">
            <a:avLst/>
          </a:prstGeom>
          <a:ln w="254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線單箭頭接點 312"/>
          <p:cNvCxnSpPr/>
          <p:nvPr/>
        </p:nvCxnSpPr>
        <p:spPr>
          <a:xfrm flipV="1">
            <a:off x="14088234" y="6676445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線單箭頭接點 313"/>
          <p:cNvCxnSpPr/>
          <p:nvPr/>
        </p:nvCxnSpPr>
        <p:spPr>
          <a:xfrm flipV="1">
            <a:off x="15137285" y="6655601"/>
            <a:ext cx="0" cy="40724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矩形 314"/>
          <p:cNvSpPr/>
          <p:nvPr/>
        </p:nvSpPr>
        <p:spPr>
          <a:xfrm>
            <a:off x="13872234" y="5809835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文字方塊 315"/>
              <p:cNvSpPr txBox="1"/>
              <p:nvPr/>
            </p:nvSpPr>
            <p:spPr>
              <a:xfrm>
                <a:off x="14796387" y="5112966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6" name="文字方塊 3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6387" y="5112966"/>
                <a:ext cx="1072742" cy="648335"/>
              </a:xfrm>
              <a:prstGeom prst="rect">
                <a:avLst/>
              </a:prstGeom>
              <a:blipFill rotWithShape="1">
                <a:blip r:embed="rId24"/>
                <a:stretch>
                  <a:fillRect l="-23" t="-90" r="45" b="9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" name="矩形 316"/>
          <p:cNvSpPr/>
          <p:nvPr/>
        </p:nvSpPr>
        <p:spPr>
          <a:xfrm>
            <a:off x="14951927" y="5786750"/>
            <a:ext cx="432000" cy="810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文字方塊 317"/>
              <p:cNvSpPr txBox="1"/>
              <p:nvPr/>
            </p:nvSpPr>
            <p:spPr>
              <a:xfrm>
                <a:off x="13801415" y="5096543"/>
                <a:ext cx="1072742" cy="648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8" name="文字方塊 3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1415" y="5096543"/>
                <a:ext cx="1072742" cy="648335"/>
              </a:xfrm>
              <a:prstGeom prst="rect">
                <a:avLst/>
              </a:prstGeom>
              <a:blipFill rotWithShape="1">
                <a:blip r:embed="rId25"/>
                <a:stretch>
                  <a:fillRect l="-30" t="-5" r="51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文字方塊 318"/>
              <p:cNvSpPr txBox="1"/>
              <p:nvPr/>
            </p:nvSpPr>
            <p:spPr>
              <a:xfrm>
                <a:off x="2883780" y="9126608"/>
                <a:ext cx="2170430" cy="551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p>
                        <m:sSupPr>
                          <m:ctrlP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TW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zh-TW" altLang="en-US" sz="3600" b="1" dirty="0"/>
              </a:p>
            </p:txBody>
          </p:sp>
        </mc:Choice>
        <mc:Fallback xmlns="">
          <p:sp>
            <p:nvSpPr>
              <p:cNvPr id="319" name="文字方塊 3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780" y="9126608"/>
                <a:ext cx="2170430" cy="551180"/>
              </a:xfrm>
              <a:prstGeom prst="rect">
                <a:avLst/>
              </a:prstGeom>
              <a:blipFill rotWithShape="1">
                <a:blip r:embed="rId26"/>
                <a:stretch>
                  <a:fillRect l="-11" t="-70" r="-3880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11972925" y="9534527"/>
            <a:ext cx="3086100" cy="547688"/>
          </a:xfrm>
        </p:spPr>
        <p:txBody>
          <a:bodyPr/>
          <a:lstStyle/>
          <a:p>
            <a:fld id="{14FE7D4A-7B99-4F9B-9C7F-3AECE8C25A38}" type="slidenum">
              <a:rPr lang="zh-TW" altLang="en-US" sz="100" smtClean="0"/>
              <a:t>10</a:t>
            </a:fld>
            <a:endParaRPr lang="zh-TW" altLang="en-US" sz="100"/>
          </a:p>
        </p:txBody>
      </p:sp>
      <p:sp>
        <p:nvSpPr>
          <p:cNvPr id="96" name="文字方塊 95"/>
          <p:cNvSpPr txBox="1"/>
          <p:nvPr/>
        </p:nvSpPr>
        <p:spPr>
          <a:xfrm>
            <a:off x="6841287" y="9260310"/>
            <a:ext cx="525483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(2 heads as example)</a:t>
            </a:r>
            <a:endParaRPr lang="zh-TW" altLang="en-US" sz="3600" dirty="0"/>
          </a:p>
        </p:txBody>
      </p:sp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0" y="-417120"/>
            <a:ext cx="16084552" cy="1551434"/>
          </a:xfrm>
        </p:spPr>
        <p:txBody>
          <a:bodyPr/>
          <a:lstStyle/>
          <a:p>
            <a:pPr algn="l"/>
            <a:r>
              <a:rPr lang="en-US" altLang="zh-TW" dirty="0">
                <a:sym typeface="+mn-ea"/>
              </a:rPr>
              <a:t>Multi-head Self-attention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8" grpId="0" bldLvl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A08B2222-1FD5-4BF9-964D-A7EB67B7127B}"/>
</file>

<file path=customXml/itemProps2.xml><?xml version="1.0" encoding="utf-8"?>
<ds:datastoreItem xmlns:ds="http://schemas.openxmlformats.org/officeDocument/2006/customXml" ds:itemID="{15BD75D0-35F1-4A33-A994-6593E84DD1AD}"/>
</file>

<file path=customXml/itemProps3.xml><?xml version="1.0" encoding="utf-8"?>
<ds:datastoreItem xmlns:ds="http://schemas.openxmlformats.org/officeDocument/2006/customXml" ds:itemID="{1E1A8B53-0B59-433D-9F04-AADFF69569F3}"/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438</Words>
  <Application>Microsoft Macintosh PowerPoint</Application>
  <PresentationFormat>Custom</PresentationFormat>
  <Paragraphs>371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 2</vt:lpstr>
      <vt:lpstr>Breeze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Self-attention</vt:lpstr>
      <vt:lpstr>Multi-head Self-attention</vt:lpstr>
      <vt:lpstr>Multi-head Self-attention</vt:lpstr>
      <vt:lpstr>Multi-head Self-attention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54</cp:revision>
  <dcterms:created xsi:type="dcterms:W3CDTF">2019-02-13T16:04:00Z</dcterms:created>
  <dcterms:modified xsi:type="dcterms:W3CDTF">2024-04-04T14:41:31Z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50DE81DFFB894CF5B0553D916DF12CAC</vt:lpwstr>
  </property>
  <property fmtid="{D5CDD505-2E9C-101B-9397-08002B2CF9AE}" pid="5" name="KSOProductBuildVer">
    <vt:lpwstr>1033-11.2.0.11225</vt:lpwstr>
  </property>
</Properties>
</file>