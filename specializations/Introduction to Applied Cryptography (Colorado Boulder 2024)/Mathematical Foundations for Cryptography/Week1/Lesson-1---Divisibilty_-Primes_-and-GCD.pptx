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58"/>
  </p:notesMasterIdLst>
  <p:sldIdLst>
    <p:sldId id="736" r:id="rId2"/>
    <p:sldId id="743" r:id="rId3"/>
    <p:sldId id="744" r:id="rId4"/>
    <p:sldId id="745" r:id="rId5"/>
    <p:sldId id="746" r:id="rId6"/>
    <p:sldId id="747" r:id="rId7"/>
    <p:sldId id="748" r:id="rId8"/>
    <p:sldId id="749" r:id="rId9"/>
    <p:sldId id="750" r:id="rId10"/>
    <p:sldId id="737" r:id="rId11"/>
    <p:sldId id="751" r:id="rId12"/>
    <p:sldId id="752" r:id="rId13"/>
    <p:sldId id="753" r:id="rId14"/>
    <p:sldId id="754" r:id="rId15"/>
    <p:sldId id="755" r:id="rId16"/>
    <p:sldId id="738" r:id="rId17"/>
    <p:sldId id="756" r:id="rId18"/>
    <p:sldId id="757" r:id="rId19"/>
    <p:sldId id="758" r:id="rId20"/>
    <p:sldId id="759" r:id="rId21"/>
    <p:sldId id="760" r:id="rId22"/>
    <p:sldId id="761" r:id="rId23"/>
    <p:sldId id="762" r:id="rId24"/>
    <p:sldId id="763" r:id="rId25"/>
    <p:sldId id="764" r:id="rId26"/>
    <p:sldId id="739" r:id="rId27"/>
    <p:sldId id="765" r:id="rId28"/>
    <p:sldId id="766" r:id="rId29"/>
    <p:sldId id="767" r:id="rId30"/>
    <p:sldId id="768" r:id="rId31"/>
    <p:sldId id="769" r:id="rId32"/>
    <p:sldId id="770" r:id="rId33"/>
    <p:sldId id="740" r:id="rId34"/>
    <p:sldId id="772" r:id="rId35"/>
    <p:sldId id="773" r:id="rId36"/>
    <p:sldId id="774" r:id="rId37"/>
    <p:sldId id="775" r:id="rId38"/>
    <p:sldId id="776" r:id="rId39"/>
    <p:sldId id="777" r:id="rId40"/>
    <p:sldId id="741" r:id="rId41"/>
    <p:sldId id="778" r:id="rId42"/>
    <p:sldId id="779" r:id="rId43"/>
    <p:sldId id="780" r:id="rId44"/>
    <p:sldId id="781" r:id="rId45"/>
    <p:sldId id="782" r:id="rId46"/>
    <p:sldId id="783" r:id="rId47"/>
    <p:sldId id="784" r:id="rId48"/>
    <p:sldId id="742" r:id="rId49"/>
    <p:sldId id="785" r:id="rId50"/>
    <p:sldId id="786" r:id="rId51"/>
    <p:sldId id="787" r:id="rId52"/>
    <p:sldId id="788" r:id="rId53"/>
    <p:sldId id="789" r:id="rId54"/>
    <p:sldId id="790" r:id="rId55"/>
    <p:sldId id="791" r:id="rId56"/>
    <p:sldId id="792" r:id="rId5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Modern cryptography is all about understanding integer mathematics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2923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Modern cryptography is all about understanding integer mathematics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Discrete mathematics and abstract algebra</a:t>
            </a:r>
          </a:p>
        </p:txBody>
      </p:sp>
    </p:spTree>
    <p:extLst>
      <p:ext uri="{BB962C8B-B14F-4D97-AF65-F5344CB8AC3E}">
        <p14:creationId xmlns:p14="http://schemas.microsoft.com/office/powerpoint/2010/main" val="1777943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Modern cryptography is all about understanding integer mathematics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Discrete mathematics and abstract algebra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Calculations must be exact (no round off error)</a:t>
            </a:r>
          </a:p>
        </p:txBody>
      </p:sp>
    </p:spTree>
    <p:extLst>
      <p:ext uri="{BB962C8B-B14F-4D97-AF65-F5344CB8AC3E}">
        <p14:creationId xmlns:p14="http://schemas.microsoft.com/office/powerpoint/2010/main" val="1777943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Modern cryptography is all about understanding integer mathematics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Discrete mathematics and abstract algebra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Calculations must be exact (no round off error)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Several “hard” problems to provide crypto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77943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Modern cryptography is all about understanding integer mathematics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Discrete mathematics and abstract algebra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Calculations must be exact (no round off error)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Several “hard” problems to provide crypto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and their subsets</a:t>
            </a:r>
          </a:p>
        </p:txBody>
      </p:sp>
    </p:spTree>
    <p:extLst>
      <p:ext uri="{BB962C8B-B14F-4D97-AF65-F5344CB8AC3E}">
        <p14:creationId xmlns:p14="http://schemas.microsoft.com/office/powerpoint/2010/main" val="1777943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Modern cryptography is all about understanding integer mathematics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Discrete mathematics and abstract algebra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Calculations must be exact (no round off error)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Several “hard” problems to provide crypto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and their subsets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</a:t>
            </a:r>
          </a:p>
        </p:txBody>
      </p:sp>
    </p:spTree>
    <p:extLst>
      <p:ext uri="{BB962C8B-B14F-4D97-AF65-F5344CB8AC3E}">
        <p14:creationId xmlns:p14="http://schemas.microsoft.com/office/powerpoint/2010/main" val="1777943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Modern cryptography is all about understanding integer mathematics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Discrete mathematics and abstract algebra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Calculations must be exact (no round off error)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Several “hard” problems to provide crypto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and their subsets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and composite numbers</a:t>
            </a:r>
          </a:p>
        </p:txBody>
      </p:sp>
    </p:spTree>
    <p:extLst>
      <p:ext uri="{BB962C8B-B14F-4D97-AF65-F5344CB8AC3E}">
        <p14:creationId xmlns:p14="http://schemas.microsoft.com/office/powerpoint/2010/main" val="1777943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Modern cryptography is all about understanding integer mathematics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Discrete mathematics and abstract algebra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Calculations must be exact (no round off error)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Several “hard” problems to provide crypto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and their subsets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and composite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Fundamental theorem of arithmetic</a:t>
            </a:r>
          </a:p>
        </p:txBody>
      </p:sp>
    </p:spTree>
    <p:extLst>
      <p:ext uri="{BB962C8B-B14F-4D97-AF65-F5344CB8AC3E}">
        <p14:creationId xmlns:p14="http://schemas.microsoft.com/office/powerpoint/2010/main" val="1777943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Modern cryptography is all about understanding integer mathematics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Discrete mathematics and abstract algebra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Calculations must be exact (no round off error)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Several “hard” problems to provide crypto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and their subsets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and composite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Fundamental theorem of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Greatest common divisor and relatively prime</a:t>
            </a:r>
          </a:p>
        </p:txBody>
      </p:sp>
    </p:spTree>
    <p:extLst>
      <p:ext uri="{BB962C8B-B14F-4D97-AF65-F5344CB8AC3E}">
        <p14:creationId xmlns:p14="http://schemas.microsoft.com/office/powerpoint/2010/main" val="1777943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Integer subsets need precise definitions, unfortunately this often isn’t the case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7358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Integer subsets need precise definitions, unfortunately this often isn’t the case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/>
              <a:t>Integers	ℤ = {…, -3, -2, -1, 0, 1, 2, 3, …}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61795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Integer subsets need precise definitions, unfortunately this often isn’t the case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/>
              <a:t>Integers	ℤ = {…, -3, -2, -1, 0, 1, 2, 3, …}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/>
              <a:t>Positive integers	ℤ</a:t>
            </a:r>
            <a:r>
              <a:rPr lang="en-US" sz="2000" baseline="30000" dirty="0"/>
              <a:t>+</a:t>
            </a:r>
            <a:r>
              <a:rPr lang="en-US" sz="2000" dirty="0"/>
              <a:t> = {1, 2, 3, …}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61795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Integer subsets need precise definitions, unfortunately this often isn’t the case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/>
              <a:t>Integers	ℤ = {…, -3, -2, -1, 0, 1, 2, 3, …}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/>
              <a:t>Positive integers	ℤ</a:t>
            </a:r>
            <a:r>
              <a:rPr lang="en-US" sz="2000" baseline="30000" dirty="0"/>
              <a:t>+</a:t>
            </a:r>
            <a:r>
              <a:rPr lang="en-US" sz="2000" dirty="0"/>
              <a:t> = {1, 2, 3, …}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/>
              <a:t>Negative integers	ℤ</a:t>
            </a:r>
            <a:r>
              <a:rPr lang="en-US" sz="2000" baseline="30000" dirty="0"/>
              <a:t>-</a:t>
            </a:r>
            <a:r>
              <a:rPr lang="en-US" sz="2000" dirty="0"/>
              <a:t> = {…, -3, -2, -1}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61795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Integer subsets need precise definitions, unfortunately this often isn’t the case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/>
              <a:t>Integers	ℤ = {…, -3, -2, -1, 0, 1, 2, 3, …}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/>
              <a:t>Positive integers	ℤ</a:t>
            </a:r>
            <a:r>
              <a:rPr lang="en-US" sz="2000" baseline="30000" dirty="0"/>
              <a:t>+</a:t>
            </a:r>
            <a:r>
              <a:rPr lang="en-US" sz="2000" dirty="0"/>
              <a:t> = {1, 2, 3, …}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/>
              <a:t>Negative integers	ℤ</a:t>
            </a:r>
            <a:r>
              <a:rPr lang="en-US" sz="2000" baseline="30000" dirty="0"/>
              <a:t>-</a:t>
            </a:r>
            <a:r>
              <a:rPr lang="en-US" sz="2000" dirty="0"/>
              <a:t> = {…, -3, -2, -1}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/>
              <a:t>Nonnegative integers	ℤ</a:t>
            </a:r>
            <a:r>
              <a:rPr lang="en-US" sz="2000" baseline="30000" dirty="0"/>
              <a:t>0+</a:t>
            </a:r>
            <a:r>
              <a:rPr lang="en-US" sz="2000" dirty="0"/>
              <a:t> = {0, 1, 2, 3, …}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61795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Integer subsets need precise definitions, unfortunately this often isn’t the case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/>
              <a:t>Integers	ℤ = {…, -3, -2, -1, 0, 1, 2, 3, …}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/>
              <a:t>Positive integers	ℤ</a:t>
            </a:r>
            <a:r>
              <a:rPr lang="en-US" sz="2000" baseline="30000" dirty="0"/>
              <a:t>+</a:t>
            </a:r>
            <a:r>
              <a:rPr lang="en-US" sz="2000" dirty="0"/>
              <a:t> = {1, 2, 3, …}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/>
              <a:t>Negative integers	ℤ</a:t>
            </a:r>
            <a:r>
              <a:rPr lang="en-US" sz="2000" baseline="30000" dirty="0"/>
              <a:t>-</a:t>
            </a:r>
            <a:r>
              <a:rPr lang="en-US" sz="2000" dirty="0"/>
              <a:t> = {…, -3, -2, -1}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/>
              <a:t>Nonnegative integers	ℤ</a:t>
            </a:r>
            <a:r>
              <a:rPr lang="en-US" sz="2000" baseline="30000" dirty="0"/>
              <a:t>0+</a:t>
            </a:r>
            <a:r>
              <a:rPr lang="en-US" sz="2000" dirty="0"/>
              <a:t> = {0, 1, 2, 3, …}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  <a:tabLst>
                <a:tab pos="2633663" algn="l"/>
              </a:tabLst>
            </a:pPr>
            <a:r>
              <a:rPr lang="en-US" sz="2000" dirty="0" err="1"/>
              <a:t>Nonpositive</a:t>
            </a:r>
            <a:r>
              <a:rPr lang="en-US" sz="2000" dirty="0"/>
              <a:t> integers	ℤ</a:t>
            </a:r>
            <a:r>
              <a:rPr lang="en-US" sz="2000" baseline="30000" dirty="0"/>
              <a:t>0-</a:t>
            </a:r>
            <a:r>
              <a:rPr lang="en-US" sz="2000" dirty="0"/>
              <a:t> = {…, -3, -2, -1, 0}</a:t>
            </a:r>
          </a:p>
        </p:txBody>
      </p:sp>
    </p:spTree>
    <p:extLst>
      <p:ext uri="{BB962C8B-B14F-4D97-AF65-F5344CB8AC3E}">
        <p14:creationId xmlns:p14="http://schemas.microsoft.com/office/powerpoint/2010/main" val="1061795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Divisibility involves some fine print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6387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Divisibility involves some fine print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a|b</a:t>
            </a:r>
            <a:r>
              <a:rPr lang="en-US" sz="2000" b="1" dirty="0"/>
              <a:t> (read “a divides b”)</a:t>
            </a:r>
          </a:p>
        </p:txBody>
      </p:sp>
    </p:spTree>
    <p:extLst>
      <p:ext uri="{BB962C8B-B14F-4D97-AF65-F5344CB8AC3E}">
        <p14:creationId xmlns:p14="http://schemas.microsoft.com/office/powerpoint/2010/main" val="1957203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Divisibility involves some fine print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a|b</a:t>
            </a:r>
            <a:r>
              <a:rPr lang="en-US" sz="2000" b="1" dirty="0"/>
              <a:t> (read “a divides b”)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 = ac for some integer ‘c’</a:t>
            </a:r>
          </a:p>
        </p:txBody>
      </p:sp>
    </p:spTree>
    <p:extLst>
      <p:ext uri="{BB962C8B-B14F-4D97-AF65-F5344CB8AC3E}">
        <p14:creationId xmlns:p14="http://schemas.microsoft.com/office/powerpoint/2010/main" val="1957203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Divisibility involves some fine print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a|b</a:t>
            </a:r>
            <a:r>
              <a:rPr lang="en-US" sz="2000" b="1" dirty="0"/>
              <a:t> (read “a divides b”)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 = ac for some integer ‘c’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is a divisor of b</a:t>
            </a:r>
          </a:p>
        </p:txBody>
      </p:sp>
    </p:spTree>
    <p:extLst>
      <p:ext uri="{BB962C8B-B14F-4D97-AF65-F5344CB8AC3E}">
        <p14:creationId xmlns:p14="http://schemas.microsoft.com/office/powerpoint/2010/main" val="1957203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Divisibility involves some fine print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a|b</a:t>
            </a:r>
            <a:r>
              <a:rPr lang="en-US" sz="2000" b="1" dirty="0"/>
              <a:t> (read “a divides b”)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 = ac for some integer ‘c’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is a divisor of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 is a statement, not an operation</a:t>
            </a:r>
          </a:p>
        </p:txBody>
      </p:sp>
    </p:spTree>
    <p:extLst>
      <p:ext uri="{BB962C8B-B14F-4D97-AF65-F5344CB8AC3E}">
        <p14:creationId xmlns:p14="http://schemas.microsoft.com/office/powerpoint/2010/main" val="1957203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Divisibility involves some fine print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a|b</a:t>
            </a:r>
            <a:r>
              <a:rPr lang="en-US" sz="2000" b="1" dirty="0"/>
              <a:t> (read “a divides b”)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 = ac for some integer ‘c’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is a divisor of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 is a statement, not an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Sign has no effect: 6|42, -5|35, 9|-27, -7|-21</a:t>
            </a:r>
          </a:p>
        </p:txBody>
      </p:sp>
    </p:spTree>
    <p:extLst>
      <p:ext uri="{BB962C8B-B14F-4D97-AF65-F5344CB8AC3E}">
        <p14:creationId xmlns:p14="http://schemas.microsoft.com/office/powerpoint/2010/main" val="1957203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Divisibility involves some fine print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a|b</a:t>
            </a:r>
            <a:r>
              <a:rPr lang="en-US" sz="2000" b="1" dirty="0"/>
              <a:t> (read “a divides b”)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 = ac for some integer ‘c’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is a divisor of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 is a statement, not an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Sign has no effect: 6|42, -5|35, 9|-27, -7|-21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Technically speaking about zero</a:t>
            </a:r>
          </a:p>
        </p:txBody>
      </p:sp>
    </p:spTree>
    <p:extLst>
      <p:ext uri="{BB962C8B-B14F-4D97-AF65-F5344CB8AC3E}">
        <p14:creationId xmlns:p14="http://schemas.microsoft.com/office/powerpoint/2010/main" val="1957203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Divisibility involves some fine print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a|b</a:t>
            </a:r>
            <a:r>
              <a:rPr lang="en-US" sz="2000" b="1" dirty="0"/>
              <a:t> (read “a divides b”)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 = ac for some integer ‘c’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is a divisor of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 is a statement, not an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Sign has no effect: 6|42, -5|35, 9|-27, -7|-21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Technically speaking about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Everything, including zero, divides zero</a:t>
            </a:r>
          </a:p>
        </p:txBody>
      </p:sp>
    </p:spTree>
    <p:extLst>
      <p:ext uri="{BB962C8B-B14F-4D97-AF65-F5344CB8AC3E}">
        <p14:creationId xmlns:p14="http://schemas.microsoft.com/office/powerpoint/2010/main" val="1957203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Divisibility involves some fine print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a|b</a:t>
            </a:r>
            <a:r>
              <a:rPr lang="en-US" sz="2000" b="1" dirty="0"/>
              <a:t> (read “a divides b”)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 = ac for some integer ‘c’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is a divisor of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 is a statement, not an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Sign has no effect: 6|42, -5|35, 9|-27, -7|-21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Technically speaking about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Everything, including zero, divides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Zero only divides zero</a:t>
            </a:r>
          </a:p>
        </p:txBody>
      </p:sp>
    </p:spTree>
    <p:extLst>
      <p:ext uri="{BB962C8B-B14F-4D97-AF65-F5344CB8AC3E}">
        <p14:creationId xmlns:p14="http://schemas.microsoft.com/office/powerpoint/2010/main" val="1957203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Divisibility involves some fine print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a|b</a:t>
            </a:r>
            <a:r>
              <a:rPr lang="en-US" sz="2000" b="1" dirty="0"/>
              <a:t> (read “a divides b”)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 = ac for some integer ‘c’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is a divisor of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 is a statement, not an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Sign has no effect: 6|42, -5|35, 9|-27, -7|-21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Technically speaking about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Everything, including zero, divides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Zero only divides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But division by zero is ALWAYS undefined!</a:t>
            </a:r>
          </a:p>
        </p:txBody>
      </p:sp>
    </p:spTree>
    <p:extLst>
      <p:ext uri="{BB962C8B-B14F-4D97-AF65-F5344CB8AC3E}">
        <p14:creationId xmlns:p14="http://schemas.microsoft.com/office/powerpoint/2010/main" val="1957203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prime number is any number greater than one divisibly only by one and itself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02780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prime number is any number greater than one divisibly only by one and itself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number divisibly only by 1 and itself – NOT!</a:t>
            </a:r>
          </a:p>
        </p:txBody>
      </p:sp>
    </p:spTree>
    <p:extLst>
      <p:ext uri="{BB962C8B-B14F-4D97-AF65-F5344CB8AC3E}">
        <p14:creationId xmlns:p14="http://schemas.microsoft.com/office/powerpoint/2010/main" val="3676438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prime number is any number greater than one divisibly only by one and itself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number divisibly only by 1 and itself – NOT!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numbers need to be positive</a:t>
            </a:r>
          </a:p>
        </p:txBody>
      </p:sp>
    </p:spTree>
    <p:extLst>
      <p:ext uri="{BB962C8B-B14F-4D97-AF65-F5344CB8AC3E}">
        <p14:creationId xmlns:p14="http://schemas.microsoft.com/office/powerpoint/2010/main" val="3676438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prime number is any number greater than one divisibly only by one and itself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number divisibly only by 1 and itself – NOT!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numbers need to be positive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1 is not prime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676438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prime number is any number greater than one divisibly only by one and itself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number divisibly only by 1 and itself – NOT!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numbers need to be positive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1 is not prime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prime number is a positive integer greater than one whose only positive divisors are 1 and itself.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676438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prime number is any number greater than one divisibly only by one and itself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number divisibly only by 1 and itself – NOT!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numbers need to be positive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1 is not prime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prime number is a positive integer greater than one whose only positive divisors are 1 and itself.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Composite: positive integer &gt; 1 that is not prime</a:t>
            </a:r>
          </a:p>
        </p:txBody>
      </p:sp>
    </p:spTree>
    <p:extLst>
      <p:ext uri="{BB962C8B-B14F-4D97-AF65-F5344CB8AC3E}">
        <p14:creationId xmlns:p14="http://schemas.microsoft.com/office/powerpoint/2010/main" val="3676438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prime number is any number greater than one divisibly only by one and itself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number divisibly only by 1 and itself – NOT!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numbers need to be positive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1 is not prime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prime number is a positive integer greater than one whose only positive divisors are 1 and itself.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Composite: positive integer &gt; 1 that is not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0 and 1 are neither prime nor composite</a:t>
            </a:r>
          </a:p>
        </p:txBody>
      </p:sp>
    </p:spTree>
    <p:extLst>
      <p:ext uri="{BB962C8B-B14F-4D97-AF65-F5344CB8AC3E}">
        <p14:creationId xmlns:p14="http://schemas.microsoft.com/office/powerpoint/2010/main" val="3676438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Fundamental Theorem of Arithmetic:</a:t>
            </a:r>
            <a:br>
              <a:rPr lang="en-US" b="1" dirty="0"/>
            </a:br>
            <a:r>
              <a:rPr lang="en-US" b="1" dirty="0"/>
              <a:t>Prime-number factorization is unique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85907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Fundamental Theorem of Arithmetic:</a:t>
            </a:r>
            <a:br>
              <a:rPr lang="en-US" b="1" dirty="0"/>
            </a:br>
            <a:r>
              <a:rPr lang="en-US" b="1" dirty="0"/>
              <a:t>Prime-number factorization is unique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Any integer greater than 1:</a:t>
            </a:r>
          </a:p>
        </p:txBody>
      </p:sp>
    </p:spTree>
    <p:extLst>
      <p:ext uri="{BB962C8B-B14F-4D97-AF65-F5344CB8AC3E}">
        <p14:creationId xmlns:p14="http://schemas.microsoft.com/office/powerpoint/2010/main" val="489436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Fundamental Theorem of Arithmetic:</a:t>
            </a:r>
            <a:br>
              <a:rPr lang="en-US" b="1" dirty="0"/>
            </a:br>
            <a:r>
              <a:rPr lang="en-US" b="1" dirty="0"/>
              <a:t>Prime-number factorization is unique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Any integer greater than 1: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Can be written as a unique product of primes</a:t>
            </a:r>
          </a:p>
        </p:txBody>
      </p:sp>
    </p:spTree>
    <p:extLst>
      <p:ext uri="{BB962C8B-B14F-4D97-AF65-F5344CB8AC3E}">
        <p14:creationId xmlns:p14="http://schemas.microsoft.com/office/powerpoint/2010/main" val="489436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Fundamental Theorem of Arithmetic:</a:t>
            </a:r>
            <a:br>
              <a:rPr lang="en-US" b="1" dirty="0"/>
            </a:br>
            <a:r>
              <a:rPr lang="en-US" b="1" dirty="0"/>
              <a:t>Prime-number factorization is unique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Any integer greater than 1: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Can be written as a unique product of primes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Ordering doesn’t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894369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Fundamental Theorem of Arithmetic:</a:t>
            </a:r>
            <a:br>
              <a:rPr lang="en-US" b="1" dirty="0"/>
            </a:br>
            <a:r>
              <a:rPr lang="en-US" b="1" dirty="0"/>
              <a:t>Prime-number factorization is unique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Any integer greater than 1: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Can be written as a unique product of primes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Ordering doesn’t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IF 1 were prime</a:t>
            </a:r>
          </a:p>
        </p:txBody>
      </p:sp>
    </p:spTree>
    <p:extLst>
      <p:ext uri="{BB962C8B-B14F-4D97-AF65-F5344CB8AC3E}">
        <p14:creationId xmlns:p14="http://schemas.microsoft.com/office/powerpoint/2010/main" val="489436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Fundamental Theorem of Arithmetic:</a:t>
            </a:r>
            <a:br>
              <a:rPr lang="en-US" b="1" dirty="0"/>
            </a:br>
            <a:r>
              <a:rPr lang="en-US" b="1" dirty="0"/>
              <a:t>Prime-number factorization is unique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Any integer greater than 1: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Can be written as a unique product of primes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Ordering doesn’t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IF 1 were prime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12 = 2·2·3 = 1·2·2·3 = 1·1·1·2·2·3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89436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Fundamental Theorem of Arithmetic:</a:t>
            </a:r>
            <a:br>
              <a:rPr lang="en-US" b="1" dirty="0"/>
            </a:br>
            <a:r>
              <a:rPr lang="en-US" b="1" dirty="0"/>
              <a:t>Prime-number factorization is unique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Any integer greater than 1: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Can be written as a unique product of primes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Ordering doesn’t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IF 1 were prime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12 = 2·2·3 = 1·2·2·3 = 1·1·1·2·2·3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No prime factorization for 0, 1, or negatives</a:t>
            </a:r>
          </a:p>
        </p:txBody>
      </p:sp>
    </p:spTree>
    <p:extLst>
      <p:ext uri="{BB962C8B-B14F-4D97-AF65-F5344CB8AC3E}">
        <p14:creationId xmlns:p14="http://schemas.microsoft.com/office/powerpoint/2010/main" val="489436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Greatest common divisor, </a:t>
            </a:r>
            <a:r>
              <a:rPr lang="en-US" b="1" dirty="0" err="1"/>
              <a:t>gcd</a:t>
            </a:r>
            <a:r>
              <a:rPr lang="en-US" b="1" dirty="0"/>
              <a:t>(</a:t>
            </a:r>
            <a:r>
              <a:rPr lang="en-US" b="1" dirty="0" err="1"/>
              <a:t>a,b</a:t>
            </a:r>
            <a:r>
              <a:rPr lang="en-US" b="1" dirty="0"/>
              <a:t>), is largest integer that divides both ‘a’ and ‘b’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22477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Greatest common divisor, </a:t>
            </a:r>
            <a:r>
              <a:rPr lang="en-US" b="1" dirty="0" err="1"/>
              <a:t>gcd</a:t>
            </a:r>
            <a:r>
              <a:rPr lang="en-US" b="1" dirty="0"/>
              <a:t>(</a:t>
            </a:r>
            <a:r>
              <a:rPr lang="en-US" b="1" dirty="0" err="1"/>
              <a:t>a,b</a:t>
            </a:r>
            <a:r>
              <a:rPr lang="en-US" b="1" dirty="0"/>
              <a:t>), is largest integer that divides both ‘a’ and ‘b’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integer ‘c’ is a common divisor of ‘a’ and ‘b’ if</a:t>
            </a:r>
          </a:p>
        </p:txBody>
      </p:sp>
    </p:spTree>
    <p:extLst>
      <p:ext uri="{BB962C8B-B14F-4D97-AF65-F5344CB8AC3E}">
        <p14:creationId xmlns:p14="http://schemas.microsoft.com/office/powerpoint/2010/main" val="161406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Greatest common divisor, </a:t>
            </a:r>
            <a:r>
              <a:rPr lang="en-US" b="1" dirty="0" err="1"/>
              <a:t>gcd</a:t>
            </a:r>
            <a:r>
              <a:rPr lang="en-US" b="1" dirty="0"/>
              <a:t>(</a:t>
            </a:r>
            <a:r>
              <a:rPr lang="en-US" b="1" dirty="0" err="1"/>
              <a:t>a,b</a:t>
            </a:r>
            <a:r>
              <a:rPr lang="en-US" b="1" dirty="0"/>
              <a:t>), is largest integer that divides both ‘a’ and ‘b’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integer ‘c’ is a common divisor of ‘a’ and ‘b’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c·m</a:t>
            </a:r>
            <a:r>
              <a:rPr lang="en-US" sz="2000" b="1" dirty="0"/>
              <a:t>  and  b = </a:t>
            </a:r>
            <a:r>
              <a:rPr lang="en-US" sz="2000" b="1" dirty="0" err="1"/>
              <a:t>c·n</a:t>
            </a:r>
            <a:r>
              <a:rPr lang="en-US" sz="2000" b="1" dirty="0"/>
              <a:t>  for some ‘m’ and ‘n’</a:t>
            </a:r>
          </a:p>
        </p:txBody>
      </p:sp>
    </p:spTree>
    <p:extLst>
      <p:ext uri="{BB962C8B-B14F-4D97-AF65-F5344CB8AC3E}">
        <p14:creationId xmlns:p14="http://schemas.microsoft.com/office/powerpoint/2010/main" val="16140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Greatest common divisor, </a:t>
            </a:r>
            <a:r>
              <a:rPr lang="en-US" b="1" dirty="0" err="1"/>
              <a:t>gcd</a:t>
            </a:r>
            <a:r>
              <a:rPr lang="en-US" b="1" dirty="0"/>
              <a:t>(</a:t>
            </a:r>
            <a:r>
              <a:rPr lang="en-US" b="1" dirty="0" err="1"/>
              <a:t>a,b</a:t>
            </a:r>
            <a:r>
              <a:rPr lang="en-US" b="1" dirty="0"/>
              <a:t>), is largest integer that divides both ‘a’ and ‘b’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integer ‘c’ is a common divisor of ‘a’ and ‘b’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c·m</a:t>
            </a:r>
            <a:r>
              <a:rPr lang="en-US" sz="2000" b="1" dirty="0"/>
              <a:t>  and  b = </a:t>
            </a:r>
            <a:r>
              <a:rPr lang="en-US" sz="2000" b="1" dirty="0" err="1"/>
              <a:t>c·n</a:t>
            </a:r>
            <a:r>
              <a:rPr lang="en-US" sz="2000" b="1" dirty="0"/>
              <a:t>  for some ‘m’ and ‘n’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OR: if </a:t>
            </a:r>
            <a:r>
              <a:rPr lang="en-US" sz="2000" b="1" dirty="0" err="1"/>
              <a:t>c|a</a:t>
            </a:r>
            <a:r>
              <a:rPr lang="en-US" sz="2000" b="1" dirty="0"/>
              <a:t> and </a:t>
            </a:r>
            <a:r>
              <a:rPr lang="en-US" sz="2000" b="1" dirty="0" err="1"/>
              <a:t>c|b</a:t>
            </a: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1406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Greatest common divisor, </a:t>
            </a:r>
            <a:r>
              <a:rPr lang="en-US" b="1" dirty="0" err="1"/>
              <a:t>gcd</a:t>
            </a:r>
            <a:r>
              <a:rPr lang="en-US" b="1" dirty="0"/>
              <a:t>(</a:t>
            </a:r>
            <a:r>
              <a:rPr lang="en-US" b="1" dirty="0" err="1"/>
              <a:t>a,b</a:t>
            </a:r>
            <a:r>
              <a:rPr lang="en-US" b="1" dirty="0"/>
              <a:t>), is largest integer that divides both ‘a’ and ‘b’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integer ‘c’ is a common divisor of ‘a’ and ‘b’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c·m</a:t>
            </a:r>
            <a:r>
              <a:rPr lang="en-US" sz="2000" b="1" dirty="0"/>
              <a:t>  and  b = </a:t>
            </a:r>
            <a:r>
              <a:rPr lang="en-US" sz="2000" b="1" dirty="0" err="1"/>
              <a:t>c·n</a:t>
            </a:r>
            <a:r>
              <a:rPr lang="en-US" sz="2000" b="1" dirty="0"/>
              <a:t>  for some ‘m’ and ‘n’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OR: if </a:t>
            </a:r>
            <a:r>
              <a:rPr lang="en-US" sz="2000" b="1" dirty="0" err="1"/>
              <a:t>c|a</a:t>
            </a:r>
            <a:r>
              <a:rPr lang="en-US" sz="2000" b="1" dirty="0"/>
              <a:t> and </a:t>
            </a:r>
            <a:r>
              <a:rPr lang="en-US" sz="2000" b="1" dirty="0" err="1"/>
              <a:t>c|b</a:t>
            </a: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gcd</a:t>
            </a:r>
            <a:r>
              <a:rPr lang="en-US" sz="2000" b="1" dirty="0"/>
              <a:t>(</a:t>
            </a:r>
            <a:r>
              <a:rPr lang="en-US" sz="2000" b="1" dirty="0" err="1"/>
              <a:t>a,b</a:t>
            </a:r>
            <a:r>
              <a:rPr lang="en-US" sz="2000" b="1" dirty="0"/>
              <a:t>) is the largest common divisor of ‘a and ‘b’ </a:t>
            </a:r>
          </a:p>
        </p:txBody>
      </p:sp>
    </p:spTree>
    <p:extLst>
      <p:ext uri="{BB962C8B-B14F-4D97-AF65-F5344CB8AC3E}">
        <p14:creationId xmlns:p14="http://schemas.microsoft.com/office/powerpoint/2010/main" val="161406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Greatest common divisor, </a:t>
            </a:r>
            <a:r>
              <a:rPr lang="en-US" b="1" dirty="0" err="1"/>
              <a:t>gcd</a:t>
            </a:r>
            <a:r>
              <a:rPr lang="en-US" b="1" dirty="0"/>
              <a:t>(</a:t>
            </a:r>
            <a:r>
              <a:rPr lang="en-US" b="1" dirty="0" err="1"/>
              <a:t>a,b</a:t>
            </a:r>
            <a:r>
              <a:rPr lang="en-US" b="1" dirty="0"/>
              <a:t>), is largest integer that divides both ‘a’ and ‘b’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integer ‘c’ is a common divisor of ‘a’ and ‘b’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c·m</a:t>
            </a:r>
            <a:r>
              <a:rPr lang="en-US" sz="2000" b="1" dirty="0"/>
              <a:t>  and  b = </a:t>
            </a:r>
            <a:r>
              <a:rPr lang="en-US" sz="2000" b="1" dirty="0" err="1"/>
              <a:t>c·n</a:t>
            </a:r>
            <a:r>
              <a:rPr lang="en-US" sz="2000" b="1" dirty="0"/>
              <a:t>  for some ‘m’ and ‘n’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OR: if </a:t>
            </a:r>
            <a:r>
              <a:rPr lang="en-US" sz="2000" b="1" dirty="0" err="1"/>
              <a:t>c|a</a:t>
            </a:r>
            <a:r>
              <a:rPr lang="en-US" sz="2000" b="1" dirty="0"/>
              <a:t> and </a:t>
            </a:r>
            <a:r>
              <a:rPr lang="en-US" sz="2000" b="1" dirty="0" err="1"/>
              <a:t>c|b</a:t>
            </a: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gcd</a:t>
            </a:r>
            <a:r>
              <a:rPr lang="en-US" sz="2000" b="1" dirty="0"/>
              <a:t>(</a:t>
            </a:r>
            <a:r>
              <a:rPr lang="en-US" sz="2000" b="1" dirty="0" err="1"/>
              <a:t>a,b</a:t>
            </a:r>
            <a:r>
              <a:rPr lang="en-US" sz="2000" b="1" dirty="0"/>
              <a:t>) is the largest common divisor of ‘a and ‘b’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gcd</a:t>
            </a:r>
            <a:r>
              <a:rPr lang="en-US" sz="2000" b="1" dirty="0"/>
              <a:t>(</a:t>
            </a:r>
            <a:r>
              <a:rPr lang="en-US" sz="2000" b="1" dirty="0" err="1"/>
              <a:t>a,b</a:t>
            </a:r>
            <a:r>
              <a:rPr lang="en-US" sz="2000" b="1" dirty="0"/>
              <a:t>) ≥ 1</a:t>
            </a:r>
          </a:p>
        </p:txBody>
      </p:sp>
    </p:spTree>
    <p:extLst>
      <p:ext uri="{BB962C8B-B14F-4D97-AF65-F5344CB8AC3E}">
        <p14:creationId xmlns:p14="http://schemas.microsoft.com/office/powerpoint/2010/main" val="161406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Greatest common divisor, </a:t>
            </a:r>
            <a:r>
              <a:rPr lang="en-US" b="1" dirty="0" err="1"/>
              <a:t>gcd</a:t>
            </a:r>
            <a:r>
              <a:rPr lang="en-US" b="1" dirty="0"/>
              <a:t>(</a:t>
            </a:r>
            <a:r>
              <a:rPr lang="en-US" b="1" dirty="0" err="1"/>
              <a:t>a,b</a:t>
            </a:r>
            <a:r>
              <a:rPr lang="en-US" b="1" dirty="0"/>
              <a:t>), is largest integer that divides both ‘a’ and ‘b’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integer ‘c’ is a common divisor of ‘a’ and ‘b’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c·m</a:t>
            </a:r>
            <a:r>
              <a:rPr lang="en-US" sz="2000" b="1" dirty="0"/>
              <a:t>  and  b = </a:t>
            </a:r>
            <a:r>
              <a:rPr lang="en-US" sz="2000" b="1" dirty="0" err="1"/>
              <a:t>c·n</a:t>
            </a:r>
            <a:r>
              <a:rPr lang="en-US" sz="2000" b="1" dirty="0"/>
              <a:t>  for some ‘m’ and ‘n’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OR: if </a:t>
            </a:r>
            <a:r>
              <a:rPr lang="en-US" sz="2000" b="1" dirty="0" err="1"/>
              <a:t>c|a</a:t>
            </a:r>
            <a:r>
              <a:rPr lang="en-US" sz="2000" b="1" dirty="0"/>
              <a:t> and </a:t>
            </a:r>
            <a:r>
              <a:rPr lang="en-US" sz="2000" b="1" dirty="0" err="1"/>
              <a:t>c|b</a:t>
            </a: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gcd</a:t>
            </a:r>
            <a:r>
              <a:rPr lang="en-US" sz="2000" b="1" dirty="0"/>
              <a:t>(</a:t>
            </a:r>
            <a:r>
              <a:rPr lang="en-US" sz="2000" b="1" dirty="0" err="1"/>
              <a:t>a,b</a:t>
            </a:r>
            <a:r>
              <a:rPr lang="en-US" sz="2000" b="1" dirty="0"/>
              <a:t>) is the largest common divisor of ‘a and ‘b’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gcd</a:t>
            </a:r>
            <a:r>
              <a:rPr lang="en-US" sz="2000" b="1" dirty="0"/>
              <a:t>(</a:t>
            </a:r>
            <a:r>
              <a:rPr lang="en-US" sz="2000" b="1" dirty="0" err="1"/>
              <a:t>a,b</a:t>
            </a:r>
            <a:r>
              <a:rPr lang="en-US" sz="2000" b="1" dirty="0"/>
              <a:t>) ≥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By convention, ‘a’ and ‘b’ can’t both be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1406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Greatest common divisor, </a:t>
            </a:r>
            <a:r>
              <a:rPr lang="en-US" b="1" dirty="0" err="1"/>
              <a:t>gcd</a:t>
            </a:r>
            <a:r>
              <a:rPr lang="en-US" b="1" dirty="0"/>
              <a:t>(</a:t>
            </a:r>
            <a:r>
              <a:rPr lang="en-US" b="1" dirty="0" err="1"/>
              <a:t>a,b</a:t>
            </a:r>
            <a:r>
              <a:rPr lang="en-US" b="1" dirty="0"/>
              <a:t>), is largest integer that divides both ‘a’ and ‘b’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integer ‘c’ is a common divisor of ‘a’ and ‘b’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c·m</a:t>
            </a:r>
            <a:r>
              <a:rPr lang="en-US" sz="2000" b="1" dirty="0"/>
              <a:t>  and  b = </a:t>
            </a:r>
            <a:r>
              <a:rPr lang="en-US" sz="2000" b="1" dirty="0" err="1"/>
              <a:t>c·n</a:t>
            </a:r>
            <a:r>
              <a:rPr lang="en-US" sz="2000" b="1" dirty="0"/>
              <a:t>  for some ‘m’ and ‘n’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OR: if </a:t>
            </a:r>
            <a:r>
              <a:rPr lang="en-US" sz="2000" b="1" dirty="0" err="1"/>
              <a:t>c|a</a:t>
            </a:r>
            <a:r>
              <a:rPr lang="en-US" sz="2000" b="1" dirty="0"/>
              <a:t> and </a:t>
            </a:r>
            <a:r>
              <a:rPr lang="en-US" sz="2000" b="1" dirty="0" err="1"/>
              <a:t>c|b</a:t>
            </a: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gcd</a:t>
            </a:r>
            <a:r>
              <a:rPr lang="en-US" sz="2000" b="1" dirty="0"/>
              <a:t>(</a:t>
            </a:r>
            <a:r>
              <a:rPr lang="en-US" sz="2000" b="1" dirty="0" err="1"/>
              <a:t>a,b</a:t>
            </a:r>
            <a:r>
              <a:rPr lang="en-US" sz="2000" b="1" dirty="0"/>
              <a:t>) is the largest common divisor of ‘a and ‘b’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gcd</a:t>
            </a:r>
            <a:r>
              <a:rPr lang="en-US" sz="2000" b="1" dirty="0"/>
              <a:t>(</a:t>
            </a:r>
            <a:r>
              <a:rPr lang="en-US" sz="2000" b="1" dirty="0" err="1"/>
              <a:t>a,b</a:t>
            </a:r>
            <a:r>
              <a:rPr lang="en-US" sz="2000" b="1" dirty="0"/>
              <a:t>) ≥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By convention, ‘a’ and ‘b’ can’t both be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gcd</a:t>
            </a:r>
            <a:r>
              <a:rPr lang="en-US" sz="2000" b="1" dirty="0"/>
              <a:t>(</a:t>
            </a:r>
            <a:r>
              <a:rPr lang="en-US" sz="2000" b="1" dirty="0" err="1"/>
              <a:t>a,b</a:t>
            </a:r>
            <a:r>
              <a:rPr lang="en-US" sz="2000" b="1" dirty="0"/>
              <a:t>) = 1  →  ‘a’ and ‘b’ are “relatively prime”</a:t>
            </a:r>
          </a:p>
        </p:txBody>
      </p:sp>
    </p:spTree>
    <p:extLst>
      <p:ext uri="{BB962C8B-B14F-4D97-AF65-F5344CB8AC3E}">
        <p14:creationId xmlns:p14="http://schemas.microsoft.com/office/powerpoint/2010/main" val="161406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70862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and their subsets</a:t>
            </a:r>
          </a:p>
        </p:txBody>
      </p:sp>
    </p:spTree>
    <p:extLst>
      <p:ext uri="{BB962C8B-B14F-4D97-AF65-F5344CB8AC3E}">
        <p14:creationId xmlns:p14="http://schemas.microsoft.com/office/powerpoint/2010/main" val="23696135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and their subsets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</a:t>
            </a:r>
          </a:p>
        </p:txBody>
      </p:sp>
    </p:spTree>
    <p:extLst>
      <p:ext uri="{BB962C8B-B14F-4D97-AF65-F5344CB8AC3E}">
        <p14:creationId xmlns:p14="http://schemas.microsoft.com/office/powerpoint/2010/main" val="23696135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and their subsets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numbers</a:t>
            </a:r>
          </a:p>
        </p:txBody>
      </p:sp>
    </p:spTree>
    <p:extLst>
      <p:ext uri="{BB962C8B-B14F-4D97-AF65-F5344CB8AC3E}">
        <p14:creationId xmlns:p14="http://schemas.microsoft.com/office/powerpoint/2010/main" val="23696135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and their subsets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Fundamental theorem of arithmetic</a:t>
            </a:r>
          </a:p>
        </p:txBody>
      </p:sp>
    </p:spTree>
    <p:extLst>
      <p:ext uri="{BB962C8B-B14F-4D97-AF65-F5344CB8AC3E}">
        <p14:creationId xmlns:p14="http://schemas.microsoft.com/office/powerpoint/2010/main" val="23696135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and their subsets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Fundamental theorem of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Greatest common divisor</a:t>
            </a:r>
          </a:p>
        </p:txBody>
      </p:sp>
    </p:spTree>
    <p:extLst>
      <p:ext uri="{BB962C8B-B14F-4D97-AF65-F5344CB8AC3E}">
        <p14:creationId xmlns:p14="http://schemas.microsoft.com/office/powerpoint/2010/main" val="23696135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and their subsets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Fundamental theorem of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Greatest common divisor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Relatively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696135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and their subsets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Fundamental theorem of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Greatest common divisor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Relatively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Definitions in different source may not agree</a:t>
            </a:r>
          </a:p>
        </p:txBody>
      </p:sp>
    </p:spTree>
    <p:extLst>
      <p:ext uri="{BB962C8B-B14F-4D97-AF65-F5344CB8AC3E}">
        <p14:creationId xmlns:p14="http://schemas.microsoft.com/office/powerpoint/2010/main" val="23696135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and their subsets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Fundamental theorem of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Greatest common divisor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Relatively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Definitions in different source may not agree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Zero and one should be considered carefully</a:t>
            </a:r>
          </a:p>
        </p:txBody>
      </p:sp>
    </p:spTree>
    <p:extLst>
      <p:ext uri="{BB962C8B-B14F-4D97-AF65-F5344CB8AC3E}">
        <p14:creationId xmlns:p14="http://schemas.microsoft.com/office/powerpoint/2010/main" val="2369613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46104</TotalTime>
  <Words>2260</Words>
  <Application>Microsoft Office PowerPoint</Application>
  <PresentationFormat>On-screen Show (16:9)</PresentationFormat>
  <Paragraphs>513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Modern cryptography is all about understanding integer mathematics</vt:lpstr>
      <vt:lpstr>Modern cryptography is all about understanding integer mathematics</vt:lpstr>
      <vt:lpstr>Modern cryptography is all about understanding integer mathematics</vt:lpstr>
      <vt:lpstr>Modern cryptography is all about understanding integer mathematics</vt:lpstr>
      <vt:lpstr>Modern cryptography is all about understanding integer mathematics</vt:lpstr>
      <vt:lpstr>Modern cryptography is all about understanding integer mathematics</vt:lpstr>
      <vt:lpstr>Modern cryptography is all about understanding integer mathematics</vt:lpstr>
      <vt:lpstr>Modern cryptography is all about understanding integer mathematics</vt:lpstr>
      <vt:lpstr>Modern cryptography is all about understanding integer mathematics</vt:lpstr>
      <vt:lpstr>Integer subsets need precise definitions, unfortunately this often isn’t the case</vt:lpstr>
      <vt:lpstr>Integer subsets need precise definitions, unfortunately this often isn’t the case</vt:lpstr>
      <vt:lpstr>Integer subsets need precise definitions, unfortunately this often isn’t the case</vt:lpstr>
      <vt:lpstr>Integer subsets need precise definitions, unfortunately this often isn’t the case</vt:lpstr>
      <vt:lpstr>Integer subsets need precise definitions, unfortunately this often isn’t the case</vt:lpstr>
      <vt:lpstr>Integer subsets need precise definitions, unfortunately this often isn’t the case</vt:lpstr>
      <vt:lpstr>Divisibility involves some fine print</vt:lpstr>
      <vt:lpstr>Divisibility involves some fine print</vt:lpstr>
      <vt:lpstr>Divisibility involves some fine print</vt:lpstr>
      <vt:lpstr>Divisibility involves some fine print</vt:lpstr>
      <vt:lpstr>Divisibility involves some fine print</vt:lpstr>
      <vt:lpstr>Divisibility involves some fine print</vt:lpstr>
      <vt:lpstr>Divisibility involves some fine print</vt:lpstr>
      <vt:lpstr>Divisibility involves some fine print</vt:lpstr>
      <vt:lpstr>Divisibility involves some fine print</vt:lpstr>
      <vt:lpstr>Divisibility involves some fine print</vt:lpstr>
      <vt:lpstr>A prime number is any number greater than one divisibly only by one and itself</vt:lpstr>
      <vt:lpstr>A prime number is any number greater than one divisibly only by one and itself</vt:lpstr>
      <vt:lpstr>A prime number is any number greater than one divisibly only by one and itself</vt:lpstr>
      <vt:lpstr>A prime number is any number greater than one divisibly only by one and itself</vt:lpstr>
      <vt:lpstr>A prime number is any number greater than one divisibly only by one and itself</vt:lpstr>
      <vt:lpstr>A prime number is any number greater than one divisibly only by one and itself</vt:lpstr>
      <vt:lpstr>A prime number is any number greater than one divisibly only by one and itself</vt:lpstr>
      <vt:lpstr>Fundamental Theorem of Arithmetic: Prime-number factorization is unique</vt:lpstr>
      <vt:lpstr>Fundamental Theorem of Arithmetic: Prime-number factorization is unique</vt:lpstr>
      <vt:lpstr>Fundamental Theorem of Arithmetic: Prime-number factorization is unique</vt:lpstr>
      <vt:lpstr>Fundamental Theorem of Arithmetic: Prime-number factorization is unique</vt:lpstr>
      <vt:lpstr>Fundamental Theorem of Arithmetic: Prime-number factorization is unique</vt:lpstr>
      <vt:lpstr>Fundamental Theorem of Arithmetic: Prime-number factorization is unique</vt:lpstr>
      <vt:lpstr>Fundamental Theorem of Arithmetic: Prime-number factorization is unique</vt:lpstr>
      <vt:lpstr>Greatest common divisor, gcd(a,b), is largest integer that divides both ‘a’ and ‘b’</vt:lpstr>
      <vt:lpstr>Greatest common divisor, gcd(a,b), is largest integer that divides both ‘a’ and ‘b’</vt:lpstr>
      <vt:lpstr>Greatest common divisor, gcd(a,b), is largest integer that divides both ‘a’ and ‘b’</vt:lpstr>
      <vt:lpstr>Greatest common divisor, gcd(a,b), is largest integer that divides both ‘a’ and ‘b’</vt:lpstr>
      <vt:lpstr>Greatest common divisor, gcd(a,b), is largest integer that divides both ‘a’ and ‘b’</vt:lpstr>
      <vt:lpstr>Greatest common divisor, gcd(a,b), is largest integer that divides both ‘a’ and ‘b’</vt:lpstr>
      <vt:lpstr>Greatest common divisor, gcd(a,b), is largest integer that divides both ‘a’ and ‘b’</vt:lpstr>
      <vt:lpstr>Greatest common divisor, gcd(a,b), is largest integer that divides both ‘a’ and ‘b’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196</cp:revision>
  <dcterms:created xsi:type="dcterms:W3CDTF">2017-04-06T17:43:22Z</dcterms:created>
  <dcterms:modified xsi:type="dcterms:W3CDTF">2017-09-15T23:49:22Z</dcterms:modified>
</cp:coreProperties>
</file>