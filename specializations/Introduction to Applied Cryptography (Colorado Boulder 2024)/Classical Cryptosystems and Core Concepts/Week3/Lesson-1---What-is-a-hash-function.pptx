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7"/>
  </p:notesMasterIdLst>
  <p:sldIdLst>
    <p:sldId id="507" r:id="rId2"/>
    <p:sldId id="512" r:id="rId3"/>
    <p:sldId id="550" r:id="rId4"/>
    <p:sldId id="514" r:id="rId5"/>
    <p:sldId id="549" r:id="rId6"/>
    <p:sldId id="551" r:id="rId7"/>
    <p:sldId id="552" r:id="rId8"/>
    <p:sldId id="553" r:id="rId9"/>
    <p:sldId id="554" r:id="rId10"/>
    <p:sldId id="555" r:id="rId11"/>
    <p:sldId id="556" r:id="rId12"/>
    <p:sldId id="557" r:id="rId13"/>
    <p:sldId id="558" r:id="rId14"/>
    <p:sldId id="522" r:id="rId15"/>
    <p:sldId id="559" r:id="rId16"/>
    <p:sldId id="560" r:id="rId17"/>
    <p:sldId id="561" r:id="rId18"/>
    <p:sldId id="562" r:id="rId19"/>
    <p:sldId id="563" r:id="rId20"/>
    <p:sldId id="564" r:id="rId21"/>
    <p:sldId id="523" r:id="rId22"/>
    <p:sldId id="528" r:id="rId23"/>
    <p:sldId id="529" r:id="rId24"/>
    <p:sldId id="530" r:id="rId25"/>
    <p:sldId id="531" r:id="rId26"/>
    <p:sldId id="532" r:id="rId27"/>
    <p:sldId id="525" r:id="rId28"/>
    <p:sldId id="565" r:id="rId29"/>
    <p:sldId id="566" r:id="rId30"/>
    <p:sldId id="567" r:id="rId31"/>
    <p:sldId id="568" r:id="rId32"/>
    <p:sldId id="569" r:id="rId33"/>
    <p:sldId id="570" r:id="rId34"/>
    <p:sldId id="571" r:id="rId35"/>
    <p:sldId id="572" r:id="rId3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are a critical element of many cryptographic processes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6678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are a critical element of many cryptographic processes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Basic concepts and terminology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3603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are a critical element of many cryptographic processes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Basic concepts and terminology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Not all hash functions are created equal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48558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Hash functions are a critical element of many cryptographic processes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Basic concepts and terminology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Not all hash functions are created equal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Random Oracle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36037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associated with hash functions provide basis for discussion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= h(x)</a:t>
            </a:r>
          </a:p>
        </p:txBody>
      </p:sp>
    </p:spTree>
    <p:extLst>
      <p:ext uri="{BB962C8B-B14F-4D97-AF65-F5344CB8AC3E}">
        <p14:creationId xmlns:p14="http://schemas.microsoft.com/office/powerpoint/2010/main" val="38238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associated with hash functions provide basis for discussion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= h(x)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 is the hash function</a:t>
            </a:r>
          </a:p>
        </p:txBody>
      </p:sp>
    </p:spTree>
    <p:extLst>
      <p:ext uri="{BB962C8B-B14F-4D97-AF65-F5344CB8AC3E}">
        <p14:creationId xmlns:p14="http://schemas.microsoft.com/office/powerpoint/2010/main" val="1231939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associated with hash functions provide basis for discussion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= h(x)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 is the hash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is the message, </a:t>
            </a:r>
          </a:p>
        </p:txBody>
      </p:sp>
    </p:spTree>
    <p:extLst>
      <p:ext uri="{BB962C8B-B14F-4D97-AF65-F5344CB8AC3E}">
        <p14:creationId xmlns:p14="http://schemas.microsoft.com/office/powerpoint/2010/main" val="123193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associated with hash functions provide basis for discussion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= h(x)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 is the hash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is the message,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is the hash, digest, or fingerprint</a:t>
            </a:r>
          </a:p>
        </p:txBody>
      </p:sp>
    </p:spTree>
    <p:extLst>
      <p:ext uri="{BB962C8B-B14F-4D97-AF65-F5344CB8AC3E}">
        <p14:creationId xmlns:p14="http://schemas.microsoft.com/office/powerpoint/2010/main" val="1231939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associated with hash functions provide basis for discussion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= h(x)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 is the hash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is the message,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is the hash, digest, or fingerprint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size arbitrary (1 bit to … ‘lots’ of bytes)</a:t>
            </a:r>
          </a:p>
        </p:txBody>
      </p:sp>
    </p:spTree>
    <p:extLst>
      <p:ext uri="{BB962C8B-B14F-4D97-AF65-F5344CB8AC3E}">
        <p14:creationId xmlns:p14="http://schemas.microsoft.com/office/powerpoint/2010/main" val="1231939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associated with hash functions provide basis for discussion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= h(x)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 is the hash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is the message,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is the hash, digest, or fingerprint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size arbitrary (1 bit to … ‘lots’ of bytes)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Digest size fixed (typically 128 to 512 bits)</a:t>
            </a:r>
          </a:p>
        </p:txBody>
      </p:sp>
    </p:spTree>
    <p:extLst>
      <p:ext uri="{BB962C8B-B14F-4D97-AF65-F5344CB8AC3E}">
        <p14:creationId xmlns:p14="http://schemas.microsoft.com/office/powerpoint/2010/main" val="1231939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associated with hash functions provide basis for discussion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= h(x)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 is the hash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is the message,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is the hash, digest, or fingerprint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size arbitrary (1 bit to … ‘lots’ of bytes)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Digest size fixed (typically 128 to 512 bits)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Set theory terms</a:t>
            </a:r>
          </a:p>
        </p:txBody>
      </p:sp>
    </p:spTree>
    <p:extLst>
      <p:ext uri="{BB962C8B-B14F-4D97-AF65-F5344CB8AC3E}">
        <p14:creationId xmlns:p14="http://schemas.microsoft.com/office/powerpoint/2010/main" val="1231939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associated with hash functions provide basis for discussion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= h(x)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 is the hash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is the message,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is the hash, digest, or fingerprint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size arbitrary (1 bit to … ‘lots’ of bytes)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Digest size fixed (typically 128 to 512 bits)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Set theory terms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is the ‘image’ of x</a:t>
            </a:r>
          </a:p>
        </p:txBody>
      </p:sp>
    </p:spTree>
    <p:extLst>
      <p:ext uri="{BB962C8B-B14F-4D97-AF65-F5344CB8AC3E}">
        <p14:creationId xmlns:p14="http://schemas.microsoft.com/office/powerpoint/2010/main" val="1231939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associated with hash functions provide basis for discussion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= h(x)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 is the hash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is the message,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is the hash, digest, or fingerprint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size arbitrary (1 bit to … ‘lots’ of bytes)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Digest size fixed (typically 128 to 512 bits)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Set theory terms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y is the ‘image’ of 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is the set of all x with same image</a:t>
            </a:r>
          </a:p>
        </p:txBody>
      </p:sp>
    </p:spTree>
    <p:extLst>
      <p:ext uri="{BB962C8B-B14F-4D97-AF65-F5344CB8AC3E}">
        <p14:creationId xmlns:p14="http://schemas.microsoft.com/office/powerpoint/2010/main" val="1231939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Not all hash functions are created equal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728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Not all hash functions are created equal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Digital communications integrity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96833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Not all hash functions are created equal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Digital communications integrity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tables for data storage/retrieval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96833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Not all hash functions are created equal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Digital communications integrity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tables for data storage/retrieval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Similarity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96833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Not all hash functions are created equal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Digital communications integrity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tables for data storage/retrieval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Similarity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Cryptography</a:t>
            </a:r>
          </a:p>
        </p:txBody>
      </p:sp>
    </p:spTree>
    <p:extLst>
      <p:ext uri="{BB962C8B-B14F-4D97-AF65-F5344CB8AC3E}">
        <p14:creationId xmlns:p14="http://schemas.microsoft.com/office/powerpoint/2010/main" val="1396833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Not all hash functions are created equal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Digital communications integrity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tables for data storage/retrieval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Similarity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Needs to be one-way</a:t>
            </a:r>
          </a:p>
        </p:txBody>
      </p:sp>
    </p:spTree>
    <p:extLst>
      <p:ext uri="{BB962C8B-B14F-4D97-AF65-F5344CB8AC3E}">
        <p14:creationId xmlns:p14="http://schemas.microsoft.com/office/powerpoint/2010/main" val="1396833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Not all hash functions are created equal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Digital communications integrity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tables for data storage/retrieval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Similarity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Cryptography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Needs to be one-way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Needs to be collision-resistant</a:t>
            </a:r>
          </a:p>
        </p:txBody>
      </p:sp>
    </p:spTree>
    <p:extLst>
      <p:ext uri="{BB962C8B-B14F-4D97-AF65-F5344CB8AC3E}">
        <p14:creationId xmlns:p14="http://schemas.microsoft.com/office/powerpoint/2010/main" val="1396833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Random Oracle </a:t>
            </a:r>
            <a:br>
              <a:rPr lang="en-US" b="1" dirty="0"/>
            </a:br>
            <a:r>
              <a:rPr lang="en-US" b="1" dirty="0"/>
              <a:t>is as secure as a hash function can get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728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Random Oracle </a:t>
            </a:r>
            <a:br>
              <a:rPr lang="en-US" b="1" dirty="0"/>
            </a:br>
            <a:r>
              <a:rPr lang="en-US" b="1" dirty="0"/>
              <a:t>is as secure as a hash function can get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Random hash values created as messages are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41699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Random Oracle </a:t>
            </a:r>
            <a:br>
              <a:rPr lang="en-US" b="1" dirty="0"/>
            </a:br>
            <a:r>
              <a:rPr lang="en-US" b="1" dirty="0"/>
              <a:t>is as secure as a hash function can get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Random hash values created as messages are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message always returns same hash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41699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Random Oracle </a:t>
            </a:r>
            <a:br>
              <a:rPr lang="en-US" b="1" dirty="0"/>
            </a:br>
            <a:r>
              <a:rPr lang="en-US" b="1" dirty="0"/>
              <a:t>is as secure as a hash function can get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Random hash values created as messages are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message always returns same hash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Table of prior messages and hashes maintained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41699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Random Oracle </a:t>
            </a:r>
            <a:br>
              <a:rPr lang="en-US" b="1" dirty="0"/>
            </a:br>
            <a:r>
              <a:rPr lang="en-US" b="1" dirty="0"/>
              <a:t>is as secure as a hash function can get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Random hash values created as messages are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message always returns same hash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Table of prior messages and hashes maintained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 correlation between messages and hashes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41699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Random Oracle </a:t>
            </a:r>
            <a:br>
              <a:rPr lang="en-US" b="1" dirty="0"/>
            </a:br>
            <a:r>
              <a:rPr lang="en-US" b="1" dirty="0"/>
              <a:t>is as secure as a hash function can get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Random hash values created as messages are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Same message always returns same hash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Table of prior messages and hashes maintained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 correlation between messages and hashes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Only option available is a Brute Force Attack</a:t>
            </a:r>
          </a:p>
        </p:txBody>
      </p:sp>
    </p:spTree>
    <p:extLst>
      <p:ext uri="{BB962C8B-B14F-4D97-AF65-F5344CB8AC3E}">
        <p14:creationId xmlns:p14="http://schemas.microsoft.com/office/powerpoint/2010/main" val="3441699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Where we are and where we’re going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5100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Where we are and where we’re going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Just covered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60597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Where we are and where we’re going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Just covered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Still to 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605970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Where we are and where we’re going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Just covered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-&gt; hash function -&gt; digest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Still to 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60597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Where we are and where we’re going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Just covered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-&gt; hash function -&gt; digest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Different hash functions for different needs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Still to 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60597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Where we are and where we’re going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Just covered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-&gt; hash function -&gt; digest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Different hash functions for different needs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Random Oracle is ideal crypto hash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Still to 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60597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Where we are and where we’re going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Just covered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-&gt; hash function -&gt; digest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Different hash functions for different needs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Random Oracle is ideal crypto hash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Still to come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for integrity and authentication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605970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Where we are and where we’re going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Just covered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-&gt; hash function -&gt; digest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Different hash functions for different needs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Random Oracle is ideal crypto hash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Still to come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for integrity and authentication goals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hash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60597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Where we are and where we’re going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Just covered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Message -&gt; hash function -&gt; digest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Different hash functions for different needs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Random Oracle is ideal crypto hash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Still to come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for integrity and authentication goals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hash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Properties of good crypto hash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60597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38947</TotalTime>
  <Words>1111</Words>
  <Application>Microsoft Office PowerPoint</Application>
  <PresentationFormat>On-screen Show (16:9)</PresentationFormat>
  <Paragraphs>341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Hash functions are a critical element of many cryptographic processes</vt:lpstr>
      <vt:lpstr>Hash functions are a critical element of many cryptographic processes</vt:lpstr>
      <vt:lpstr>Hash functions are a critical element of many cryptographic processes</vt:lpstr>
      <vt:lpstr>Hash functions are a critical element of many cryptographic processes</vt:lpstr>
      <vt:lpstr>Basic concepts associated with hash functions provide basis for discussion</vt:lpstr>
      <vt:lpstr>Basic concepts associated with hash functions provide basis for discussion</vt:lpstr>
      <vt:lpstr>Basic concepts associated with hash functions provide basis for discussion</vt:lpstr>
      <vt:lpstr>Basic concepts associated with hash functions provide basis for discussion</vt:lpstr>
      <vt:lpstr>Basic concepts associated with hash functions provide basis for discussion</vt:lpstr>
      <vt:lpstr>Basic concepts associated with hash functions provide basis for discussion</vt:lpstr>
      <vt:lpstr>Basic concepts associated with hash functions provide basis for discussion</vt:lpstr>
      <vt:lpstr>Basic concepts associated with hash functions provide basis for discussion</vt:lpstr>
      <vt:lpstr>Basic concepts associated with hash functions provide basis for discussion</vt:lpstr>
      <vt:lpstr>Not all hash functions are created equal</vt:lpstr>
      <vt:lpstr>Not all hash functions are created equal</vt:lpstr>
      <vt:lpstr>Not all hash functions are created equal</vt:lpstr>
      <vt:lpstr>Not all hash functions are created equal</vt:lpstr>
      <vt:lpstr>Not all hash functions are created equal</vt:lpstr>
      <vt:lpstr>Not all hash functions are created equal</vt:lpstr>
      <vt:lpstr>Not all hash functions are created equal</vt:lpstr>
      <vt:lpstr>The Random Oracle  is as secure as a hash function can get</vt:lpstr>
      <vt:lpstr>The Random Oracle  is as secure as a hash function can get</vt:lpstr>
      <vt:lpstr>The Random Oracle  is as secure as a hash function can get</vt:lpstr>
      <vt:lpstr>The Random Oracle  is as secure as a hash function can get</vt:lpstr>
      <vt:lpstr>The Random Oracle  is as secure as a hash function can get</vt:lpstr>
      <vt:lpstr>The Random Oracle  is as secure as a hash function can get</vt:lpstr>
      <vt:lpstr>Where we are and where we’re going</vt:lpstr>
      <vt:lpstr>Where we are and where we’re going</vt:lpstr>
      <vt:lpstr>Where we are and where we’re going</vt:lpstr>
      <vt:lpstr>Where we are and where we’re going</vt:lpstr>
      <vt:lpstr>Where we are and where we’re going</vt:lpstr>
      <vt:lpstr>Where we are and where we’re going</vt:lpstr>
      <vt:lpstr>Where we are and where we’re going</vt:lpstr>
      <vt:lpstr>Where we are and where we’re going</vt:lpstr>
      <vt:lpstr>Where we are and where we’re going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141</cp:revision>
  <dcterms:created xsi:type="dcterms:W3CDTF">2017-04-06T17:43:22Z</dcterms:created>
  <dcterms:modified xsi:type="dcterms:W3CDTF">2017-09-15T20:09:41Z</dcterms:modified>
</cp:coreProperties>
</file>