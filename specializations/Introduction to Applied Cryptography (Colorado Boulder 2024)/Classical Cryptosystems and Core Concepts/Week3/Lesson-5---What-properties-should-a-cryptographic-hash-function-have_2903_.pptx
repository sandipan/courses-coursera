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3"/>
  </p:notesMasterIdLst>
  <p:sldIdLst>
    <p:sldId id="630" r:id="rId2"/>
    <p:sldId id="633" r:id="rId3"/>
    <p:sldId id="634" r:id="rId4"/>
    <p:sldId id="635" r:id="rId5"/>
    <p:sldId id="636" r:id="rId6"/>
    <p:sldId id="637" r:id="rId7"/>
    <p:sldId id="638" r:id="rId8"/>
    <p:sldId id="639" r:id="rId9"/>
    <p:sldId id="640" r:id="rId10"/>
    <p:sldId id="656" r:id="rId11"/>
    <p:sldId id="631" r:id="rId12"/>
    <p:sldId id="641" r:id="rId13"/>
    <p:sldId id="642" r:id="rId14"/>
    <p:sldId id="643" r:id="rId15"/>
    <p:sldId id="644" r:id="rId16"/>
    <p:sldId id="645" r:id="rId17"/>
    <p:sldId id="646" r:id="rId18"/>
    <p:sldId id="632" r:id="rId19"/>
    <p:sldId id="647" r:id="rId20"/>
    <p:sldId id="648" r:id="rId21"/>
    <p:sldId id="649" r:id="rId22"/>
    <p:sldId id="650" r:id="rId23"/>
    <p:sldId id="651" r:id="rId24"/>
    <p:sldId id="652" r:id="rId25"/>
    <p:sldId id="653" r:id="rId26"/>
    <p:sldId id="654" r:id="rId27"/>
    <p:sldId id="655" r:id="rId28"/>
    <p:sldId id="447" r:id="rId29"/>
    <p:sldId id="621" r:id="rId30"/>
    <p:sldId id="629" r:id="rId31"/>
    <p:sldId id="584" r:id="rId3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638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0B71-AAAA-4792-BE6C-AA7513867772}" type="datetimeFigureOut">
              <a:rPr lang="en-US" smtClean="0"/>
              <a:t>4/29/2018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4375-5D5B-4983-9E94-ADB1EF41B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4/29/2018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4/29/2018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4/29/2018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4/29/2018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4/29/2018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4/29/2018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4/29/2018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4/29/2018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4/29/2018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4/29/2018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4/29/2018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8998-65E4-4D42-A636-16DD79DA22FC}" type="datetimeFigureOut">
              <a:rPr lang="en-US" smtClean="0"/>
              <a:t>4/29/2018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Cryptographic hash functions have stringent demands placed on them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9153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Cryptographic hash functions have stringent demands placed on them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Deterministic</a:t>
            </a:r>
          </a:p>
        </p:txBody>
      </p:sp>
    </p:spTree>
    <p:extLst>
      <p:ext uri="{BB962C8B-B14F-4D97-AF65-F5344CB8AC3E}">
        <p14:creationId xmlns:p14="http://schemas.microsoft.com/office/powerpoint/2010/main" val="187460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Cryptographic hash functions have stringent demands placed on them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Deterministic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Same input produces same output</a:t>
            </a:r>
          </a:p>
        </p:txBody>
      </p:sp>
    </p:spTree>
    <p:extLst>
      <p:ext uri="{BB962C8B-B14F-4D97-AF65-F5344CB8AC3E}">
        <p14:creationId xmlns:p14="http://schemas.microsoft.com/office/powerpoint/2010/main" val="18746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Cryptographic hash functions have stringent demands placed on them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Deterministic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Same input produces same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Computationally simple and fast</a:t>
            </a:r>
          </a:p>
        </p:txBody>
      </p:sp>
    </p:spTree>
    <p:extLst>
      <p:ext uri="{BB962C8B-B14F-4D97-AF65-F5344CB8AC3E}">
        <p14:creationId xmlns:p14="http://schemas.microsoft.com/office/powerpoint/2010/main" val="187460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Cryptographic hash functions have stringent demands placed on them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Deterministic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Same input produces same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Computationally simple and fast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Only has to be “fast and simple enough”</a:t>
            </a:r>
          </a:p>
        </p:txBody>
      </p:sp>
    </p:spTree>
    <p:extLst>
      <p:ext uri="{BB962C8B-B14F-4D97-AF65-F5344CB8AC3E}">
        <p14:creationId xmlns:p14="http://schemas.microsoft.com/office/powerpoint/2010/main" val="187460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Cryptographic hash functions have stringent demands placed on them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Deterministic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Same input produces same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Computationally simple and fast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Only has to be “fast and simple enough”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Messages and digests should be uncorrelated</a:t>
            </a:r>
          </a:p>
        </p:txBody>
      </p:sp>
    </p:spTree>
    <p:extLst>
      <p:ext uri="{BB962C8B-B14F-4D97-AF65-F5344CB8AC3E}">
        <p14:creationId xmlns:p14="http://schemas.microsoft.com/office/powerpoint/2010/main" val="187460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Cryptographic hash functions have stringent demands placed on them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Deterministic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Same input produces same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Computationally simple and fast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Only has to be “fast and simple enough”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Messages and digests should be uncorrelated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One bit in message -&gt; ~half the bits in digest</a:t>
            </a:r>
          </a:p>
        </p:txBody>
      </p:sp>
    </p:spTree>
    <p:extLst>
      <p:ext uri="{BB962C8B-B14F-4D97-AF65-F5344CB8AC3E}">
        <p14:creationId xmlns:p14="http://schemas.microsoft.com/office/powerpoint/2010/main" val="187460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Cryptographic hash functions have stringent demands placed on them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Deterministic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Same input produces same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Computationally simple and fast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Only has to be “fast and simple enough”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Messages and digests should be uncorrelated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One bit in message -&gt; ~half the bits in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Preimage and second preimage resistant</a:t>
            </a:r>
          </a:p>
        </p:txBody>
      </p:sp>
    </p:spTree>
    <p:extLst>
      <p:ext uri="{BB962C8B-B14F-4D97-AF65-F5344CB8AC3E}">
        <p14:creationId xmlns:p14="http://schemas.microsoft.com/office/powerpoint/2010/main" val="187460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Cryptographic hash functions have stringent demands placed on them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Deterministic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Same input produces same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Computationally simple and fast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Only has to be “fast and simple enough”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Messages and digests should be uncorrelated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One bit in message -&gt; ~half the bits in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Preimage and second preimage resistant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Needs to be non-invertible</a:t>
            </a:r>
          </a:p>
        </p:txBody>
      </p:sp>
    </p:spTree>
    <p:extLst>
      <p:ext uri="{BB962C8B-B14F-4D97-AF65-F5344CB8AC3E}">
        <p14:creationId xmlns:p14="http://schemas.microsoft.com/office/powerpoint/2010/main" val="187460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Cryptographic hash functions have stringent demands placed on them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Deterministic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Same input produces same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Computationally simple and fast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Only has to be “fast and simple enough”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Messages and digests should be uncorrelated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One bit in message -&gt; ~half the bits in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Preimage and second preimage resistant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Needs to be non-invertible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Collision resistant</a:t>
            </a:r>
          </a:p>
        </p:txBody>
      </p:sp>
    </p:spTree>
    <p:extLst>
      <p:ext uri="{BB962C8B-B14F-4D97-AF65-F5344CB8AC3E}">
        <p14:creationId xmlns:p14="http://schemas.microsoft.com/office/powerpoint/2010/main" val="2643234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Some properties imply others…</a:t>
            </a:r>
            <a:br>
              <a:rPr lang="en-US" b="1" dirty="0"/>
            </a:br>
            <a:r>
              <a:rPr lang="en-US" b="1" dirty="0"/>
              <a:t>and some do not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5161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Some properties imply others…</a:t>
            </a:r>
            <a:br>
              <a:rPr lang="en-US" b="1" dirty="0"/>
            </a:br>
            <a:r>
              <a:rPr lang="en-US" b="1" dirty="0"/>
              <a:t>and some do not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Collision resistance implies second-preimage </a:t>
            </a:r>
          </a:p>
        </p:txBody>
      </p:sp>
    </p:spTree>
    <p:extLst>
      <p:ext uri="{BB962C8B-B14F-4D97-AF65-F5344CB8AC3E}">
        <p14:creationId xmlns:p14="http://schemas.microsoft.com/office/powerpoint/2010/main" val="3266179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Some properties imply others…</a:t>
            </a:r>
            <a:br>
              <a:rPr lang="en-US" b="1" dirty="0"/>
            </a:br>
            <a:r>
              <a:rPr lang="en-US" b="1" dirty="0"/>
              <a:t>and some do not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Collision resistance implies second-preimage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second preimage attack yields a collision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66179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Some properties imply others…</a:t>
            </a:r>
            <a:br>
              <a:rPr lang="en-US" b="1" dirty="0"/>
            </a:br>
            <a:r>
              <a:rPr lang="en-US" b="1" dirty="0"/>
              <a:t>and some do not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Collision resistance implies second-preimage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second preimage attack yields a collision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Collision resistance does NOT imply preimage</a:t>
            </a:r>
          </a:p>
        </p:txBody>
      </p:sp>
    </p:spTree>
    <p:extLst>
      <p:ext uri="{BB962C8B-B14F-4D97-AF65-F5344CB8AC3E}">
        <p14:creationId xmlns:p14="http://schemas.microsoft.com/office/powerpoint/2010/main" val="3266179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Some properties imply others…</a:t>
            </a:r>
            <a:br>
              <a:rPr lang="en-US" b="1" dirty="0"/>
            </a:br>
            <a:r>
              <a:rPr lang="en-US" b="1" dirty="0"/>
              <a:t>and some do not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Collision resistance implies second-preimage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second preimage attack yields a collision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Collision resistance does NOT imply preimage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Pathological examples easy to construct</a:t>
            </a:r>
          </a:p>
        </p:txBody>
      </p:sp>
    </p:spTree>
    <p:extLst>
      <p:ext uri="{BB962C8B-B14F-4D97-AF65-F5344CB8AC3E}">
        <p14:creationId xmlns:p14="http://schemas.microsoft.com/office/powerpoint/2010/main" val="3266179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Some properties imply others…</a:t>
            </a:r>
            <a:br>
              <a:rPr lang="en-US" b="1" dirty="0"/>
            </a:br>
            <a:r>
              <a:rPr lang="en-US" b="1" dirty="0"/>
              <a:t>and some do not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Collision resistance implies second-preimage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second preimage attack yields a collision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Collision resistance does NOT imply preimage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Pathological examples easy to construct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h(m) = 0 | m  (if |m| = N-1)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h(m) = 1 | oracle(m) otherwise</a:t>
            </a:r>
          </a:p>
        </p:txBody>
      </p:sp>
    </p:spTree>
    <p:extLst>
      <p:ext uri="{BB962C8B-B14F-4D97-AF65-F5344CB8AC3E}">
        <p14:creationId xmlns:p14="http://schemas.microsoft.com/office/powerpoint/2010/main" val="3266179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Some properties imply others…</a:t>
            </a:r>
            <a:br>
              <a:rPr lang="en-US" b="1" dirty="0"/>
            </a:br>
            <a:r>
              <a:rPr lang="en-US" b="1" dirty="0"/>
              <a:t>and some do not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Collision resistance implies second-preimage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second preimage attack yields a collision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Collision resistance does NOT imply preimage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Pathological examples easy to construct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h(m) = 0 | m  (if |m| = N-1)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h(m) = 1 | oracle(m) otherwise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Real hash functions PROBABLY resistant</a:t>
            </a:r>
          </a:p>
        </p:txBody>
      </p:sp>
    </p:spTree>
    <p:extLst>
      <p:ext uri="{BB962C8B-B14F-4D97-AF65-F5344CB8AC3E}">
        <p14:creationId xmlns:p14="http://schemas.microsoft.com/office/powerpoint/2010/main" val="3266179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6947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Cryptographic hash functions need to be</a:t>
            </a:r>
          </a:p>
        </p:txBody>
      </p:sp>
    </p:spTree>
    <p:extLst>
      <p:ext uri="{BB962C8B-B14F-4D97-AF65-F5344CB8AC3E}">
        <p14:creationId xmlns:p14="http://schemas.microsoft.com/office/powerpoint/2010/main" val="1874189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Cryptographic hash functions need to be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Deterministic</a:t>
            </a:r>
          </a:p>
        </p:txBody>
      </p:sp>
    </p:spTree>
    <p:extLst>
      <p:ext uri="{BB962C8B-B14F-4D97-AF65-F5344CB8AC3E}">
        <p14:creationId xmlns:p14="http://schemas.microsoft.com/office/powerpoint/2010/main" val="1874189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Cryptographic hash functions need to be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Deterministic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Uncorrelated</a:t>
            </a:r>
          </a:p>
        </p:txBody>
      </p:sp>
    </p:spTree>
    <p:extLst>
      <p:ext uri="{BB962C8B-B14F-4D97-AF65-F5344CB8AC3E}">
        <p14:creationId xmlns:p14="http://schemas.microsoft.com/office/powerpoint/2010/main" val="1874189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Cryptographic hash functions need to be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Deterministic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Uncorrelated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Efficient</a:t>
            </a:r>
          </a:p>
        </p:txBody>
      </p:sp>
    </p:spTree>
    <p:extLst>
      <p:ext uri="{BB962C8B-B14F-4D97-AF65-F5344CB8AC3E}">
        <p14:creationId xmlns:p14="http://schemas.microsoft.com/office/powerpoint/2010/main" val="1874189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Cryptographic hash functions need to be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Deterministic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Uncorrelated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Efficient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Preimage resistant</a:t>
            </a:r>
          </a:p>
        </p:txBody>
      </p:sp>
    </p:spTree>
    <p:extLst>
      <p:ext uri="{BB962C8B-B14F-4D97-AF65-F5344CB8AC3E}">
        <p14:creationId xmlns:p14="http://schemas.microsoft.com/office/powerpoint/2010/main" val="1874189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Cryptographic hash functions need to be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Deterministic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Uncorrelated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Efficient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Preimage resistant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Second preimage resistant</a:t>
            </a:r>
          </a:p>
        </p:txBody>
      </p:sp>
    </p:spTree>
    <p:extLst>
      <p:ext uri="{BB962C8B-B14F-4D97-AF65-F5344CB8AC3E}">
        <p14:creationId xmlns:p14="http://schemas.microsoft.com/office/powerpoint/2010/main" val="18741891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Cryptographic hash functions need to be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Deterministic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Uncorrelated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Efficient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Preimage resistant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Second preimage resistant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Collision resistant</a:t>
            </a:r>
          </a:p>
        </p:txBody>
      </p:sp>
    </p:spTree>
    <p:extLst>
      <p:ext uri="{BB962C8B-B14F-4D97-AF65-F5344CB8AC3E}">
        <p14:creationId xmlns:p14="http://schemas.microsoft.com/office/powerpoint/2010/main" val="1874189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Cryptographic hash functions need to be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Deterministic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Uncorrelated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Efficient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Preimage resistant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Second preimage resistant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Collision resistant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Real hash functions are compromises</a:t>
            </a:r>
          </a:p>
        </p:txBody>
      </p:sp>
    </p:spTree>
    <p:extLst>
      <p:ext uri="{BB962C8B-B14F-4D97-AF65-F5344CB8AC3E}">
        <p14:creationId xmlns:p14="http://schemas.microsoft.com/office/powerpoint/2010/main" val="1874189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Cryptographic hash functions need to be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Deterministic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Uncorrelated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Efficient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Preimage resistant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Second preimage resistant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Collision resistant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Real hash functions are compromises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Nature of compromises seldom fully known</a:t>
            </a:r>
          </a:p>
        </p:txBody>
      </p:sp>
    </p:spTree>
    <p:extLst>
      <p:ext uri="{BB962C8B-B14F-4D97-AF65-F5344CB8AC3E}">
        <p14:creationId xmlns:p14="http://schemas.microsoft.com/office/powerpoint/2010/main" val="18741891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SOURCE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3443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Cryptographic hash functions have stringent demands placed on them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Deterministic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Same input produces same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Computationally simple and fast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Only has to be “fast and simple enough”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Messages and digests should be uncorrelated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One bit in message -&gt; ~half the bits in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Preimage and second preimage resistant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Needs to be non-invertible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Collision resistant</a:t>
            </a:r>
          </a:p>
        </p:txBody>
      </p:sp>
    </p:spTree>
    <p:extLst>
      <p:ext uri="{BB962C8B-B14F-4D97-AF65-F5344CB8AC3E}">
        <p14:creationId xmlns:p14="http://schemas.microsoft.com/office/powerpoint/2010/main" val="16847930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Some properties imply others…</a:t>
            </a:r>
            <a:br>
              <a:rPr lang="en-US" b="1" dirty="0"/>
            </a:br>
            <a:r>
              <a:rPr lang="en-US" b="1" dirty="0"/>
              <a:t>and some do not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Collision resistance implies second-preimage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second preimage attack yields a collision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Collision resistance does NOT imply preimage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Pathological examples easy to construct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h(m) = 0 | m  (if |m| = N-1)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h(m) = 1 | oracle(m) otherwise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Real hash functions PROBABLY resistant</a:t>
            </a:r>
          </a:p>
        </p:txBody>
      </p:sp>
    </p:spTree>
    <p:extLst>
      <p:ext uri="{BB962C8B-B14F-4D97-AF65-F5344CB8AC3E}">
        <p14:creationId xmlns:p14="http://schemas.microsoft.com/office/powerpoint/2010/main" val="32017332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Cryptographic hash functions need to be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Deterministic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Uncorrelated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Efficient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Preimage resistant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Second preimage resistant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Collision resistant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Real hash functions are compromises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Nature of compromises seldom fully known</a:t>
            </a:r>
          </a:p>
        </p:txBody>
      </p:sp>
    </p:spTree>
    <p:extLst>
      <p:ext uri="{BB962C8B-B14F-4D97-AF65-F5344CB8AC3E}">
        <p14:creationId xmlns:p14="http://schemas.microsoft.com/office/powerpoint/2010/main" val="1103772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39800</TotalTime>
  <Words>938</Words>
  <Application>Microsoft Office PowerPoint</Application>
  <PresentationFormat>On-screen Show (16:9)</PresentationFormat>
  <Paragraphs>294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Cryptographic hash functions have stringent demands placed on them</vt:lpstr>
      <vt:lpstr>Cryptographic hash functions have stringent demands placed on them</vt:lpstr>
      <vt:lpstr>Cryptographic hash functions have stringent demands placed on them</vt:lpstr>
      <vt:lpstr>Cryptographic hash functions have stringent demands placed on them</vt:lpstr>
      <vt:lpstr>Cryptographic hash functions have stringent demands placed on them</vt:lpstr>
      <vt:lpstr>Cryptographic hash functions have stringent demands placed on them</vt:lpstr>
      <vt:lpstr>Cryptographic hash functions have stringent demands placed on them</vt:lpstr>
      <vt:lpstr>Cryptographic hash functions have stringent demands placed on them</vt:lpstr>
      <vt:lpstr>Cryptographic hash functions have stringent demands placed on them</vt:lpstr>
      <vt:lpstr>Cryptographic hash functions have stringent demands placed on them</vt:lpstr>
      <vt:lpstr>Some properties imply others… and some do not</vt:lpstr>
      <vt:lpstr>Some properties imply others… and some do not</vt:lpstr>
      <vt:lpstr>Some properties imply others… and some do not</vt:lpstr>
      <vt:lpstr>Some properties imply others… and some do not</vt:lpstr>
      <vt:lpstr>Some properties imply others… and some do not</vt:lpstr>
      <vt:lpstr>Some properties imply others… and some do not</vt:lpstr>
      <vt:lpstr>Some properties imply others… and some do not</vt:lpstr>
      <vt:lpstr>In review…</vt:lpstr>
      <vt:lpstr>In review…</vt:lpstr>
      <vt:lpstr>In review…</vt:lpstr>
      <vt:lpstr>In review…</vt:lpstr>
      <vt:lpstr>In review…</vt:lpstr>
      <vt:lpstr>In review…</vt:lpstr>
      <vt:lpstr>In review…</vt:lpstr>
      <vt:lpstr>In review…</vt:lpstr>
      <vt:lpstr>In review…</vt:lpstr>
      <vt:lpstr>In review…</vt:lpstr>
      <vt:lpstr>SOURCE SLIDES</vt:lpstr>
      <vt:lpstr>Cryptographic hash functions have stringent demands placed on them</vt:lpstr>
      <vt:lpstr>Some properties imply others… and some do not</vt:lpstr>
      <vt:lpstr>In review…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</dc:title>
  <dc:creator>WBahn</dc:creator>
  <cp:lastModifiedBy>Oluwatobi Akanbi</cp:lastModifiedBy>
  <cp:revision>182</cp:revision>
  <dcterms:created xsi:type="dcterms:W3CDTF">2017-04-06T17:43:22Z</dcterms:created>
  <dcterms:modified xsi:type="dcterms:W3CDTF">2018-04-30T03:33:02Z</dcterms:modified>
</cp:coreProperties>
</file>