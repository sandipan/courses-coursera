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5"/>
    <p:sldId id="494" r:id="rId6"/>
    <p:sldId id="496" r:id="rId7"/>
    <p:sldId id="497" r:id="rId8"/>
    <p:sldId id="27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03" d="100"/>
          <a:sy n="103" d="100"/>
        </p:scale>
        <p:origin x="114" y="204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2024-06-23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488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5186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23/06/2024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uk.mathworks.com/help/matlab/ref/unique.html" TargetMode="Externa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uk.mathworks.com/help/matlab/ref/var.html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Data Cleaning (2)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Clear duplicated rows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5A127E-DB59-2AF4-985E-326C08DF3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268" y="2132368"/>
            <a:ext cx="5441152" cy="154699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3600DB-4080-A4EF-7E9B-9463704383D8}"/>
              </a:ext>
            </a:extLst>
          </p:cNvPr>
          <p:cNvSpPr txBox="1"/>
          <p:nvPr/>
        </p:nvSpPr>
        <p:spPr>
          <a:xfrm>
            <a:off x="1152822" y="1490427"/>
            <a:ext cx="2326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Duplicated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1990C1-6C23-92CE-57D8-26A9F0CAF9D6}"/>
              </a:ext>
            </a:extLst>
          </p:cNvPr>
          <p:cNvSpPr/>
          <p:nvPr/>
        </p:nvSpPr>
        <p:spPr>
          <a:xfrm>
            <a:off x="2088736" y="3108588"/>
            <a:ext cx="4791719" cy="587679"/>
          </a:xfrm>
          <a:prstGeom prst="rect">
            <a:avLst/>
          </a:prstGeom>
          <a:solidFill>
            <a:srgbClr val="FFC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4A18FD3-4D70-4CE5-21F6-5AD228E174C6}"/>
              </a:ext>
            </a:extLst>
          </p:cNvPr>
          <p:cNvGrpSpPr/>
          <p:nvPr/>
        </p:nvGrpSpPr>
        <p:grpSpPr>
          <a:xfrm>
            <a:off x="1500268" y="4822144"/>
            <a:ext cx="5380186" cy="1569856"/>
            <a:chOff x="860237" y="4219165"/>
            <a:chExt cx="5380186" cy="156985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3B05031-CF36-91D1-28CB-B7612A470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0237" y="4219165"/>
              <a:ext cx="5380186" cy="1569856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ED7332C-42E8-E43B-3000-A349F241675F}"/>
                </a:ext>
              </a:extLst>
            </p:cNvPr>
            <p:cNvSpPr/>
            <p:nvPr/>
          </p:nvSpPr>
          <p:spPr>
            <a:xfrm>
              <a:off x="1407601" y="5201343"/>
              <a:ext cx="4791719" cy="176570"/>
            </a:xfrm>
            <a:prstGeom prst="rect">
              <a:avLst/>
            </a:prstGeom>
            <a:solidFill>
              <a:srgbClr val="FFC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矩形 8">
            <a:extLst>
              <a:ext uri="{FF2B5EF4-FFF2-40B4-BE49-F238E27FC236}">
                <a16:creationId xmlns:a16="http://schemas.microsoft.com/office/drawing/2014/main" id="{DBE71ACF-0B56-1217-5365-9FF66AF4EDF3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C7E9F5D-3FEB-A749-7216-DC4A99408717}"/>
              </a:ext>
            </a:extLst>
          </p:cNvPr>
          <p:cNvSpPr/>
          <p:nvPr/>
        </p:nvSpPr>
        <p:spPr>
          <a:xfrm>
            <a:off x="1390085" y="3936535"/>
            <a:ext cx="7886700" cy="663679"/>
          </a:xfrm>
          <a:prstGeom prst="roundRect">
            <a:avLst/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% Finding unique data points</a:t>
            </a:r>
            <a:endParaRPr lang="en-US" sz="16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dat1 = unique(dat1,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'rows'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'stable'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2690FC-BC9C-E3D2-C38A-C60177684149}"/>
              </a:ext>
            </a:extLst>
          </p:cNvPr>
          <p:cNvSpPr txBox="1"/>
          <p:nvPr/>
        </p:nvSpPr>
        <p:spPr>
          <a:xfrm>
            <a:off x="9918441" y="2239629"/>
            <a:ext cx="1986226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Related functions:</a:t>
            </a:r>
          </a:p>
          <a:p>
            <a:pPr algn="r"/>
            <a:r>
              <a:rPr lang="en-GB" dirty="0">
                <a:hlinkClick r:id="rId5"/>
              </a:rPr>
              <a:t>unique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Clear a row with the same value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F90FACC-055F-B88D-740B-7689D49A7956}"/>
              </a:ext>
            </a:extLst>
          </p:cNvPr>
          <p:cNvGrpSpPr/>
          <p:nvPr/>
        </p:nvGrpSpPr>
        <p:grpSpPr>
          <a:xfrm>
            <a:off x="4662148" y="1555645"/>
            <a:ext cx="4871560" cy="1383090"/>
            <a:chOff x="792152" y="1478997"/>
            <a:chExt cx="5104953" cy="147812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0CBA1F8-5BBF-FA90-298E-F878657AE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2152" y="1478997"/>
              <a:ext cx="5104953" cy="1478129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C889532-C2A7-B189-D5EB-E7D716BA473F}"/>
                </a:ext>
              </a:extLst>
            </p:cNvPr>
            <p:cNvSpPr/>
            <p:nvPr/>
          </p:nvSpPr>
          <p:spPr>
            <a:xfrm>
              <a:off x="3913322" y="1704489"/>
              <a:ext cx="658678" cy="1252637"/>
            </a:xfrm>
            <a:prstGeom prst="rect">
              <a:avLst/>
            </a:prstGeom>
            <a:solidFill>
              <a:srgbClr val="FFC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E10752E-8059-FE71-EA58-5D0F9DA75D40}"/>
              </a:ext>
            </a:extLst>
          </p:cNvPr>
          <p:cNvGrpSpPr/>
          <p:nvPr/>
        </p:nvGrpSpPr>
        <p:grpSpPr>
          <a:xfrm>
            <a:off x="311563" y="3155644"/>
            <a:ext cx="10296797" cy="663679"/>
            <a:chOff x="311563" y="3155644"/>
            <a:chExt cx="10296797" cy="66367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94FA488-769E-2B40-44F7-50F97B7568C7}"/>
                </a:ext>
              </a:extLst>
            </p:cNvPr>
            <p:cNvGrpSpPr/>
            <p:nvPr/>
          </p:nvGrpSpPr>
          <p:grpSpPr>
            <a:xfrm>
              <a:off x="5503407" y="3208756"/>
              <a:ext cx="5104953" cy="534737"/>
              <a:chOff x="792151" y="3590815"/>
              <a:chExt cx="5104953" cy="534737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21890CBC-E95F-DA72-5BC9-F0AF77CDB7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2151" y="3590815"/>
                <a:ext cx="5104953" cy="534737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C172142-9143-A31C-AFEA-921428E2C085}"/>
                  </a:ext>
                </a:extLst>
              </p:cNvPr>
              <p:cNvSpPr/>
              <p:nvPr/>
            </p:nvSpPr>
            <p:spPr>
              <a:xfrm>
                <a:off x="3913322" y="3959818"/>
                <a:ext cx="658678" cy="152619"/>
              </a:xfrm>
              <a:prstGeom prst="rect">
                <a:avLst/>
              </a:prstGeom>
              <a:solidFill>
                <a:srgbClr val="FFC00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CB5B3AF-8994-BC81-0F90-2C080D10352C}"/>
                </a:ext>
              </a:extLst>
            </p:cNvPr>
            <p:cNvSpPr/>
            <p:nvPr/>
          </p:nvSpPr>
          <p:spPr>
            <a:xfrm>
              <a:off x="311563" y="3155644"/>
              <a:ext cx="4957842" cy="663679"/>
            </a:xfrm>
            <a:prstGeom prst="roundRect">
              <a:avLst/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b="0" i="0" u="none" strike="noStrike" dirty="0">
                  <a:solidFill>
                    <a:srgbClr val="008013"/>
                  </a:solidFill>
                  <a:effectLst/>
                  <a:latin typeface="Consolas" panose="020B0609020204030204" pitchFamily="49" charset="0"/>
                </a:rPr>
                <a:t>% Finding the variances of each column</a:t>
              </a:r>
              <a:endPara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600" b="0" i="0" dirty="0">
                  <a:solidFill>
                    <a:srgbClr val="212121"/>
                  </a:solidFill>
                  <a:effectLst/>
                  <a:latin typeface="Consolas" panose="020B0609020204030204" pitchFamily="49" charset="0"/>
                </a:rPr>
                <a:t>dat1_var = var(dat1, 1)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1A7A4A3-93C2-3BE0-1426-C418DF985728}"/>
              </a:ext>
            </a:extLst>
          </p:cNvPr>
          <p:cNvGrpSpPr/>
          <p:nvPr/>
        </p:nvGrpSpPr>
        <p:grpSpPr>
          <a:xfrm>
            <a:off x="311563" y="4010100"/>
            <a:ext cx="11321016" cy="1687493"/>
            <a:chOff x="311563" y="4010100"/>
            <a:chExt cx="11321016" cy="168749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A2C440A-A3A4-96D8-5BB7-F43B570E4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75255" y="4112496"/>
              <a:ext cx="5357324" cy="1585097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3B517720-26CE-A5ED-0295-2DE19E3DF5D7}"/>
                </a:ext>
              </a:extLst>
            </p:cNvPr>
            <p:cNvSpPr/>
            <p:nvPr/>
          </p:nvSpPr>
          <p:spPr>
            <a:xfrm>
              <a:off x="311563" y="4010100"/>
              <a:ext cx="5692422" cy="663679"/>
            </a:xfrm>
            <a:prstGeom prst="roundRect">
              <a:avLst/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b="0" i="0" u="none" strike="noStrike" dirty="0">
                  <a:solidFill>
                    <a:srgbClr val="008013"/>
                  </a:solidFill>
                  <a:effectLst/>
                  <a:latin typeface="Consolas" panose="020B0609020204030204" pitchFamily="49" charset="0"/>
                </a:rPr>
                <a:t>% Removing abundant columns with 0 variance</a:t>
              </a:r>
              <a:endPara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600" b="0" i="0" dirty="0">
                  <a:solidFill>
                    <a:srgbClr val="212121"/>
                  </a:solidFill>
                  <a:effectLst/>
                  <a:latin typeface="Consolas" panose="020B0609020204030204" pitchFamily="49" charset="0"/>
                </a:rPr>
                <a:t>dat1(:,dat1_var ==0) = []</a:t>
              </a:r>
            </a:p>
          </p:txBody>
        </p:sp>
      </p:grpSp>
      <p:sp>
        <p:nvSpPr>
          <p:cNvPr id="15" name="矩形 8">
            <a:extLst>
              <a:ext uri="{FF2B5EF4-FFF2-40B4-BE49-F238E27FC236}">
                <a16:creationId xmlns:a16="http://schemas.microsoft.com/office/drawing/2014/main" id="{06EF3423-2F8C-92DF-B19C-F88D4179BD92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3448B1-070B-FF70-F9E9-7D9FA0459135}"/>
              </a:ext>
            </a:extLst>
          </p:cNvPr>
          <p:cNvSpPr txBox="1"/>
          <p:nvPr/>
        </p:nvSpPr>
        <p:spPr>
          <a:xfrm>
            <a:off x="9918441" y="2239629"/>
            <a:ext cx="1986226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Related functions:</a:t>
            </a:r>
          </a:p>
          <a:p>
            <a:pPr algn="r"/>
            <a:r>
              <a:rPr lang="en-GB" dirty="0">
                <a:hlinkClick r:id="rId6"/>
              </a:rPr>
              <a:t>var</a:t>
            </a:r>
            <a:r>
              <a:rPr lang="en-GB" dirty="0"/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501758-26E5-98FD-EB13-FB7201C185C4}"/>
              </a:ext>
            </a:extLst>
          </p:cNvPr>
          <p:cNvSpPr txBox="1"/>
          <p:nvPr/>
        </p:nvSpPr>
        <p:spPr>
          <a:xfrm>
            <a:off x="311563" y="1531164"/>
            <a:ext cx="4258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column with the same value</a:t>
            </a:r>
          </a:p>
        </p:txBody>
      </p:sp>
    </p:spTree>
    <p:extLst>
      <p:ext uri="{BB962C8B-B14F-4D97-AF65-F5344CB8AC3E}">
        <p14:creationId xmlns:p14="http://schemas.microsoft.com/office/powerpoint/2010/main" val="3033201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/>
          <a:p>
            <a:r>
              <a:rPr lang="en-GB" dirty="0"/>
              <a:t>Benefits of data cleaning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C9D62C-B65D-FC01-753E-1A5DDB9475A0}"/>
              </a:ext>
            </a:extLst>
          </p:cNvPr>
          <p:cNvSpPr txBox="1"/>
          <p:nvPr/>
        </p:nvSpPr>
        <p:spPr>
          <a:xfrm>
            <a:off x="856052" y="1860769"/>
            <a:ext cx="10341901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Improving data quality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Inconsistencies and inaccuracies removed.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Time saved as errors are identified beforehand.</a:t>
            </a:r>
          </a:p>
          <a:p>
            <a:pPr lvl="1">
              <a:spcBef>
                <a:spcPts val="1200"/>
              </a:spcBef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Optimizing model training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Cleaned data is easier to analyze, and the results are more accurate.</a:t>
            </a:r>
          </a:p>
          <a:p>
            <a:pPr>
              <a:spcBef>
                <a:spcPts val="1200"/>
              </a:spcBef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89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DDCE137-0B2B-4F64-B8B1-2B1E66D26687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2.xml><?xml version="1.0" encoding="utf-8"?>
<ds:datastoreItem xmlns:ds="http://schemas.openxmlformats.org/officeDocument/2006/customXml" ds:itemID="{E966196A-1A4C-4DF0-98DF-220B95FD41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A575B5C-4C95-4B5C-B53A-8981A1FE651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1833</TotalTime>
  <Words>142</Words>
  <Application>Microsoft Office PowerPoint</Application>
  <PresentationFormat>Widescreen</PresentationFormat>
  <Paragraphs>34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Consolas</vt:lpstr>
      <vt:lpstr>Times New Roman</vt:lpstr>
      <vt:lpstr>Office Theme</vt:lpstr>
      <vt:lpstr>Data Cleaning (2)</vt:lpstr>
      <vt:lpstr>Clear duplicated rows </vt:lpstr>
      <vt:lpstr>Clear a row with the same value</vt:lpstr>
      <vt:lpstr>Benefits of data cleaning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Yushi Liu (PGR)</cp:lastModifiedBy>
  <cp:revision>65</cp:revision>
  <dcterms:created xsi:type="dcterms:W3CDTF">2021-01-06T14:22:07Z</dcterms:created>
  <dcterms:modified xsi:type="dcterms:W3CDTF">2024-06-23T02:48:43Z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