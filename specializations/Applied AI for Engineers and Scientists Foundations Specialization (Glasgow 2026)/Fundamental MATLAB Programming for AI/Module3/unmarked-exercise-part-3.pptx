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494" r:id="rId6"/>
    <p:sldId id="495" r:id="rId7"/>
    <p:sldId id="496" r:id="rId8"/>
    <p:sldId id="497" r:id="rId9"/>
    <p:sldId id="498" r:id="rId10"/>
    <p:sldId id="499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8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103" d="100"/>
          <a:sy n="103" d="100"/>
        </p:scale>
        <p:origin x="114" y="55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jia Hao (PGR)" userId="S::2357677h@student.gla.ac.uk::1d38b7b8-6fde-4ddd-9775-af09669ddf4c" providerId="AD" clId="Web-{71C7864D-AA3B-4312-962F-36AAA39DAF85}"/>
    <pc:docChg chg="modSld">
      <pc:chgData name="Yijia Hao (PGR)" userId="S::2357677h@student.gla.ac.uk::1d38b7b8-6fde-4ddd-9775-af09669ddf4c" providerId="AD" clId="Web-{71C7864D-AA3B-4312-962F-36AAA39DAF85}" dt="2025-01-01T15:44:32.164" v="3" actId="20577"/>
      <pc:docMkLst>
        <pc:docMk/>
      </pc:docMkLst>
      <pc:sldChg chg="delSp modSp">
        <pc:chgData name="Yijia Hao (PGR)" userId="S::2357677h@student.gla.ac.uk::1d38b7b8-6fde-4ddd-9775-af09669ddf4c" providerId="AD" clId="Web-{71C7864D-AA3B-4312-962F-36AAA39DAF85}" dt="2025-01-01T15:44:32.164" v="3" actId="20577"/>
        <pc:sldMkLst>
          <pc:docMk/>
          <pc:sldMk cId="4244171547" sldId="256"/>
        </pc:sldMkLst>
        <pc:spChg chg="mod">
          <ac:chgData name="Yijia Hao (PGR)" userId="S::2357677h@student.gla.ac.uk::1d38b7b8-6fde-4ddd-9775-af09669ddf4c" providerId="AD" clId="Web-{71C7864D-AA3B-4312-962F-36AAA39DAF85}" dt="2025-01-01T15:44:32.164" v="3" actId="20577"/>
          <ac:spMkLst>
            <pc:docMk/>
            <pc:sldMk cId="4244171547" sldId="256"/>
            <ac:spMk id="2" creationId="{00000000-0000-0000-0000-000000000000}"/>
          </ac:spMkLst>
        </pc:spChg>
        <pc:spChg chg="del">
          <ac:chgData name="Yijia Hao (PGR)" userId="S::2357677h@student.gla.ac.uk::1d38b7b8-6fde-4ddd-9775-af09669ddf4c" providerId="AD" clId="Web-{71C7864D-AA3B-4312-962F-36AAA39DAF85}" dt="2025-01-01T15:44:27.930" v="0"/>
          <ac:spMkLst>
            <pc:docMk/>
            <pc:sldMk cId="4244171547" sldId="256"/>
            <ac:spMk id="5" creationId="{5655769A-E205-D100-DC9C-1253C1E1CF1C}"/>
          </ac:spMkLst>
        </pc:spChg>
      </pc:sldChg>
    </pc:docChg>
  </pc:docChgLst>
  <pc:docChgLst>
    <pc:chgData name="Yijia Hao (PGR)" userId="S::2357677h@student.gla.ac.uk::1d38b7b8-6fde-4ddd-9775-af09669ddf4c" providerId="AD" clId="Web-{B597EBC3-3C80-682B-5189-5E5FA9E7DF9B}"/>
    <pc:docChg chg="modSld">
      <pc:chgData name="Yijia Hao (PGR)" userId="S::2357677h@student.gla.ac.uk::1d38b7b8-6fde-4ddd-9775-af09669ddf4c" providerId="AD" clId="Web-{B597EBC3-3C80-682B-5189-5E5FA9E7DF9B}" dt="2025-01-01T17:21:58.710" v="108" actId="20577"/>
      <pc:docMkLst>
        <pc:docMk/>
      </pc:docMkLst>
      <pc:sldChg chg="modSp">
        <pc:chgData name="Yijia Hao (PGR)" userId="S::2357677h@student.gla.ac.uk::1d38b7b8-6fde-4ddd-9775-af09669ddf4c" providerId="AD" clId="Web-{B597EBC3-3C80-682B-5189-5E5FA9E7DF9B}" dt="2025-01-01T17:21:58.710" v="108" actId="20577"/>
        <pc:sldMkLst>
          <pc:docMk/>
          <pc:sldMk cId="676015318" sldId="494"/>
        </pc:sldMkLst>
        <pc:spChg chg="mod">
          <ac:chgData name="Yijia Hao (PGR)" userId="S::2357677h@student.gla.ac.uk::1d38b7b8-6fde-4ddd-9775-af09669ddf4c" providerId="AD" clId="Web-{B597EBC3-3C80-682B-5189-5E5FA9E7DF9B}" dt="2025-01-01T17:06:05.702" v="20" actId="1076"/>
          <ac:spMkLst>
            <pc:docMk/>
            <pc:sldMk cId="676015318" sldId="494"/>
            <ac:spMk id="2" creationId="{4B41F543-2F2E-9FCF-93B2-B7B643274C2E}"/>
          </ac:spMkLst>
        </pc:spChg>
        <pc:spChg chg="mod">
          <ac:chgData name="Yijia Hao (PGR)" userId="S::2357677h@student.gla.ac.uk::1d38b7b8-6fde-4ddd-9775-af09669ddf4c" providerId="AD" clId="Web-{B597EBC3-3C80-682B-5189-5E5FA9E7DF9B}" dt="2025-01-01T17:08:34.332" v="36" actId="20577"/>
          <ac:spMkLst>
            <pc:docMk/>
            <pc:sldMk cId="676015318" sldId="494"/>
            <ac:spMk id="3" creationId="{2C4236DA-41DC-0ADC-8BC2-A47F288123B6}"/>
          </ac:spMkLst>
        </pc:spChg>
        <pc:spChg chg="mod">
          <ac:chgData name="Yijia Hao (PGR)" userId="S::2357677h@student.gla.ac.uk::1d38b7b8-6fde-4ddd-9775-af09669ddf4c" providerId="AD" clId="Web-{B597EBC3-3C80-682B-5189-5E5FA9E7DF9B}" dt="2025-01-01T17:06:05.718" v="21" actId="1076"/>
          <ac:spMkLst>
            <pc:docMk/>
            <pc:sldMk cId="676015318" sldId="494"/>
            <ac:spMk id="4" creationId="{DF100CA6-CF74-7338-F65E-E101422C504F}"/>
          </ac:spMkLst>
        </pc:spChg>
        <pc:spChg chg="mod">
          <ac:chgData name="Yijia Hao (PGR)" userId="S::2357677h@student.gla.ac.uk::1d38b7b8-6fde-4ddd-9775-af09669ddf4c" providerId="AD" clId="Web-{B597EBC3-3C80-682B-5189-5E5FA9E7DF9B}" dt="2025-01-01T17:21:58.710" v="108" actId="20577"/>
          <ac:spMkLst>
            <pc:docMk/>
            <pc:sldMk cId="676015318" sldId="494"/>
            <ac:spMk id="8" creationId="{F8A487A5-99BF-B4FE-B346-51D459F3B2A1}"/>
          </ac:spMkLst>
        </pc:spChg>
        <pc:picChg chg="mod">
          <ac:chgData name="Yijia Hao (PGR)" userId="S::2357677h@student.gla.ac.uk::1d38b7b8-6fde-4ddd-9775-af09669ddf4c" providerId="AD" clId="Web-{B597EBC3-3C80-682B-5189-5E5FA9E7DF9B}" dt="2025-01-01T17:05:55.733" v="19" actId="1076"/>
          <ac:picMkLst>
            <pc:docMk/>
            <pc:sldMk cId="676015318" sldId="494"/>
            <ac:picMk id="5" creationId="{0342D66E-7295-F887-0615-27082BE8F4A3}"/>
          </ac:picMkLst>
        </pc:picChg>
      </pc:sldChg>
      <pc:sldChg chg="modSp">
        <pc:chgData name="Yijia Hao (PGR)" userId="S::2357677h@student.gla.ac.uk::1d38b7b8-6fde-4ddd-9775-af09669ddf4c" providerId="AD" clId="Web-{B597EBC3-3C80-682B-5189-5E5FA9E7DF9B}" dt="2025-01-01T17:13:34.200" v="64" actId="20577"/>
        <pc:sldMkLst>
          <pc:docMk/>
          <pc:sldMk cId="806079108" sldId="495"/>
        </pc:sldMkLst>
        <pc:spChg chg="mod">
          <ac:chgData name="Yijia Hao (PGR)" userId="S::2357677h@student.gla.ac.uk::1d38b7b8-6fde-4ddd-9775-af09669ddf4c" providerId="AD" clId="Web-{B597EBC3-3C80-682B-5189-5E5FA9E7DF9B}" dt="2025-01-01T17:13:34.200" v="64" actId="20577"/>
          <ac:spMkLst>
            <pc:docMk/>
            <pc:sldMk cId="806079108" sldId="495"/>
            <ac:spMk id="3" creationId="{04511698-9FF2-2793-2040-ECD9E1040C7C}"/>
          </ac:spMkLst>
        </pc:spChg>
        <pc:spChg chg="mod">
          <ac:chgData name="Yijia Hao (PGR)" userId="S::2357677h@student.gla.ac.uk::1d38b7b8-6fde-4ddd-9775-af09669ddf4c" providerId="AD" clId="Web-{B597EBC3-3C80-682B-5189-5E5FA9E7DF9B}" dt="2025-01-01T17:06:17.484" v="24" actId="1076"/>
          <ac:spMkLst>
            <pc:docMk/>
            <pc:sldMk cId="806079108" sldId="495"/>
            <ac:spMk id="4" creationId="{3F4E9A3A-B856-577E-7F87-57F9F10D2008}"/>
          </ac:spMkLst>
        </pc:spChg>
      </pc:sldChg>
      <pc:sldChg chg="modSp">
        <pc:chgData name="Yijia Hao (PGR)" userId="S::2357677h@student.gla.ac.uk::1d38b7b8-6fde-4ddd-9775-af09669ddf4c" providerId="AD" clId="Web-{B597EBC3-3C80-682B-5189-5E5FA9E7DF9B}" dt="2025-01-01T17:17:27.722" v="78" actId="20577"/>
        <pc:sldMkLst>
          <pc:docMk/>
          <pc:sldMk cId="1828590511" sldId="496"/>
        </pc:sldMkLst>
        <pc:spChg chg="mod">
          <ac:chgData name="Yijia Hao (PGR)" userId="S::2357677h@student.gla.ac.uk::1d38b7b8-6fde-4ddd-9775-af09669ddf4c" providerId="AD" clId="Web-{B597EBC3-3C80-682B-5189-5E5FA9E7DF9B}" dt="2025-01-01T17:11:32.259" v="43" actId="20577"/>
          <ac:spMkLst>
            <pc:docMk/>
            <pc:sldMk cId="1828590511" sldId="496"/>
            <ac:spMk id="2" creationId="{94128067-8280-0865-1B6A-02AC9AB8798C}"/>
          </ac:spMkLst>
        </pc:spChg>
        <pc:spChg chg="mod">
          <ac:chgData name="Yijia Hao (PGR)" userId="S::2357677h@student.gla.ac.uk::1d38b7b8-6fde-4ddd-9775-af09669ddf4c" providerId="AD" clId="Web-{B597EBC3-3C80-682B-5189-5E5FA9E7DF9B}" dt="2025-01-01T17:17:24.269" v="77" actId="20577"/>
          <ac:spMkLst>
            <pc:docMk/>
            <pc:sldMk cId="1828590511" sldId="496"/>
            <ac:spMk id="4" creationId="{3DF46CDC-03E6-5714-6F41-A11ACC45D7A6}"/>
          </ac:spMkLst>
        </pc:spChg>
        <pc:spChg chg="mod">
          <ac:chgData name="Yijia Hao (PGR)" userId="S::2357677h@student.gla.ac.uk::1d38b7b8-6fde-4ddd-9775-af09669ddf4c" providerId="AD" clId="Web-{B597EBC3-3C80-682B-5189-5E5FA9E7DF9B}" dt="2025-01-01T17:17:27.722" v="78" actId="20577"/>
          <ac:spMkLst>
            <pc:docMk/>
            <pc:sldMk cId="1828590511" sldId="496"/>
            <ac:spMk id="6" creationId="{43B27E0E-90C1-1586-35D8-08B094E28A44}"/>
          </ac:spMkLst>
        </pc:spChg>
      </pc:sldChg>
      <pc:sldChg chg="modSp">
        <pc:chgData name="Yijia Hao (PGR)" userId="S::2357677h@student.gla.ac.uk::1d38b7b8-6fde-4ddd-9775-af09669ddf4c" providerId="AD" clId="Web-{B597EBC3-3C80-682B-5189-5E5FA9E7DF9B}" dt="2025-01-01T17:17:34.144" v="80" actId="20577"/>
        <pc:sldMkLst>
          <pc:docMk/>
          <pc:sldMk cId="1916790273" sldId="497"/>
        </pc:sldMkLst>
        <pc:spChg chg="mod">
          <ac:chgData name="Yijia Hao (PGR)" userId="S::2357677h@student.gla.ac.uk::1d38b7b8-6fde-4ddd-9775-af09669ddf4c" providerId="AD" clId="Web-{B597EBC3-3C80-682B-5189-5E5FA9E7DF9B}" dt="2025-01-01T17:16:07.641" v="72" actId="20577"/>
          <ac:spMkLst>
            <pc:docMk/>
            <pc:sldMk cId="1916790273" sldId="497"/>
            <ac:spMk id="2" creationId="{4F1FF788-EAE8-47C3-8EF3-41F857D7CE59}"/>
          </ac:spMkLst>
        </pc:spChg>
        <pc:spChg chg="mod">
          <ac:chgData name="Yijia Hao (PGR)" userId="S::2357677h@student.gla.ac.uk::1d38b7b8-6fde-4ddd-9775-af09669ddf4c" providerId="AD" clId="Web-{B597EBC3-3C80-682B-5189-5E5FA9E7DF9B}" dt="2025-01-01T17:15:52.735" v="70" actId="1076"/>
          <ac:spMkLst>
            <pc:docMk/>
            <pc:sldMk cId="1916790273" sldId="497"/>
            <ac:spMk id="3" creationId="{9844FDE6-99D3-3B30-7AE1-D18ABD85AB39}"/>
          </ac:spMkLst>
        </pc:spChg>
        <pc:spChg chg="mod">
          <ac:chgData name="Yijia Hao (PGR)" userId="S::2357677h@student.gla.ac.uk::1d38b7b8-6fde-4ddd-9775-af09669ddf4c" providerId="AD" clId="Web-{B597EBC3-3C80-682B-5189-5E5FA9E7DF9B}" dt="2025-01-01T17:17:32.348" v="79" actId="20577"/>
          <ac:spMkLst>
            <pc:docMk/>
            <pc:sldMk cId="1916790273" sldId="497"/>
            <ac:spMk id="4" creationId="{AF2E6749-4C03-46D7-0AC5-D12A6B37111B}"/>
          </ac:spMkLst>
        </pc:spChg>
        <pc:spChg chg="mod">
          <ac:chgData name="Yijia Hao (PGR)" userId="S::2357677h@student.gla.ac.uk::1d38b7b8-6fde-4ddd-9775-af09669ddf4c" providerId="AD" clId="Web-{B597EBC3-3C80-682B-5189-5E5FA9E7DF9B}" dt="2025-01-01T17:12:18.713" v="57" actId="1076"/>
          <ac:spMkLst>
            <pc:docMk/>
            <pc:sldMk cId="1916790273" sldId="497"/>
            <ac:spMk id="5" creationId="{7BEBCEE4-6DB0-C126-6D3E-119E49EBCEA3}"/>
          </ac:spMkLst>
        </pc:spChg>
        <pc:spChg chg="mod">
          <ac:chgData name="Yijia Hao (PGR)" userId="S::2357677h@student.gla.ac.uk::1d38b7b8-6fde-4ddd-9775-af09669ddf4c" providerId="AD" clId="Web-{B597EBC3-3C80-682B-5189-5E5FA9E7DF9B}" dt="2025-01-01T17:17:34.144" v="80" actId="20577"/>
          <ac:spMkLst>
            <pc:docMk/>
            <pc:sldMk cId="1916790273" sldId="497"/>
            <ac:spMk id="6" creationId="{54C6CEC5-E7A1-2B4E-0E16-554F75566349}"/>
          </ac:spMkLst>
        </pc:spChg>
      </pc:sldChg>
      <pc:sldChg chg="modSp">
        <pc:chgData name="Yijia Hao (PGR)" userId="S::2357677h@student.gla.ac.uk::1d38b7b8-6fde-4ddd-9775-af09669ddf4c" providerId="AD" clId="Web-{B597EBC3-3C80-682B-5189-5E5FA9E7DF9B}" dt="2025-01-01T17:18:00.583" v="84" actId="1076"/>
        <pc:sldMkLst>
          <pc:docMk/>
          <pc:sldMk cId="1696926319" sldId="498"/>
        </pc:sldMkLst>
        <pc:spChg chg="mod">
          <ac:chgData name="Yijia Hao (PGR)" userId="S::2357677h@student.gla.ac.uk::1d38b7b8-6fde-4ddd-9775-af09669ddf4c" providerId="AD" clId="Web-{B597EBC3-3C80-682B-5189-5E5FA9E7DF9B}" dt="2025-01-01T17:16:12.313" v="74" actId="20577"/>
          <ac:spMkLst>
            <pc:docMk/>
            <pc:sldMk cId="1696926319" sldId="498"/>
            <ac:spMk id="2" creationId="{5FE9400D-FE56-DB03-2853-5A1DCA0FD151}"/>
          </ac:spMkLst>
        </pc:spChg>
        <pc:spChg chg="mod">
          <ac:chgData name="Yijia Hao (PGR)" userId="S::2357677h@student.gla.ac.uk::1d38b7b8-6fde-4ddd-9775-af09669ddf4c" providerId="AD" clId="Web-{B597EBC3-3C80-682B-5189-5E5FA9E7DF9B}" dt="2025-01-01T17:17:46.223" v="81" actId="1076"/>
          <ac:spMkLst>
            <pc:docMk/>
            <pc:sldMk cId="1696926319" sldId="498"/>
            <ac:spMk id="4" creationId="{D5E4D117-7E69-6C4D-ADA9-8079522ACA69}"/>
          </ac:spMkLst>
        </pc:spChg>
        <pc:spChg chg="mod">
          <ac:chgData name="Yijia Hao (PGR)" userId="S::2357677h@student.gla.ac.uk::1d38b7b8-6fde-4ddd-9775-af09669ddf4c" providerId="AD" clId="Web-{B597EBC3-3C80-682B-5189-5E5FA9E7DF9B}" dt="2025-01-01T17:18:00.583" v="84" actId="1076"/>
          <ac:spMkLst>
            <pc:docMk/>
            <pc:sldMk cId="1696926319" sldId="498"/>
            <ac:spMk id="5" creationId="{9C4468AD-86D2-9CE0-DA62-E02366BEBCF6}"/>
          </ac:spMkLst>
        </pc:spChg>
        <pc:spChg chg="mod">
          <ac:chgData name="Yijia Hao (PGR)" userId="S::2357677h@student.gla.ac.uk::1d38b7b8-6fde-4ddd-9775-af09669ddf4c" providerId="AD" clId="Web-{B597EBC3-3C80-682B-5189-5E5FA9E7DF9B}" dt="2025-01-01T17:17:54.536" v="83" actId="1076"/>
          <ac:spMkLst>
            <pc:docMk/>
            <pc:sldMk cId="1696926319" sldId="498"/>
            <ac:spMk id="6" creationId="{FD0296B6-ABC7-6F18-3AC0-9578937253CE}"/>
          </ac:spMkLst>
        </pc:spChg>
      </pc:sldChg>
      <pc:sldChg chg="addSp delSp modSp mod setBg">
        <pc:chgData name="Yijia Hao (PGR)" userId="S::2357677h@student.gla.ac.uk::1d38b7b8-6fde-4ddd-9775-af09669ddf4c" providerId="AD" clId="Web-{B597EBC3-3C80-682B-5189-5E5FA9E7DF9B}" dt="2025-01-01T17:21:45.851" v="107" actId="1076"/>
        <pc:sldMkLst>
          <pc:docMk/>
          <pc:sldMk cId="3473032107" sldId="499"/>
        </pc:sldMkLst>
        <pc:spChg chg="mod">
          <ac:chgData name="Yijia Hao (PGR)" userId="S::2357677h@student.gla.ac.uk::1d38b7b8-6fde-4ddd-9775-af09669ddf4c" providerId="AD" clId="Web-{B597EBC3-3C80-682B-5189-5E5FA9E7DF9B}" dt="2025-01-01T17:18:37.275" v="88" actId="20577"/>
          <ac:spMkLst>
            <pc:docMk/>
            <pc:sldMk cId="3473032107" sldId="499"/>
            <ac:spMk id="2" creationId="{1A44CDA8-AD4F-B6F4-1A31-DF57B8C2234F}"/>
          </ac:spMkLst>
        </pc:spChg>
        <pc:spChg chg="mod">
          <ac:chgData name="Yijia Hao (PGR)" userId="S::2357677h@student.gla.ac.uk::1d38b7b8-6fde-4ddd-9775-af09669ddf4c" providerId="AD" clId="Web-{B597EBC3-3C80-682B-5189-5E5FA9E7DF9B}" dt="2025-01-01T17:21:36.475" v="104" actId="1076"/>
          <ac:spMkLst>
            <pc:docMk/>
            <pc:sldMk cId="3473032107" sldId="499"/>
            <ac:spMk id="3" creationId="{1EF5B763-4E9E-BBCA-0A30-B4166B279641}"/>
          </ac:spMkLst>
        </pc:spChg>
        <pc:spChg chg="mod">
          <ac:chgData name="Yijia Hao (PGR)" userId="S::2357677h@student.gla.ac.uk::1d38b7b8-6fde-4ddd-9775-af09669ddf4c" providerId="AD" clId="Web-{B597EBC3-3C80-682B-5189-5E5FA9E7DF9B}" dt="2025-01-01T17:18:46.025" v="90" actId="1076"/>
          <ac:spMkLst>
            <pc:docMk/>
            <pc:sldMk cId="3473032107" sldId="499"/>
            <ac:spMk id="4" creationId="{AFFD693B-AFA4-F5FE-A9CA-EF1B4DBCBAD1}"/>
          </ac:spMkLst>
        </pc:spChg>
        <pc:spChg chg="mod">
          <ac:chgData name="Yijia Hao (PGR)" userId="S::2357677h@student.gla.ac.uk::1d38b7b8-6fde-4ddd-9775-af09669ddf4c" providerId="AD" clId="Web-{B597EBC3-3C80-682B-5189-5E5FA9E7DF9B}" dt="2025-01-01T17:21:44.335" v="106" actId="1076"/>
          <ac:spMkLst>
            <pc:docMk/>
            <pc:sldMk cId="3473032107" sldId="499"/>
            <ac:spMk id="5" creationId="{30C17F54-6C2C-60E9-36B9-02BA28CEEF0D}"/>
          </ac:spMkLst>
        </pc:spChg>
        <pc:spChg chg="mod">
          <ac:chgData name="Yijia Hao (PGR)" userId="S::2357677h@student.gla.ac.uk::1d38b7b8-6fde-4ddd-9775-af09669ddf4c" providerId="AD" clId="Web-{B597EBC3-3C80-682B-5189-5E5FA9E7DF9B}" dt="2025-01-01T17:21:41.944" v="105" actId="1076"/>
          <ac:spMkLst>
            <pc:docMk/>
            <pc:sldMk cId="3473032107" sldId="499"/>
            <ac:spMk id="6" creationId="{36053532-5CF9-A9B1-C7AA-4EA3598165AD}"/>
          </ac:spMkLst>
        </pc:spChg>
        <pc:picChg chg="add del mod">
          <ac:chgData name="Yijia Hao (PGR)" userId="S::2357677h@student.gla.ac.uk::1d38b7b8-6fde-4ddd-9775-af09669ddf4c" providerId="AD" clId="Web-{B597EBC3-3C80-682B-5189-5E5FA9E7DF9B}" dt="2025-01-01T17:21:45.851" v="107" actId="1076"/>
          <ac:picMkLst>
            <pc:docMk/>
            <pc:sldMk cId="3473032107" sldId="499"/>
            <ac:picMk id="7" creationId="{9FC63135-30CB-7555-97D1-588016B018FC}"/>
          </ac:picMkLst>
        </pc:picChg>
      </pc:sldChg>
    </pc:docChg>
  </pc:docChgLst>
  <pc:docChgLst>
    <pc:chgData name="Minyang Chen (PGR)" userId="e270163f-c5ba-42f7-a2aa-fa963ea394f3" providerId="ADAL" clId="{DB5F13C1-9094-4F8F-BE6C-54FAF4EDC687}"/>
    <pc:docChg chg="modSld">
      <pc:chgData name="Minyang Chen (PGR)" userId="e270163f-c5ba-42f7-a2aa-fa963ea394f3" providerId="ADAL" clId="{DB5F13C1-9094-4F8F-BE6C-54FAF4EDC687}" dt="2025-04-09T14:44:25.928" v="0" actId="20577"/>
      <pc:docMkLst>
        <pc:docMk/>
      </pc:docMkLst>
      <pc:sldChg chg="modSp mod">
        <pc:chgData name="Minyang Chen (PGR)" userId="e270163f-c5ba-42f7-a2aa-fa963ea394f3" providerId="ADAL" clId="{DB5F13C1-9094-4F8F-BE6C-54FAF4EDC687}" dt="2025-04-09T14:44:25.928" v="0" actId="20577"/>
        <pc:sldMkLst>
          <pc:docMk/>
          <pc:sldMk cId="1696926319" sldId="498"/>
        </pc:sldMkLst>
        <pc:spChg chg="mod">
          <ac:chgData name="Minyang Chen (PGR)" userId="e270163f-c5ba-42f7-a2aa-fa963ea394f3" providerId="ADAL" clId="{DB5F13C1-9094-4F8F-BE6C-54FAF4EDC687}" dt="2025-04-09T14:44:25.928" v="0" actId="20577"/>
          <ac:spMkLst>
            <pc:docMk/>
            <pc:sldMk cId="1696926319" sldId="498"/>
            <ac:spMk id="3" creationId="{2483729C-CA4C-0A53-837A-F1D77C2D56EA}"/>
          </ac:spMkLst>
        </pc:spChg>
      </pc:sldChg>
    </pc:docChg>
  </pc:docChgLst>
  <pc:docChgLst>
    <pc:chgData name="Yijia Hao (PGR)" userId="S::2357677h@student.gla.ac.uk::1d38b7b8-6fde-4ddd-9775-af09669ddf4c" providerId="AD" clId="Web-{67B39E4D-2750-DAE1-1403-A97D77C12373}"/>
    <pc:docChg chg="modSld">
      <pc:chgData name="Yijia Hao (PGR)" userId="S::2357677h@student.gla.ac.uk::1d38b7b8-6fde-4ddd-9775-af09669ddf4c" providerId="AD" clId="Web-{67B39E4D-2750-DAE1-1403-A97D77C12373}" dt="2025-01-02T13:47:00.544" v="54" actId="20577"/>
      <pc:docMkLst>
        <pc:docMk/>
      </pc:docMkLst>
      <pc:sldChg chg="modSp">
        <pc:chgData name="Yijia Hao (PGR)" userId="S::2357677h@student.gla.ac.uk::1d38b7b8-6fde-4ddd-9775-af09669ddf4c" providerId="AD" clId="Web-{67B39E4D-2750-DAE1-1403-A97D77C12373}" dt="2025-01-02T13:47:00.544" v="54" actId="20577"/>
        <pc:sldMkLst>
          <pc:docMk/>
          <pc:sldMk cId="4244171547" sldId="256"/>
        </pc:sldMkLst>
        <pc:spChg chg="mod">
          <ac:chgData name="Yijia Hao (PGR)" userId="S::2357677h@student.gla.ac.uk::1d38b7b8-6fde-4ddd-9775-af09669ddf4c" providerId="AD" clId="Web-{67B39E4D-2750-DAE1-1403-A97D77C12373}" dt="2025-01-02T13:47:00.544" v="54" actId="20577"/>
          <ac:spMkLst>
            <pc:docMk/>
            <pc:sldMk cId="4244171547" sldId="256"/>
            <ac:spMk id="2" creationId="{00000000-0000-0000-0000-000000000000}"/>
          </ac:spMkLst>
        </pc:spChg>
      </pc:sldChg>
      <pc:sldChg chg="modSp">
        <pc:chgData name="Yijia Hao (PGR)" userId="S::2357677h@student.gla.ac.uk::1d38b7b8-6fde-4ddd-9775-af09669ddf4c" providerId="AD" clId="Web-{67B39E4D-2750-DAE1-1403-A97D77C12373}" dt="2025-01-02T13:42:53.569" v="50" actId="14100"/>
        <pc:sldMkLst>
          <pc:docMk/>
          <pc:sldMk cId="676015318" sldId="494"/>
        </pc:sldMkLst>
        <pc:spChg chg="mod">
          <ac:chgData name="Yijia Hao (PGR)" userId="S::2357677h@student.gla.ac.uk::1d38b7b8-6fde-4ddd-9775-af09669ddf4c" providerId="AD" clId="Web-{67B39E4D-2750-DAE1-1403-A97D77C12373}" dt="2025-01-02T13:42:11.131" v="44" actId="20577"/>
          <ac:spMkLst>
            <pc:docMk/>
            <pc:sldMk cId="676015318" sldId="494"/>
            <ac:spMk id="2" creationId="{4B41F543-2F2E-9FCF-93B2-B7B643274C2E}"/>
          </ac:spMkLst>
        </pc:spChg>
        <pc:spChg chg="mod">
          <ac:chgData name="Yijia Hao (PGR)" userId="S::2357677h@student.gla.ac.uk::1d38b7b8-6fde-4ddd-9775-af09669ddf4c" providerId="AD" clId="Web-{67B39E4D-2750-DAE1-1403-A97D77C12373}" dt="2025-01-02T13:42:23.162" v="46" actId="1076"/>
          <ac:spMkLst>
            <pc:docMk/>
            <pc:sldMk cId="676015318" sldId="494"/>
            <ac:spMk id="3" creationId="{2C4236DA-41DC-0ADC-8BC2-A47F288123B6}"/>
          </ac:spMkLst>
        </pc:spChg>
        <pc:spChg chg="mod">
          <ac:chgData name="Yijia Hao (PGR)" userId="S::2357677h@student.gla.ac.uk::1d38b7b8-6fde-4ddd-9775-af09669ddf4c" providerId="AD" clId="Web-{67B39E4D-2750-DAE1-1403-A97D77C12373}" dt="2025-01-02T13:42:18.537" v="45" actId="1076"/>
          <ac:spMkLst>
            <pc:docMk/>
            <pc:sldMk cId="676015318" sldId="494"/>
            <ac:spMk id="4" creationId="{DF100CA6-CF74-7338-F65E-E101422C504F}"/>
          </ac:spMkLst>
        </pc:spChg>
        <pc:picChg chg="mod">
          <ac:chgData name="Yijia Hao (PGR)" userId="S::2357677h@student.gla.ac.uk::1d38b7b8-6fde-4ddd-9775-af09669ddf4c" providerId="AD" clId="Web-{67B39E4D-2750-DAE1-1403-A97D77C12373}" dt="2025-01-02T13:42:53.569" v="50" actId="14100"/>
          <ac:picMkLst>
            <pc:docMk/>
            <pc:sldMk cId="676015318" sldId="494"/>
            <ac:picMk id="5" creationId="{0342D66E-7295-F887-0615-27082BE8F4A3}"/>
          </ac:picMkLst>
        </pc:picChg>
      </pc:sldChg>
      <pc:sldChg chg="modSp">
        <pc:chgData name="Yijia Hao (PGR)" userId="S::2357677h@student.gla.ac.uk::1d38b7b8-6fde-4ddd-9775-af09669ddf4c" providerId="AD" clId="Web-{67B39E4D-2750-DAE1-1403-A97D77C12373}" dt="2025-01-02T13:39:53.643" v="23" actId="20577"/>
        <pc:sldMkLst>
          <pc:docMk/>
          <pc:sldMk cId="806079108" sldId="495"/>
        </pc:sldMkLst>
        <pc:spChg chg="mod">
          <ac:chgData name="Yijia Hao (PGR)" userId="S::2357677h@student.gla.ac.uk::1d38b7b8-6fde-4ddd-9775-af09669ddf4c" providerId="AD" clId="Web-{67B39E4D-2750-DAE1-1403-A97D77C12373}" dt="2025-01-02T13:39:53.643" v="23" actId="20577"/>
          <ac:spMkLst>
            <pc:docMk/>
            <pc:sldMk cId="806079108" sldId="495"/>
            <ac:spMk id="4" creationId="{3F4E9A3A-B856-577E-7F87-57F9F10D2008}"/>
          </ac:spMkLst>
        </pc:spChg>
      </pc:sldChg>
      <pc:sldChg chg="modSp">
        <pc:chgData name="Yijia Hao (PGR)" userId="S::2357677h@student.gla.ac.uk::1d38b7b8-6fde-4ddd-9775-af09669ddf4c" providerId="AD" clId="Web-{67B39E4D-2750-DAE1-1403-A97D77C12373}" dt="2025-01-02T13:40:19.706" v="24" actId="20577"/>
        <pc:sldMkLst>
          <pc:docMk/>
          <pc:sldMk cId="1828590511" sldId="496"/>
        </pc:sldMkLst>
        <pc:spChg chg="mod">
          <ac:chgData name="Yijia Hao (PGR)" userId="S::2357677h@student.gla.ac.uk::1d38b7b8-6fde-4ddd-9775-af09669ddf4c" providerId="AD" clId="Web-{67B39E4D-2750-DAE1-1403-A97D77C12373}" dt="2025-01-02T13:40:19.706" v="24" actId="20577"/>
          <ac:spMkLst>
            <pc:docMk/>
            <pc:sldMk cId="1828590511" sldId="496"/>
            <ac:spMk id="4" creationId="{3DF46CDC-03E6-5714-6F41-A11ACC45D7A6}"/>
          </ac:spMkLst>
        </pc:spChg>
      </pc:sldChg>
      <pc:sldChg chg="modSp">
        <pc:chgData name="Yijia Hao (PGR)" userId="S::2357677h@student.gla.ac.uk::1d38b7b8-6fde-4ddd-9775-af09669ddf4c" providerId="AD" clId="Web-{67B39E4D-2750-DAE1-1403-A97D77C12373}" dt="2025-01-02T13:40:46.238" v="28" actId="1076"/>
        <pc:sldMkLst>
          <pc:docMk/>
          <pc:sldMk cId="1916790273" sldId="497"/>
        </pc:sldMkLst>
        <pc:spChg chg="mod">
          <ac:chgData name="Yijia Hao (PGR)" userId="S::2357677h@student.gla.ac.uk::1d38b7b8-6fde-4ddd-9775-af09669ddf4c" providerId="AD" clId="Web-{67B39E4D-2750-DAE1-1403-A97D77C12373}" dt="2025-01-02T13:40:46.222" v="25" actId="1076"/>
          <ac:spMkLst>
            <pc:docMk/>
            <pc:sldMk cId="1916790273" sldId="497"/>
            <ac:spMk id="3" creationId="{9844FDE6-99D3-3B30-7AE1-D18ABD85AB39}"/>
          </ac:spMkLst>
        </pc:spChg>
        <pc:spChg chg="mod">
          <ac:chgData name="Yijia Hao (PGR)" userId="S::2357677h@student.gla.ac.uk::1d38b7b8-6fde-4ddd-9775-af09669ddf4c" providerId="AD" clId="Web-{67B39E4D-2750-DAE1-1403-A97D77C12373}" dt="2025-01-02T13:40:46.222" v="26" actId="1076"/>
          <ac:spMkLst>
            <pc:docMk/>
            <pc:sldMk cId="1916790273" sldId="497"/>
            <ac:spMk id="4" creationId="{AF2E6749-4C03-46D7-0AC5-D12A6B37111B}"/>
          </ac:spMkLst>
        </pc:spChg>
        <pc:spChg chg="mod">
          <ac:chgData name="Yijia Hao (PGR)" userId="S::2357677h@student.gla.ac.uk::1d38b7b8-6fde-4ddd-9775-af09669ddf4c" providerId="AD" clId="Web-{67B39E4D-2750-DAE1-1403-A97D77C12373}" dt="2025-01-02T13:40:46.238" v="27" actId="1076"/>
          <ac:spMkLst>
            <pc:docMk/>
            <pc:sldMk cId="1916790273" sldId="497"/>
            <ac:spMk id="5" creationId="{7BEBCEE4-6DB0-C126-6D3E-119E49EBCEA3}"/>
          </ac:spMkLst>
        </pc:spChg>
        <pc:spChg chg="mod">
          <ac:chgData name="Yijia Hao (PGR)" userId="S::2357677h@student.gla.ac.uk::1d38b7b8-6fde-4ddd-9775-af09669ddf4c" providerId="AD" clId="Web-{67B39E4D-2750-DAE1-1403-A97D77C12373}" dt="2025-01-02T13:40:46.238" v="28" actId="1076"/>
          <ac:spMkLst>
            <pc:docMk/>
            <pc:sldMk cId="1916790273" sldId="497"/>
            <ac:spMk id="6" creationId="{54C6CEC5-E7A1-2B4E-0E16-554F75566349}"/>
          </ac:spMkLst>
        </pc:spChg>
      </pc:sldChg>
    </pc:docChg>
  </pc:docChgLst>
  <pc:docChgLst>
    <pc:chgData name="Yijia Hao (PGR)" userId="S::2357677h@student.gla.ac.uk::1d38b7b8-6fde-4ddd-9775-af09669ddf4c" providerId="AD" clId="Web-{36FB627B-962A-BF00-0D73-5E5129B68B31}"/>
    <pc:docChg chg="modSld">
      <pc:chgData name="Yijia Hao (PGR)" userId="S::2357677h@student.gla.ac.uk::1d38b7b8-6fde-4ddd-9775-af09669ddf4c" providerId="AD" clId="Web-{36FB627B-962A-BF00-0D73-5E5129B68B31}" dt="2025-01-01T17:30:36.142" v="54" actId="1076"/>
      <pc:docMkLst>
        <pc:docMk/>
      </pc:docMkLst>
      <pc:sldChg chg="delSp modSp">
        <pc:chgData name="Yijia Hao (PGR)" userId="S::2357677h@student.gla.ac.uk::1d38b7b8-6fde-4ddd-9775-af09669ddf4c" providerId="AD" clId="Web-{36FB627B-962A-BF00-0D73-5E5129B68B31}" dt="2025-01-01T17:30:36.142" v="54" actId="1076"/>
        <pc:sldMkLst>
          <pc:docMk/>
          <pc:sldMk cId="806079108" sldId="495"/>
        </pc:sldMkLst>
        <pc:spChg chg="del mod">
          <ac:chgData name="Yijia Hao (PGR)" userId="S::2357677h@student.gla.ac.uk::1d38b7b8-6fde-4ddd-9775-af09669ddf4c" providerId="AD" clId="Web-{36FB627B-962A-BF00-0D73-5E5129B68B31}" dt="2025-01-01T17:29:45.672" v="33"/>
          <ac:spMkLst>
            <pc:docMk/>
            <pc:sldMk cId="806079108" sldId="495"/>
            <ac:spMk id="3" creationId="{04511698-9FF2-2793-2040-ECD9E1040C7C}"/>
          </ac:spMkLst>
        </pc:spChg>
        <pc:spChg chg="mod">
          <ac:chgData name="Yijia Hao (PGR)" userId="S::2357677h@student.gla.ac.uk::1d38b7b8-6fde-4ddd-9775-af09669ddf4c" providerId="AD" clId="Web-{36FB627B-962A-BF00-0D73-5E5129B68B31}" dt="2025-01-01T17:30:36.142" v="54" actId="1076"/>
          <ac:spMkLst>
            <pc:docMk/>
            <pc:sldMk cId="806079108" sldId="495"/>
            <ac:spMk id="4" creationId="{3F4E9A3A-B856-577E-7F87-57F9F10D200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 fontScale="90000"/>
          </a:bodyPr>
          <a:lstStyle/>
          <a:p>
            <a:pPr>
              <a:spcBef>
                <a:spcPts val="1000"/>
              </a:spcBef>
            </a:pPr>
            <a:r>
              <a:rPr lang="en-US" dirty="0">
                <a:solidFill>
                  <a:schemeClr val="tx1"/>
                </a:solidFill>
                <a:latin typeface="Arial"/>
                <a:cs typeface="Arial"/>
              </a:rPr>
              <a:t>Unmarked MATLAB Exercise </a:t>
            </a:r>
            <a:br>
              <a:rPr lang="en-US" dirty="0"/>
            </a:br>
            <a:r>
              <a:rPr lang="en-US" dirty="0">
                <a:solidFill>
                  <a:schemeClr val="tx1"/>
                </a:solidFill>
                <a:latin typeface="Arial"/>
                <a:cs typeface="Arial"/>
              </a:rPr>
              <a:t>Module 3</a:t>
            </a:r>
            <a:br>
              <a:rPr lang="en-US" dirty="0">
                <a:solidFill>
                  <a:schemeClr val="tx1"/>
                </a:solidFill>
                <a:latin typeface="Arial"/>
                <a:cs typeface="Arial"/>
              </a:rPr>
            </a:br>
            <a:br>
              <a:rPr lang="en-US" dirty="0">
                <a:solidFill>
                  <a:schemeClr val="tx1"/>
                </a:solidFill>
                <a:latin typeface="Arial"/>
                <a:cs typeface="Arial"/>
              </a:rPr>
            </a:br>
            <a:r>
              <a:rPr lang="en-GB" sz="2700" b="0" dirty="0">
                <a:solidFill>
                  <a:schemeClr val="tx1"/>
                </a:solidFill>
                <a:latin typeface="Arial"/>
                <a:cs typeface="Arial"/>
              </a:rPr>
              <a:t>Miss </a:t>
            </a:r>
            <a:r>
              <a:rPr lang="en-GB" sz="2700" b="0" dirty="0" err="1">
                <a:solidFill>
                  <a:schemeClr val="tx1"/>
                </a:solidFill>
                <a:latin typeface="Arial"/>
                <a:cs typeface="Arial"/>
              </a:rPr>
              <a:t>Yijia</a:t>
            </a:r>
            <a:r>
              <a:rPr lang="en-GB" sz="2700" b="0" dirty="0">
                <a:solidFill>
                  <a:schemeClr val="tx1"/>
                </a:solidFill>
                <a:latin typeface="Arial"/>
                <a:cs typeface="Arial"/>
              </a:rPr>
              <a:t> Hao, Dr </a:t>
            </a:r>
            <a:r>
              <a:rPr lang="en-GB" sz="2700" b="0" dirty="0" err="1">
                <a:solidFill>
                  <a:schemeClr val="tx1"/>
                </a:solidFill>
                <a:latin typeface="Arial"/>
                <a:cs typeface="Arial"/>
              </a:rPr>
              <a:t>Fengsheng</a:t>
            </a:r>
            <a:r>
              <a:rPr lang="en-GB" sz="2700" b="0" dirty="0">
                <a:solidFill>
                  <a:schemeClr val="tx1"/>
                </a:solidFill>
                <a:latin typeface="Arial"/>
                <a:cs typeface="Arial"/>
              </a:rPr>
              <a:t> Wei</a:t>
            </a:r>
            <a:endParaRPr lang="en-US" sz="2700" b="0"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spcBef>
                <a:spcPts val="1000"/>
              </a:spcBef>
            </a:pPr>
            <a:r>
              <a:rPr lang="en-GB" sz="2700" b="0" dirty="0">
                <a:solidFill>
                  <a:schemeClr val="tx1"/>
                </a:solidFill>
                <a:latin typeface="Arial"/>
                <a:cs typeface="Arial"/>
              </a:rPr>
              <a:t>James Watt School of Engineering</a:t>
            </a:r>
            <a:br>
              <a:rPr lang="en-GB" sz="2700" b="0" dirty="0">
                <a:solidFill>
                  <a:schemeClr val="tx1"/>
                </a:solidFill>
              </a:rPr>
            </a:br>
            <a:endParaRPr lang="en-US" b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>
                <a:latin typeface="Arial"/>
                <a:cs typeface="Arial"/>
              </a:rPr>
              <a:t>Exercise </a:t>
            </a:r>
          </a:p>
        </p:txBody>
      </p:sp>
      <p:sp>
        <p:nvSpPr>
          <p:cNvPr id="2" name="文本框 4">
            <a:extLst>
              <a:ext uri="{FF2B5EF4-FFF2-40B4-BE49-F238E27FC236}">
                <a16:creationId xmlns:a16="http://schemas.microsoft.com/office/drawing/2014/main" id="{4B41F543-2F2E-9FCF-93B2-B7B643274C2E}"/>
              </a:ext>
            </a:extLst>
          </p:cNvPr>
          <p:cNvSpPr txBox="1"/>
          <p:nvPr/>
        </p:nvSpPr>
        <p:spPr>
          <a:xfrm>
            <a:off x="718959" y="1568656"/>
            <a:ext cx="5766876" cy="20621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latin typeface="Arial"/>
                <a:ea typeface="等线"/>
                <a:cs typeface="Arial"/>
              </a:rPr>
              <a:t>The salary dataset consists of the following columns: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/>
                <a:ea typeface="等线"/>
                <a:cs typeface="Arial"/>
              </a:rPr>
              <a:t>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/>
                <a:ea typeface="等线"/>
                <a:cs typeface="Arial"/>
              </a:rPr>
              <a:t>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err="1">
                <a:latin typeface="Arial"/>
                <a:ea typeface="等线"/>
                <a:cs typeface="Arial"/>
              </a:rPr>
              <a:t>years_of_experience</a:t>
            </a:r>
            <a:endParaRPr lang="en-US" altLang="zh-CN" sz="2000">
              <a:latin typeface="Arial"/>
              <a:ea typeface="等线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/>
                <a:ea typeface="等线"/>
                <a:cs typeface="Arial"/>
              </a:rPr>
              <a:t>salary</a:t>
            </a:r>
          </a:p>
        </p:txBody>
      </p:sp>
      <p:sp>
        <p:nvSpPr>
          <p:cNvPr id="3" name="文本框 9">
            <a:extLst>
              <a:ext uri="{FF2B5EF4-FFF2-40B4-BE49-F238E27FC236}">
                <a16:creationId xmlns:a16="http://schemas.microsoft.com/office/drawing/2014/main" id="{2C4236DA-41DC-0ADC-8BC2-A47F288123B6}"/>
              </a:ext>
            </a:extLst>
          </p:cNvPr>
          <p:cNvSpPr txBox="1"/>
          <p:nvPr/>
        </p:nvSpPr>
        <p:spPr>
          <a:xfrm>
            <a:off x="717012" y="4350168"/>
            <a:ext cx="10479970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/>
              <a:buChar char="•"/>
            </a:pPr>
            <a:endParaRPr lang="en-US" altLang="zh-CN" sz="2400" dirty="0">
              <a:latin typeface="Arial"/>
              <a:ea typeface="等线"/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latin typeface="Arial"/>
                <a:cs typeface="Arial"/>
              </a:rPr>
              <a:t>There are repeated rows.</a:t>
            </a:r>
            <a:endParaRPr lang="en-US" sz="2400" dirty="0">
              <a:latin typeface="Arial"/>
              <a:ea typeface="Calibri" panose="020F0502020204030204"/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latin typeface="Arial"/>
                <a:cs typeface="Arial"/>
              </a:rPr>
              <a:t>Some entries are missing gender information.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latin typeface="Arial"/>
                <a:ea typeface="等线"/>
                <a:cs typeface="Arial"/>
              </a:rPr>
              <a:t>Some salary entries are recorded as </a:t>
            </a:r>
            <a:r>
              <a:rPr lang="en-US" sz="2400" dirty="0" err="1">
                <a:latin typeface="Arial"/>
                <a:ea typeface="等线"/>
                <a:cs typeface="Arial"/>
              </a:rPr>
              <a:t>NaN</a:t>
            </a:r>
            <a:r>
              <a:rPr lang="en-US" sz="2400" dirty="0">
                <a:latin typeface="Arial"/>
                <a:ea typeface="等线"/>
                <a:cs typeface="Arial"/>
              </a:rPr>
              <a:t>.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latin typeface="Arial"/>
                <a:ea typeface="等线"/>
                <a:cs typeface="Arial"/>
              </a:rPr>
              <a:t>Certain participants recorded their years of experience using a scale above 5, whereas the required scale is between 1 and 5. </a:t>
            </a:r>
          </a:p>
          <a:p>
            <a:pPr marL="342900" indent="-342900">
              <a:buFont typeface="Arial"/>
              <a:buChar char="•"/>
            </a:pPr>
            <a:endParaRPr lang="en-US" sz="2400" dirty="0">
              <a:latin typeface="Arial"/>
              <a:ea typeface="等线"/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US" altLang="zh-CN" sz="2400" dirty="0">
              <a:latin typeface="Arial"/>
              <a:ea typeface="等线"/>
              <a:cs typeface="Arial"/>
            </a:endParaRPr>
          </a:p>
        </p:txBody>
      </p:sp>
      <p:sp>
        <p:nvSpPr>
          <p:cNvPr id="4" name="文本框 15">
            <a:extLst>
              <a:ext uri="{FF2B5EF4-FFF2-40B4-BE49-F238E27FC236}">
                <a16:creationId xmlns:a16="http://schemas.microsoft.com/office/drawing/2014/main" id="{DF100CA6-CF74-7338-F65E-E101422C504F}"/>
              </a:ext>
            </a:extLst>
          </p:cNvPr>
          <p:cNvSpPr txBox="1"/>
          <p:nvPr/>
        </p:nvSpPr>
        <p:spPr>
          <a:xfrm>
            <a:off x="717012" y="3611937"/>
            <a:ext cx="6549043" cy="14773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Arial"/>
                <a:cs typeface="Arial"/>
              </a:rPr>
              <a:t>The raw dataset is stored in a CSV file (see reading materials), but it has the following issues:</a:t>
            </a:r>
            <a:endParaRPr lang="en-US" dirty="0">
              <a:latin typeface="Arial"/>
              <a:cs typeface="Arial"/>
            </a:endParaRPr>
          </a:p>
          <a:p>
            <a:endParaRPr lang="en-US"/>
          </a:p>
        </p:txBody>
      </p:sp>
      <p:pic>
        <p:nvPicPr>
          <p:cNvPr id="5" name="图片 2">
            <a:extLst>
              <a:ext uri="{FF2B5EF4-FFF2-40B4-BE49-F238E27FC236}">
                <a16:creationId xmlns:a16="http://schemas.microsoft.com/office/drawing/2014/main" id="{0342D66E-7295-F887-0615-27082BE8F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651" y="1238059"/>
            <a:ext cx="4184914" cy="376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0A174-C688-4B7C-8445-361612B1C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 </a:t>
            </a:r>
            <a:br>
              <a:rPr lang="en-GB" dirty="0"/>
            </a:br>
            <a:endParaRPr lang="en-GB" dirty="0"/>
          </a:p>
        </p:txBody>
      </p:sp>
      <p:sp>
        <p:nvSpPr>
          <p:cNvPr id="4" name="文本框 4">
            <a:extLst>
              <a:ext uri="{FF2B5EF4-FFF2-40B4-BE49-F238E27FC236}">
                <a16:creationId xmlns:a16="http://schemas.microsoft.com/office/drawing/2014/main" id="{3F4E9A3A-B856-577E-7F87-57F9F10D2008}"/>
              </a:ext>
            </a:extLst>
          </p:cNvPr>
          <p:cNvSpPr txBox="1"/>
          <p:nvPr/>
        </p:nvSpPr>
        <p:spPr>
          <a:xfrm>
            <a:off x="874564" y="1919313"/>
            <a:ext cx="10309167" cy="489364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/>
              <a:buChar char="q"/>
            </a:pPr>
            <a:r>
              <a:rPr lang="en-US" sz="2400">
                <a:latin typeface="Arial"/>
                <a:ea typeface="等线"/>
                <a:cs typeface="Arial"/>
              </a:rPr>
              <a:t>Write a MATLAB script to clean this data. After executing the script, the cleaned data should meet the following criteria:</a:t>
            </a:r>
            <a:endParaRPr lang="en-US">
              <a:latin typeface="Arial"/>
              <a:ea typeface="等线"/>
              <a:cs typeface="Arial"/>
            </a:endParaRPr>
          </a:p>
          <a:p>
            <a:endParaRPr lang="en-US" sz="2400" dirty="0">
              <a:latin typeface="Arial"/>
              <a:ea typeface="等线"/>
              <a:cs typeface="Arial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400">
                <a:latin typeface="Arial"/>
                <a:ea typeface="等线"/>
                <a:cs typeface="Arial"/>
              </a:rPr>
              <a:t>Duplicate rows are removed.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400">
                <a:latin typeface="Arial"/>
                <a:ea typeface="等线"/>
                <a:cs typeface="Arial"/>
              </a:rPr>
              <a:t>Missing gender information is filled with 'male'.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400" err="1">
                <a:latin typeface="Arial"/>
                <a:ea typeface="等线"/>
                <a:cs typeface="Arial"/>
              </a:rPr>
              <a:t>NaN</a:t>
            </a:r>
            <a:r>
              <a:rPr lang="en-US" sz="2400">
                <a:latin typeface="Arial"/>
                <a:ea typeface="等线"/>
                <a:cs typeface="Arial"/>
              </a:rPr>
              <a:t> salary values are replaced with the average salary of the other participants.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400">
                <a:latin typeface="Arial"/>
                <a:ea typeface="等线"/>
                <a:cs typeface="Arial"/>
              </a:rPr>
              <a:t>Years of experience values exceeding 5 are capped at 5.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400">
                <a:latin typeface="Arial"/>
                <a:ea typeface="等线"/>
                <a:cs typeface="Arial"/>
              </a:rPr>
              <a:t>The mean and standard deviation of the salary according to years of experience (1-5) are calculated.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/>
              <a:buChar char="•"/>
            </a:pPr>
            <a:endParaRPr lang="en-US" sz="2400" dirty="0">
              <a:latin typeface="Arial"/>
              <a:ea typeface="等线"/>
              <a:cs typeface="Arial"/>
            </a:endParaRPr>
          </a:p>
          <a:p>
            <a:pPr marL="800100" lvl="1" indent="-342900">
              <a:buFont typeface="Arial"/>
              <a:buChar char="•"/>
            </a:pPr>
            <a:endParaRPr lang="en-US" sz="2400" dirty="0">
              <a:latin typeface="Arial"/>
              <a:ea typeface="等线"/>
              <a:cs typeface="Arial"/>
            </a:endParaRPr>
          </a:p>
          <a:p>
            <a:pPr marL="342900" indent="-342900">
              <a:buFont typeface="Wingdings"/>
              <a:buChar char="q"/>
            </a:pPr>
            <a:endParaRPr lang="en-US" sz="2400" dirty="0">
              <a:latin typeface="Arial"/>
              <a:ea typeface="等线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06079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28067-8280-0865-1B6A-02AC9AB87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/>
                <a:cs typeface="Arial"/>
              </a:rPr>
              <a:t>Exercise Reference Solution </a:t>
            </a:r>
            <a:br>
              <a:rPr lang="en-GB" dirty="0"/>
            </a:br>
            <a:endParaRPr lang="en-GB" dirty="0"/>
          </a:p>
        </p:txBody>
      </p:sp>
      <p:sp>
        <p:nvSpPr>
          <p:cNvPr id="3" name="文本框 1">
            <a:extLst>
              <a:ext uri="{FF2B5EF4-FFF2-40B4-BE49-F238E27FC236}">
                <a16:creationId xmlns:a16="http://schemas.microsoft.com/office/drawing/2014/main" id="{10A435E3-B474-00C8-00E6-FC19A7F3D7B2}"/>
              </a:ext>
            </a:extLst>
          </p:cNvPr>
          <p:cNvSpPr txBox="1"/>
          <p:nvPr/>
        </p:nvSpPr>
        <p:spPr>
          <a:xfrm>
            <a:off x="2267377" y="2736872"/>
            <a:ext cx="7657246" cy="83099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T = </a:t>
            </a:r>
            <a:r>
              <a:rPr lang="en-US" altLang="zh-CN" sz="24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readtable</a:t>
            </a:r>
            <a:r>
              <a:rPr lang="en-US" altLang="zh-CN" sz="2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"salary_uncleaned.csv"</a:t>
            </a:r>
            <a:r>
              <a:rPr lang="en-US" altLang="zh-CN" sz="2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2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T2 = unique(T);</a:t>
            </a:r>
          </a:p>
        </p:txBody>
      </p:sp>
      <p:sp>
        <p:nvSpPr>
          <p:cNvPr id="4" name="文本框 7">
            <a:extLst>
              <a:ext uri="{FF2B5EF4-FFF2-40B4-BE49-F238E27FC236}">
                <a16:creationId xmlns:a16="http://schemas.microsoft.com/office/drawing/2014/main" id="{3DF46CDC-03E6-5714-6F41-A11ACC45D7A6}"/>
              </a:ext>
            </a:extLst>
          </p:cNvPr>
          <p:cNvSpPr txBox="1"/>
          <p:nvPr/>
        </p:nvSpPr>
        <p:spPr>
          <a:xfrm>
            <a:off x="949675" y="2021138"/>
            <a:ext cx="752288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latin typeface="Arial"/>
                <a:ea typeface="等线"/>
                <a:cs typeface="Arial"/>
              </a:rPr>
              <a:t>Read the table and remove duplicate rows:</a:t>
            </a:r>
            <a:endParaRPr lang="zh-CN" altLang="en-US" sz="2400" dirty="0">
              <a:latin typeface="Arial"/>
              <a:ea typeface="等线"/>
              <a:cs typeface="Arial"/>
            </a:endParaRPr>
          </a:p>
        </p:txBody>
      </p:sp>
      <p:sp>
        <p:nvSpPr>
          <p:cNvPr id="5" name="文本框 9">
            <a:extLst>
              <a:ext uri="{FF2B5EF4-FFF2-40B4-BE49-F238E27FC236}">
                <a16:creationId xmlns:a16="http://schemas.microsoft.com/office/drawing/2014/main" id="{9D2191C9-BADF-6012-8FCC-E210791C1AEF}"/>
              </a:ext>
            </a:extLst>
          </p:cNvPr>
          <p:cNvSpPr txBox="1"/>
          <p:nvPr/>
        </p:nvSpPr>
        <p:spPr>
          <a:xfrm>
            <a:off x="2267376" y="4882341"/>
            <a:ext cx="7657245" cy="46166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nan_idx</a:t>
            </a:r>
            <a:r>
              <a:rPr lang="en-US" altLang="zh-CN" sz="2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 = find(</a:t>
            </a:r>
            <a:r>
              <a:rPr lang="en-US" altLang="zh-CN" sz="24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isnan</a:t>
            </a:r>
            <a:r>
              <a:rPr lang="en-US" altLang="zh-CN" sz="2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(T2.salary));</a:t>
            </a:r>
          </a:p>
        </p:txBody>
      </p:sp>
      <p:sp>
        <p:nvSpPr>
          <p:cNvPr id="6" name="文本框 10">
            <a:extLst>
              <a:ext uri="{FF2B5EF4-FFF2-40B4-BE49-F238E27FC236}">
                <a16:creationId xmlns:a16="http://schemas.microsoft.com/office/drawing/2014/main" id="{43B27E0E-90C1-1586-35D8-08B094E28A44}"/>
              </a:ext>
            </a:extLst>
          </p:cNvPr>
          <p:cNvSpPr txBox="1"/>
          <p:nvPr/>
        </p:nvSpPr>
        <p:spPr>
          <a:xfrm>
            <a:off x="949675" y="4140093"/>
            <a:ext cx="786578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latin typeface="Arial"/>
                <a:ea typeface="等线"/>
                <a:cs typeface="Arial"/>
              </a:rPr>
              <a:t>Find the index of </a:t>
            </a:r>
            <a:r>
              <a:rPr lang="en-US" altLang="zh-CN" sz="2400" dirty="0" err="1">
                <a:latin typeface="Arial"/>
                <a:ea typeface="等线"/>
                <a:cs typeface="Arial"/>
              </a:rPr>
              <a:t>NaN</a:t>
            </a:r>
            <a:r>
              <a:rPr lang="en-US" altLang="zh-CN" sz="2400" dirty="0">
                <a:latin typeface="Arial"/>
                <a:ea typeface="等线"/>
                <a:cs typeface="Arial"/>
              </a:rPr>
              <a:t> values in the salary column: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590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FF788-EAE8-47C3-8EF3-41F857D7C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/>
                <a:cs typeface="Arial"/>
              </a:rPr>
              <a:t>Exercise Reference Solution </a:t>
            </a:r>
            <a:br>
              <a:rPr lang="en-GB" dirty="0"/>
            </a:br>
            <a:endParaRPr lang="en-GB"/>
          </a:p>
        </p:txBody>
      </p:sp>
      <p:sp>
        <p:nvSpPr>
          <p:cNvPr id="3" name="文本框 1">
            <a:extLst>
              <a:ext uri="{FF2B5EF4-FFF2-40B4-BE49-F238E27FC236}">
                <a16:creationId xmlns:a16="http://schemas.microsoft.com/office/drawing/2014/main" id="{9844FDE6-99D3-3B30-7AE1-D18ABD85AB39}"/>
              </a:ext>
            </a:extLst>
          </p:cNvPr>
          <p:cNvSpPr txBox="1"/>
          <p:nvPr/>
        </p:nvSpPr>
        <p:spPr>
          <a:xfrm>
            <a:off x="959593" y="2461117"/>
            <a:ext cx="9392010" cy="193899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0" i="0" u="none" strike="noStrike" dirty="0">
                <a:solidFill>
                  <a:srgbClr val="0E00FF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lang="en-US" altLang="zh-CN" sz="24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24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nan_idx</a:t>
            </a:r>
            <a:endParaRPr lang="en-US" altLang="zh-CN" sz="24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    T2.salary(</a:t>
            </a:r>
            <a:r>
              <a:rPr lang="en-US" altLang="zh-CN" sz="24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) = 0;</a:t>
            </a:r>
          </a:p>
          <a:p>
            <a:r>
              <a:rPr lang="en-US" altLang="zh-CN" sz="2400" b="0" i="0" u="none" strike="noStrike" dirty="0">
                <a:solidFill>
                  <a:srgbClr val="0E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sz="24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mu = sum(T2.salary)/(length(T2.salary) - length(</a:t>
            </a:r>
            <a:r>
              <a:rPr lang="en-US" altLang="zh-CN" sz="24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nan_idx</a:t>
            </a:r>
            <a:r>
              <a:rPr lang="en-US" altLang="zh-CN" sz="2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));</a:t>
            </a:r>
          </a:p>
        </p:txBody>
      </p:sp>
      <p:sp>
        <p:nvSpPr>
          <p:cNvPr id="4" name="文本框 7">
            <a:extLst>
              <a:ext uri="{FF2B5EF4-FFF2-40B4-BE49-F238E27FC236}">
                <a16:creationId xmlns:a16="http://schemas.microsoft.com/office/drawing/2014/main" id="{AF2E6749-4C03-46D7-0AC5-D12A6B37111B}"/>
              </a:ext>
            </a:extLst>
          </p:cNvPr>
          <p:cNvSpPr txBox="1"/>
          <p:nvPr/>
        </p:nvSpPr>
        <p:spPr>
          <a:xfrm>
            <a:off x="927555" y="1596352"/>
            <a:ext cx="1030752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sz="2400" dirty="0">
                <a:latin typeface="Arial"/>
                <a:ea typeface="等线"/>
                <a:cs typeface="Arial"/>
              </a:rPr>
              <a:t>Set the </a:t>
            </a:r>
            <a:r>
              <a:rPr lang="en-US" altLang="zh-CN" sz="2400" dirty="0" err="1">
                <a:latin typeface="Arial"/>
                <a:ea typeface="等线"/>
                <a:cs typeface="Arial"/>
              </a:rPr>
              <a:t>NaN</a:t>
            </a:r>
            <a:r>
              <a:rPr lang="en-US" altLang="zh-CN" sz="2400" dirty="0">
                <a:latin typeface="Arial"/>
                <a:ea typeface="等线"/>
                <a:cs typeface="Arial"/>
              </a:rPr>
              <a:t> values to 0, thus we can calculate the mean salary of other participants: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9">
            <a:extLst>
              <a:ext uri="{FF2B5EF4-FFF2-40B4-BE49-F238E27FC236}">
                <a16:creationId xmlns:a16="http://schemas.microsoft.com/office/drawing/2014/main" id="{7BEBCEE4-6DB0-C126-6D3E-119E49EBCEA3}"/>
              </a:ext>
            </a:extLst>
          </p:cNvPr>
          <p:cNvSpPr txBox="1"/>
          <p:nvPr/>
        </p:nvSpPr>
        <p:spPr>
          <a:xfrm>
            <a:off x="959593" y="5142741"/>
            <a:ext cx="5388428" cy="120032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da-DK" altLang="zh-CN" sz="2400" b="0" i="0" u="none" strike="noStrike" dirty="0">
                <a:solidFill>
                  <a:srgbClr val="0E00FF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lang="da-DK" altLang="zh-CN" sz="2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i = nan_idx</a:t>
            </a:r>
          </a:p>
          <a:p>
            <a:r>
              <a:rPr lang="da-DK" altLang="zh-CN" sz="2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    T2.salary(i) = mu;</a:t>
            </a:r>
          </a:p>
          <a:p>
            <a:r>
              <a:rPr lang="da-DK" altLang="zh-CN" sz="2400" b="0" i="0" u="none" strike="noStrike" dirty="0">
                <a:solidFill>
                  <a:srgbClr val="0E00FF"/>
                </a:solidFill>
                <a:effectLst/>
                <a:latin typeface="Consolas" panose="020B0609020204030204" pitchFamily="49" charset="0"/>
              </a:rPr>
              <a:t>end</a:t>
            </a:r>
            <a:endParaRPr lang="da-DK" altLang="zh-CN" sz="24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文本框 10">
            <a:extLst>
              <a:ext uri="{FF2B5EF4-FFF2-40B4-BE49-F238E27FC236}">
                <a16:creationId xmlns:a16="http://schemas.microsoft.com/office/drawing/2014/main" id="{54C6CEC5-E7A1-2B4E-0E16-554F75566349}"/>
              </a:ext>
            </a:extLst>
          </p:cNvPr>
          <p:cNvSpPr txBox="1"/>
          <p:nvPr/>
        </p:nvSpPr>
        <p:spPr>
          <a:xfrm>
            <a:off x="926463" y="4623742"/>
            <a:ext cx="904506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sz="2400" dirty="0">
                <a:latin typeface="Arial"/>
                <a:ea typeface="等线"/>
                <a:cs typeface="Arial"/>
              </a:rPr>
              <a:t>Set the </a:t>
            </a:r>
            <a:r>
              <a:rPr lang="en-US" altLang="zh-CN" sz="2400" dirty="0" err="1">
                <a:latin typeface="Arial"/>
                <a:ea typeface="等线"/>
                <a:cs typeface="Arial"/>
              </a:rPr>
              <a:t>NaN</a:t>
            </a:r>
            <a:r>
              <a:rPr lang="en-US" altLang="zh-CN" sz="2400" dirty="0">
                <a:latin typeface="Arial"/>
                <a:ea typeface="等线"/>
                <a:cs typeface="Arial"/>
              </a:rPr>
              <a:t> values to the mean salary of other participants:</a:t>
            </a:r>
            <a:endParaRPr lang="zh-CN" altLang="en-US" sz="2400" dirty="0">
              <a:latin typeface="Arial"/>
              <a:ea typeface="等线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6790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9400D-FE56-DB03-2853-5A1DCA0FD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/>
                <a:cs typeface="Arial"/>
              </a:rPr>
              <a:t>Exercise Reference Solution</a:t>
            </a:r>
            <a:br>
              <a:rPr lang="en-GB" dirty="0"/>
            </a:br>
            <a:endParaRPr lang="en-GB"/>
          </a:p>
        </p:txBody>
      </p:sp>
      <p:sp>
        <p:nvSpPr>
          <p:cNvPr id="3" name="文本框 1">
            <a:extLst>
              <a:ext uri="{FF2B5EF4-FFF2-40B4-BE49-F238E27FC236}">
                <a16:creationId xmlns:a16="http://schemas.microsoft.com/office/drawing/2014/main" id="{2483729C-CA4C-0A53-837A-F1D77C2D56EA}"/>
              </a:ext>
            </a:extLst>
          </p:cNvPr>
          <p:cNvSpPr txBox="1"/>
          <p:nvPr/>
        </p:nvSpPr>
        <p:spPr>
          <a:xfrm>
            <a:off x="3361768" y="2199991"/>
            <a:ext cx="5468464" cy="156966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0" i="0" u="none" strike="noStrike" dirty="0">
                <a:solidFill>
                  <a:srgbClr val="0E00FF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lang="en-US" altLang="zh-CN" sz="24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 = 1:length(T2.gender)</a:t>
            </a:r>
          </a:p>
          <a:p>
            <a:r>
              <a:rPr lang="en-US" altLang="zh-CN" sz="2400" b="0" i="0" u="none" strike="noStrike" dirty="0">
                <a:solidFill>
                  <a:srgbClr val="0E00FF"/>
                </a:solidFill>
                <a:effectLst/>
                <a:latin typeface="Consolas" panose="020B0609020204030204" pitchFamily="49" charset="0"/>
              </a:rPr>
              <a:t>    if </a:t>
            </a:r>
            <a:r>
              <a:rPr lang="en-US" altLang="zh-CN" sz="2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T2.gender{</a:t>
            </a:r>
            <a:r>
              <a:rPr lang="en-US" altLang="zh-CN" sz="24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} == </a:t>
            </a:r>
            <a:r>
              <a:rPr lang="en-US" altLang="zh-CN" sz="24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""</a:t>
            </a:r>
            <a:endParaRPr lang="en-US" altLang="zh-CN" sz="24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        T2.gender{</a:t>
            </a:r>
            <a:r>
              <a:rPr lang="en-US" altLang="zh-CN" sz="24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} = </a:t>
            </a:r>
            <a:r>
              <a:rPr lang="en-US" altLang="zh-CN" sz="24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"male"</a:t>
            </a:r>
            <a:r>
              <a:rPr lang="en-US" altLang="zh-CN" sz="2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2400" b="0" i="0" u="none" strike="noStrike" dirty="0">
                <a:solidFill>
                  <a:srgbClr val="0E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sz="24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文本框 7">
            <a:extLst>
              <a:ext uri="{FF2B5EF4-FFF2-40B4-BE49-F238E27FC236}">
                <a16:creationId xmlns:a16="http://schemas.microsoft.com/office/drawing/2014/main" id="{D5E4D117-7E69-6C4D-ADA9-8079522ACA69}"/>
              </a:ext>
            </a:extLst>
          </p:cNvPr>
          <p:cNvSpPr txBox="1"/>
          <p:nvPr/>
        </p:nvSpPr>
        <p:spPr>
          <a:xfrm>
            <a:off x="857428" y="1649362"/>
            <a:ext cx="7064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Set the gender to “male” if it is absent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C4468AD-86D2-9CE0-DA62-E02366BEBCF6}"/>
              </a:ext>
            </a:extLst>
          </p:cNvPr>
          <p:cNvSpPr txBox="1"/>
          <p:nvPr/>
        </p:nvSpPr>
        <p:spPr>
          <a:xfrm>
            <a:off x="1985675" y="4615717"/>
            <a:ext cx="8376761" cy="193899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</a:rPr>
              <a:t>for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</a:rPr>
              <a:t> = 1:length(T2.years_of_experience)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E00FF"/>
              </a:solidFill>
              <a:effectLst/>
              <a:uLnTx/>
              <a:uFillTx/>
              <a:latin typeface="Consolas" panose="020B0609020204030204" pitchFamily="49" charset="0"/>
              <a:ea typeface="宋体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srgbClr val="0E00FF"/>
                </a:solidFill>
                <a:latin typeface="Consolas" panose="020B0609020204030204" pitchFamily="49" charset="0"/>
                <a:ea typeface="宋体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</a:rPr>
              <a:t>if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</a:rPr>
              <a:t>T2.years_of_experience(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</a:rPr>
              <a:t>) &gt; 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</a:rPr>
              <a:t>        T2.years_of_experience(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</a:rPr>
              <a:t>) = 5;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</a:rPr>
              <a:t>end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宋体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</a:rPr>
              <a:t>end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6" name="文本框 11">
            <a:extLst>
              <a:ext uri="{FF2B5EF4-FFF2-40B4-BE49-F238E27FC236}">
                <a16:creationId xmlns:a16="http://schemas.microsoft.com/office/drawing/2014/main" id="{FD0296B6-ABC7-6F18-3AC0-9578937253CE}"/>
              </a:ext>
            </a:extLst>
          </p:cNvPr>
          <p:cNvSpPr txBox="1"/>
          <p:nvPr/>
        </p:nvSpPr>
        <p:spPr>
          <a:xfrm>
            <a:off x="857662" y="4021530"/>
            <a:ext cx="83767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Set the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years_of_experience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to 5 if it is larger than 5: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926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4CDA8-AD4F-B6F4-1A31-DF57B8C22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/>
                <a:cs typeface="Arial"/>
              </a:rPr>
              <a:t>Exercise Reference Solution</a:t>
            </a:r>
            <a:br>
              <a:rPr lang="en-GB" dirty="0"/>
            </a:br>
            <a:endParaRPr lang="en-GB"/>
          </a:p>
        </p:txBody>
      </p:sp>
      <p:sp>
        <p:nvSpPr>
          <p:cNvPr id="3" name="文本框 1">
            <a:extLst>
              <a:ext uri="{FF2B5EF4-FFF2-40B4-BE49-F238E27FC236}">
                <a16:creationId xmlns:a16="http://schemas.microsoft.com/office/drawing/2014/main" id="{1EF5B763-4E9E-BBCA-0A30-B4166B279641}"/>
              </a:ext>
            </a:extLst>
          </p:cNvPr>
          <p:cNvSpPr txBox="1"/>
          <p:nvPr/>
        </p:nvSpPr>
        <p:spPr>
          <a:xfrm>
            <a:off x="1115294" y="2044357"/>
            <a:ext cx="9040289" cy="138499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100" b="0" i="0" u="none" strike="noStrike" dirty="0">
                <a:solidFill>
                  <a:srgbClr val="0E00FF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lang="en-US" altLang="zh-CN" sz="21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1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 = 1:5</a:t>
            </a:r>
          </a:p>
          <a:p>
            <a:r>
              <a:rPr lang="en-US" altLang="zh-CN" sz="21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    means(</a:t>
            </a:r>
            <a:r>
              <a:rPr lang="en-US" altLang="zh-CN" sz="21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1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) = mean(T2.salary(T2.years_of_experience==</a:t>
            </a:r>
            <a:r>
              <a:rPr lang="en-US" altLang="zh-CN" sz="21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1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zh-CN" sz="21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21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std_devs</a:t>
            </a:r>
            <a:r>
              <a:rPr lang="en-US" altLang="zh-CN" sz="21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1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1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) = std(T2.salary(T2.years_of_experience==</a:t>
            </a:r>
            <a:r>
              <a:rPr lang="en-US" altLang="zh-CN" sz="21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21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zh-CN" sz="2100" b="0" i="0" u="none" strike="noStrike" dirty="0">
                <a:solidFill>
                  <a:srgbClr val="0E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altLang="zh-CN" sz="21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文本框 7">
            <a:extLst>
              <a:ext uri="{FF2B5EF4-FFF2-40B4-BE49-F238E27FC236}">
                <a16:creationId xmlns:a16="http://schemas.microsoft.com/office/drawing/2014/main" id="{AFFD693B-AFA4-F5FE-A9CA-EF1B4DBCBAD1}"/>
              </a:ext>
            </a:extLst>
          </p:cNvPr>
          <p:cNvSpPr txBox="1"/>
          <p:nvPr/>
        </p:nvSpPr>
        <p:spPr>
          <a:xfrm>
            <a:off x="849781" y="1520617"/>
            <a:ext cx="903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Calculate the mean and standard deviation of the salary: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C17F54-6C2C-60E9-36B9-02BA28CEEF0D}"/>
              </a:ext>
            </a:extLst>
          </p:cNvPr>
          <p:cNvSpPr txBox="1"/>
          <p:nvPr/>
        </p:nvSpPr>
        <p:spPr>
          <a:xfrm>
            <a:off x="1526112" y="4382379"/>
            <a:ext cx="5029200" cy="170816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1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bar(means)</a:t>
            </a:r>
          </a:p>
          <a:p>
            <a:r>
              <a:rPr lang="en-US" altLang="zh-CN" sz="21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title(</a:t>
            </a:r>
            <a:r>
              <a:rPr lang="en-US" altLang="zh-CN" sz="21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"Mean for each experience level"</a:t>
            </a:r>
            <a:r>
              <a:rPr lang="en-US" altLang="zh-CN" sz="21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21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US" altLang="zh-CN" sz="21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1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"salary"</a:t>
            </a:r>
            <a:r>
              <a:rPr lang="en-US" altLang="zh-CN" sz="21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21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US" altLang="zh-CN" sz="21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1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"Experience (1-5)"</a:t>
            </a:r>
            <a:r>
              <a:rPr lang="en-US" altLang="zh-CN" sz="21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6" name="文本框 11">
            <a:extLst>
              <a:ext uri="{FF2B5EF4-FFF2-40B4-BE49-F238E27FC236}">
                <a16:creationId xmlns:a16="http://schemas.microsoft.com/office/drawing/2014/main" id="{36053532-5CF9-A9B1-C7AA-4EA3598165AD}"/>
              </a:ext>
            </a:extLst>
          </p:cNvPr>
          <p:cNvSpPr txBox="1"/>
          <p:nvPr/>
        </p:nvSpPr>
        <p:spPr>
          <a:xfrm>
            <a:off x="849781" y="3787697"/>
            <a:ext cx="4577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Bar plotting: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9">
            <a:extLst>
              <a:ext uri="{FF2B5EF4-FFF2-40B4-BE49-F238E27FC236}">
                <a16:creationId xmlns:a16="http://schemas.microsoft.com/office/drawing/2014/main" id="{9FC63135-30CB-7555-97D1-588016B01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724" y="3694044"/>
            <a:ext cx="3677624" cy="290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032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D267613-C8CA-4D4E-B396-AF343031E2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0BAE6D6-DBCD-437F-B67F-10B8932C2642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3.xml><?xml version="1.0" encoding="utf-8"?>
<ds:datastoreItem xmlns:ds="http://schemas.openxmlformats.org/officeDocument/2006/customXml" ds:itemID="{B8435666-B6BC-482B-B724-034CA60E0B3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2132</TotalTime>
  <Words>534</Words>
  <Application>Microsoft Office PowerPoint</Application>
  <PresentationFormat>Widescreen</PresentationFormat>
  <Paragraphs>68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Wingdings</vt:lpstr>
      <vt:lpstr>Office Theme</vt:lpstr>
      <vt:lpstr>Unmarked MATLAB Exercise  Module 3  Miss Yijia Hao, Dr Fengsheng Wei James Watt School of Engineering  </vt:lpstr>
      <vt:lpstr>Exercise </vt:lpstr>
      <vt:lpstr>Exercise  </vt:lpstr>
      <vt:lpstr>Exercise Reference Solution  </vt:lpstr>
      <vt:lpstr>Exercise Reference Solution  </vt:lpstr>
      <vt:lpstr>Exercise Reference Solution </vt:lpstr>
      <vt:lpstr>Exercise Reference Solution 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Minyang Chen (PGR)</cp:lastModifiedBy>
  <cp:revision>183</cp:revision>
  <dcterms:created xsi:type="dcterms:W3CDTF">2021-01-06T14:22:07Z</dcterms:created>
  <dcterms:modified xsi:type="dcterms:W3CDTF">2025-04-09T14:44:36Z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