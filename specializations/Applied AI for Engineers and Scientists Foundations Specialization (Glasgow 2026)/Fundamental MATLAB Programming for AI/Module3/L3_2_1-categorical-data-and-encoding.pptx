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5" r:id="rId7"/>
    <p:sldId id="496" r:id="rId8"/>
    <p:sldId id="500" r:id="rId9"/>
    <p:sldId id="497" r:id="rId10"/>
    <p:sldId id="498" r:id="rId11"/>
    <p:sldId id="499" r:id="rId12"/>
    <p:sldId id="501" r:id="rId13"/>
    <p:sldId id="502" r:id="rId14"/>
    <p:sldId id="503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49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823C2E84-66EB-45C7-A147-7315659E1FB7}"/>
    <pc:docChg chg="modSld">
      <pc:chgData name="Yijia Hao (PGR)" userId="S::2357677h@student.gla.ac.uk::1d38b7b8-6fde-4ddd-9775-af09669ddf4c" providerId="AD" clId="Web-{823C2E84-66EB-45C7-A147-7315659E1FB7}" dt="2024-06-14T12:30:44.882" v="35" actId="20577"/>
      <pc:docMkLst>
        <pc:docMk/>
      </pc:docMkLst>
      <pc:sldChg chg="modSp">
        <pc:chgData name="Yijia Hao (PGR)" userId="S::2357677h@student.gla.ac.uk::1d38b7b8-6fde-4ddd-9775-af09669ddf4c" providerId="AD" clId="Web-{823C2E84-66EB-45C7-A147-7315659E1FB7}" dt="2024-06-14T12:26:01.622" v="0" actId="20577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823C2E84-66EB-45C7-A147-7315659E1FB7}" dt="2024-06-14T12:26:01.622" v="0" actId="20577"/>
          <ac:spMkLst>
            <pc:docMk/>
            <pc:sldMk cId="676015318" sldId="494"/>
            <ac:spMk id="2" creationId="{08CF3D9E-1379-673E-C622-489F4DD8CA19}"/>
          </ac:spMkLst>
        </pc:spChg>
      </pc:sldChg>
      <pc:sldChg chg="modSp addAnim delAnim">
        <pc:chgData name="Yijia Hao (PGR)" userId="S::2357677h@student.gla.ac.uk::1d38b7b8-6fde-4ddd-9775-af09669ddf4c" providerId="AD" clId="Web-{823C2E84-66EB-45C7-A147-7315659E1FB7}" dt="2024-06-14T12:30:44.882" v="35" actId="20577"/>
        <pc:sldMkLst>
          <pc:docMk/>
          <pc:sldMk cId="3016366737" sldId="495"/>
        </pc:sldMkLst>
        <pc:spChg chg="mod">
          <ac:chgData name="Yijia Hao (PGR)" userId="S::2357677h@student.gla.ac.uk::1d38b7b8-6fde-4ddd-9775-af09669ddf4c" providerId="AD" clId="Web-{823C2E84-66EB-45C7-A147-7315659E1FB7}" dt="2024-06-14T12:30:44.882" v="35" actId="20577"/>
          <ac:spMkLst>
            <pc:docMk/>
            <pc:sldMk cId="3016366737" sldId="495"/>
            <ac:spMk id="4" creationId="{7288998E-679D-D60D-723D-3EE50FFF0517}"/>
          </ac:spMkLst>
        </pc:spChg>
      </pc:sldChg>
      <pc:sldChg chg="modSp">
        <pc:chgData name="Yijia Hao (PGR)" userId="S::2357677h@student.gla.ac.uk::1d38b7b8-6fde-4ddd-9775-af09669ddf4c" providerId="AD" clId="Web-{823C2E84-66EB-45C7-A147-7315659E1FB7}" dt="2024-06-14T12:29:19.692" v="21" actId="1076"/>
        <pc:sldMkLst>
          <pc:docMk/>
          <pc:sldMk cId="4191427734" sldId="497"/>
        </pc:sldMkLst>
        <pc:spChg chg="mod">
          <ac:chgData name="Yijia Hao (PGR)" userId="S::2357677h@student.gla.ac.uk::1d38b7b8-6fde-4ddd-9775-af09669ddf4c" providerId="AD" clId="Web-{823C2E84-66EB-45C7-A147-7315659E1FB7}" dt="2024-06-14T12:27:40.907" v="7" actId="20577"/>
          <ac:spMkLst>
            <pc:docMk/>
            <pc:sldMk cId="4191427734" sldId="497"/>
            <ac:spMk id="2" creationId="{67CD7D5B-4062-96D0-FB66-D3C979EC0317}"/>
          </ac:spMkLst>
        </pc:spChg>
        <pc:graphicFrameChg chg="mod">
          <ac:chgData name="Yijia Hao (PGR)" userId="S::2357677h@student.gla.ac.uk::1d38b7b8-6fde-4ddd-9775-af09669ddf4c" providerId="AD" clId="Web-{823C2E84-66EB-45C7-A147-7315659E1FB7}" dt="2024-06-14T12:29:19.692" v="21" actId="1076"/>
          <ac:graphicFrameMkLst>
            <pc:docMk/>
            <pc:sldMk cId="4191427734" sldId="497"/>
            <ac:graphicFrameMk id="3" creationId="{2F0314E3-A14A-7352-FA8E-E0238FE6BA91}"/>
          </ac:graphicFrameMkLst>
        </pc:graphicFrameChg>
      </pc:sldChg>
      <pc:sldChg chg="modSp">
        <pc:chgData name="Yijia Hao (PGR)" userId="S::2357677h@student.gla.ac.uk::1d38b7b8-6fde-4ddd-9775-af09669ddf4c" providerId="AD" clId="Web-{823C2E84-66EB-45C7-A147-7315659E1FB7}" dt="2024-06-14T12:29:41.255" v="26" actId="20577"/>
        <pc:sldMkLst>
          <pc:docMk/>
          <pc:sldMk cId="1950739654" sldId="500"/>
        </pc:sldMkLst>
        <pc:spChg chg="mod">
          <ac:chgData name="Yijia Hao (PGR)" userId="S::2357677h@student.gla.ac.uk::1d38b7b8-6fde-4ddd-9775-af09669ddf4c" providerId="AD" clId="Web-{823C2E84-66EB-45C7-A147-7315659E1FB7}" dt="2024-06-14T12:29:41.255" v="26" actId="20577"/>
          <ac:spMkLst>
            <pc:docMk/>
            <pc:sldMk cId="1950739654" sldId="500"/>
            <ac:spMk id="2" creationId="{69849B00-113F-EE72-374B-546A517DCB2F}"/>
          </ac:spMkLst>
        </pc:spChg>
      </pc:sldChg>
      <pc:sldChg chg="modSp">
        <pc:chgData name="Yijia Hao (PGR)" userId="S::2357677h@student.gla.ac.uk::1d38b7b8-6fde-4ddd-9775-af09669ddf4c" providerId="AD" clId="Web-{823C2E84-66EB-45C7-A147-7315659E1FB7}" dt="2024-06-14T12:28:53.925" v="19" actId="1076"/>
        <pc:sldMkLst>
          <pc:docMk/>
          <pc:sldMk cId="1669940761" sldId="501"/>
        </pc:sldMkLst>
        <pc:picChg chg="mod">
          <ac:chgData name="Yijia Hao (PGR)" userId="S::2357677h@student.gla.ac.uk::1d38b7b8-6fde-4ddd-9775-af09669ddf4c" providerId="AD" clId="Web-{823C2E84-66EB-45C7-A147-7315659E1FB7}" dt="2024-06-14T12:28:53.925" v="19" actId="1076"/>
          <ac:picMkLst>
            <pc:docMk/>
            <pc:sldMk cId="1669940761" sldId="501"/>
            <ac:picMk id="4" creationId="{8A1611E2-F454-A346-212D-4BDDC36B7113}"/>
          </ac:picMkLst>
        </pc:picChg>
      </pc:sldChg>
      <pc:sldChg chg="modSp">
        <pc:chgData name="Yijia Hao (PGR)" userId="S::2357677h@student.gla.ac.uk::1d38b7b8-6fde-4ddd-9775-af09669ddf4c" providerId="AD" clId="Web-{823C2E84-66EB-45C7-A147-7315659E1FB7}" dt="2024-06-14T12:28:03.611" v="13" actId="14100"/>
        <pc:sldMkLst>
          <pc:docMk/>
          <pc:sldMk cId="3383657672" sldId="502"/>
        </pc:sldMkLst>
        <pc:spChg chg="mod">
          <ac:chgData name="Yijia Hao (PGR)" userId="S::2357677h@student.gla.ac.uk::1d38b7b8-6fde-4ddd-9775-af09669ddf4c" providerId="AD" clId="Web-{823C2E84-66EB-45C7-A147-7315659E1FB7}" dt="2024-06-14T12:27:56.314" v="10" actId="14100"/>
          <ac:spMkLst>
            <pc:docMk/>
            <pc:sldMk cId="3383657672" sldId="502"/>
            <ac:spMk id="5" creationId="{FCE8D1FB-91FC-9291-8024-C4A6D872D858}"/>
          </ac:spMkLst>
        </pc:spChg>
        <pc:spChg chg="mod">
          <ac:chgData name="Yijia Hao (PGR)" userId="S::2357677h@student.gla.ac.uk::1d38b7b8-6fde-4ddd-9775-af09669ddf4c" providerId="AD" clId="Web-{823C2E84-66EB-45C7-A147-7315659E1FB7}" dt="2024-06-14T12:28:03.611" v="13" actId="14100"/>
          <ac:spMkLst>
            <pc:docMk/>
            <pc:sldMk cId="3383657672" sldId="502"/>
            <ac:spMk id="15" creationId="{EC3BFF76-E70B-0E96-9B7D-F965D5D3D1E8}"/>
          </ac:spMkLst>
        </pc:spChg>
      </pc:sldChg>
      <pc:sldChg chg="modSp">
        <pc:chgData name="Yijia Hao (PGR)" userId="S::2357677h@student.gla.ac.uk::1d38b7b8-6fde-4ddd-9775-af09669ddf4c" providerId="AD" clId="Web-{823C2E84-66EB-45C7-A147-7315659E1FB7}" dt="2024-06-14T12:28:38.003" v="17" actId="14100"/>
        <pc:sldMkLst>
          <pc:docMk/>
          <pc:sldMk cId="341445591" sldId="503"/>
        </pc:sldMkLst>
        <pc:spChg chg="mod">
          <ac:chgData name="Yijia Hao (PGR)" userId="S::2357677h@student.gla.ac.uk::1d38b7b8-6fde-4ddd-9775-af09669ddf4c" providerId="AD" clId="Web-{823C2E84-66EB-45C7-A147-7315659E1FB7}" dt="2024-06-14T12:28:38.003" v="17" actId="14100"/>
          <ac:spMkLst>
            <pc:docMk/>
            <pc:sldMk cId="341445591" sldId="503"/>
            <ac:spMk id="2" creationId="{FF0F7DDF-DA60-5BAA-BDE5-445BC4E3515A}"/>
          </ac:spMkLst>
        </pc:spChg>
      </pc:sldChg>
    </pc:docChg>
  </pc:docChgLst>
  <pc:docChgLst>
    <pc:chgData name="Yijia Hao (PGR)" userId="S::2357677h@student.gla.ac.uk::1d38b7b8-6fde-4ddd-9775-af09669ddf4c" providerId="AD" clId="Web-{F1A56F3D-BE50-423C-A29E-51315F8AD207}"/>
    <pc:docChg chg="modSld">
      <pc:chgData name="Yijia Hao (PGR)" userId="S::2357677h@student.gla.ac.uk::1d38b7b8-6fde-4ddd-9775-af09669ddf4c" providerId="AD" clId="Web-{F1A56F3D-BE50-423C-A29E-51315F8AD207}" dt="2024-06-13T22:58:30.594" v="8"/>
      <pc:docMkLst>
        <pc:docMk/>
      </pc:docMkLst>
      <pc:sldChg chg="modSp">
        <pc:chgData name="Yijia Hao (PGR)" userId="S::2357677h@student.gla.ac.uk::1d38b7b8-6fde-4ddd-9775-af09669ddf4c" providerId="AD" clId="Web-{F1A56F3D-BE50-423C-A29E-51315F8AD207}" dt="2024-06-13T22:57:48.359" v="1"/>
        <pc:sldMkLst>
          <pc:docMk/>
          <pc:sldMk cId="3016366737" sldId="495"/>
        </pc:sldMkLst>
        <pc:spChg chg="mod">
          <ac:chgData name="Yijia Hao (PGR)" userId="S::2357677h@student.gla.ac.uk::1d38b7b8-6fde-4ddd-9775-af09669ddf4c" providerId="AD" clId="Web-{F1A56F3D-BE50-423C-A29E-51315F8AD207}" dt="2024-06-13T22:57:44.593" v="0"/>
          <ac:spMkLst>
            <pc:docMk/>
            <pc:sldMk cId="3016366737" sldId="495"/>
            <ac:spMk id="5" creationId="{3F5156D8-4E3C-FE83-DBB7-DEF54547199B}"/>
          </ac:spMkLst>
        </pc:spChg>
        <pc:spChg chg="mod">
          <ac:chgData name="Yijia Hao (PGR)" userId="S::2357677h@student.gla.ac.uk::1d38b7b8-6fde-4ddd-9775-af09669ddf4c" providerId="AD" clId="Web-{F1A56F3D-BE50-423C-A29E-51315F8AD207}" dt="2024-06-13T22:57:48.359" v="1"/>
          <ac:spMkLst>
            <pc:docMk/>
            <pc:sldMk cId="3016366737" sldId="495"/>
            <ac:spMk id="6" creationId="{47715496-7119-F093-2C22-5B81A351BB36}"/>
          </ac:spMkLst>
        </pc:spChg>
      </pc:sldChg>
      <pc:sldChg chg="modSp">
        <pc:chgData name="Yijia Hao (PGR)" userId="S::2357677h@student.gla.ac.uk::1d38b7b8-6fde-4ddd-9775-af09669ddf4c" providerId="AD" clId="Web-{F1A56F3D-BE50-423C-A29E-51315F8AD207}" dt="2024-06-13T22:57:53.500" v="2"/>
        <pc:sldMkLst>
          <pc:docMk/>
          <pc:sldMk cId="1111383528" sldId="496"/>
        </pc:sldMkLst>
        <pc:spChg chg="mod">
          <ac:chgData name="Yijia Hao (PGR)" userId="S::2357677h@student.gla.ac.uk::1d38b7b8-6fde-4ddd-9775-af09669ddf4c" providerId="AD" clId="Web-{F1A56F3D-BE50-423C-A29E-51315F8AD207}" dt="2024-06-13T22:57:53.500" v="2"/>
          <ac:spMkLst>
            <pc:docMk/>
            <pc:sldMk cId="1111383528" sldId="496"/>
            <ac:spMk id="4" creationId="{D51431A9-ED69-F13F-1910-B642569992DC}"/>
          </ac:spMkLst>
        </pc:spChg>
      </pc:sldChg>
      <pc:sldChg chg="modSp">
        <pc:chgData name="Yijia Hao (PGR)" userId="S::2357677h@student.gla.ac.uk::1d38b7b8-6fde-4ddd-9775-af09669ddf4c" providerId="AD" clId="Web-{F1A56F3D-BE50-423C-A29E-51315F8AD207}" dt="2024-06-13T22:58:11.266" v="4" actId="14100"/>
        <pc:sldMkLst>
          <pc:docMk/>
          <pc:sldMk cId="4191427734" sldId="497"/>
        </pc:sldMkLst>
        <pc:spChg chg="mod">
          <ac:chgData name="Yijia Hao (PGR)" userId="S::2357677h@student.gla.ac.uk::1d38b7b8-6fde-4ddd-9775-af09669ddf4c" providerId="AD" clId="Web-{F1A56F3D-BE50-423C-A29E-51315F8AD207}" dt="2024-06-13T22:58:11.266" v="4" actId="14100"/>
          <ac:spMkLst>
            <pc:docMk/>
            <pc:sldMk cId="4191427734" sldId="497"/>
            <ac:spMk id="2" creationId="{67CD7D5B-4062-96D0-FB66-D3C979EC0317}"/>
          </ac:spMkLst>
        </pc:spChg>
      </pc:sldChg>
      <pc:sldChg chg="modSp">
        <pc:chgData name="Yijia Hao (PGR)" userId="S::2357677h@student.gla.ac.uk::1d38b7b8-6fde-4ddd-9775-af09669ddf4c" providerId="AD" clId="Web-{F1A56F3D-BE50-423C-A29E-51315F8AD207}" dt="2024-06-13T22:58:18.313" v="5"/>
        <pc:sldMkLst>
          <pc:docMk/>
          <pc:sldMk cId="30832717" sldId="498"/>
        </pc:sldMkLst>
        <pc:spChg chg="mod">
          <ac:chgData name="Yijia Hao (PGR)" userId="S::2357677h@student.gla.ac.uk::1d38b7b8-6fde-4ddd-9775-af09669ddf4c" providerId="AD" clId="Web-{F1A56F3D-BE50-423C-A29E-51315F8AD207}" dt="2024-06-13T22:58:18.313" v="5"/>
          <ac:spMkLst>
            <pc:docMk/>
            <pc:sldMk cId="30832717" sldId="498"/>
            <ac:spMk id="3" creationId="{7F2883FD-3BBD-9D44-FB42-F50360EE90C7}"/>
          </ac:spMkLst>
        </pc:spChg>
      </pc:sldChg>
      <pc:sldChg chg="modSp">
        <pc:chgData name="Yijia Hao (PGR)" userId="S::2357677h@student.gla.ac.uk::1d38b7b8-6fde-4ddd-9775-af09669ddf4c" providerId="AD" clId="Web-{F1A56F3D-BE50-423C-A29E-51315F8AD207}" dt="2024-06-13T22:58:22.844" v="6"/>
        <pc:sldMkLst>
          <pc:docMk/>
          <pc:sldMk cId="3097656838" sldId="499"/>
        </pc:sldMkLst>
        <pc:spChg chg="mod">
          <ac:chgData name="Yijia Hao (PGR)" userId="S::2357677h@student.gla.ac.uk::1d38b7b8-6fde-4ddd-9775-af09669ddf4c" providerId="AD" clId="Web-{F1A56F3D-BE50-423C-A29E-51315F8AD207}" dt="2024-06-13T22:58:22.844" v="6"/>
          <ac:spMkLst>
            <pc:docMk/>
            <pc:sldMk cId="3097656838" sldId="499"/>
            <ac:spMk id="3" creationId="{2D3BDAD2-8E56-4417-30C9-8C010C581901}"/>
          </ac:spMkLst>
        </pc:spChg>
      </pc:sldChg>
      <pc:sldChg chg="modSp">
        <pc:chgData name="Yijia Hao (PGR)" userId="S::2357677h@student.gla.ac.uk::1d38b7b8-6fde-4ddd-9775-af09669ddf4c" providerId="AD" clId="Web-{F1A56F3D-BE50-423C-A29E-51315F8AD207}" dt="2024-06-13T22:58:26.360" v="7"/>
        <pc:sldMkLst>
          <pc:docMk/>
          <pc:sldMk cId="1669940761" sldId="501"/>
        </pc:sldMkLst>
        <pc:spChg chg="mod">
          <ac:chgData name="Yijia Hao (PGR)" userId="S::2357677h@student.gla.ac.uk::1d38b7b8-6fde-4ddd-9775-af09669ddf4c" providerId="AD" clId="Web-{F1A56F3D-BE50-423C-A29E-51315F8AD207}" dt="2024-06-13T22:58:26.360" v="7"/>
          <ac:spMkLst>
            <pc:docMk/>
            <pc:sldMk cId="1669940761" sldId="501"/>
            <ac:spMk id="3" creationId="{5FFF4EB0-3DAC-807E-C004-6FD13F3A7613}"/>
          </ac:spMkLst>
        </pc:spChg>
      </pc:sldChg>
      <pc:sldChg chg="modSp">
        <pc:chgData name="Yijia Hao (PGR)" userId="S::2357677h@student.gla.ac.uk::1d38b7b8-6fde-4ddd-9775-af09669ddf4c" providerId="AD" clId="Web-{F1A56F3D-BE50-423C-A29E-51315F8AD207}" dt="2024-06-13T22:58:30.594" v="8"/>
        <pc:sldMkLst>
          <pc:docMk/>
          <pc:sldMk cId="3383657672" sldId="502"/>
        </pc:sldMkLst>
        <pc:spChg chg="mod">
          <ac:chgData name="Yijia Hao (PGR)" userId="S::2357677h@student.gla.ac.uk::1d38b7b8-6fde-4ddd-9775-af09669ddf4c" providerId="AD" clId="Web-{F1A56F3D-BE50-423C-A29E-51315F8AD207}" dt="2024-06-13T22:58:30.594" v="8"/>
          <ac:spMkLst>
            <pc:docMk/>
            <pc:sldMk cId="3383657672" sldId="502"/>
            <ac:spMk id="3" creationId="{128CCB0D-6226-8044-74C4-396F4D66A861}"/>
          </ac:spMkLst>
        </pc:spChg>
      </pc:sldChg>
    </pc:docChg>
  </pc:docChgLst>
  <pc:docChgLst>
    <pc:chgData name="Yushi Liu (PGR)" userId="S::2109741l@student.gla.ac.uk::0738f1d2-bd1d-4f8b-945a-b877be0bfefb" providerId="AD" clId="Web-{7D67D38A-45A6-4C65-9EC8-8DB3DD592A94}"/>
    <pc:docChg chg="modSld">
      <pc:chgData name="Yushi Liu (PGR)" userId="S::2109741l@student.gla.ac.uk::0738f1d2-bd1d-4f8b-945a-b877be0bfefb" providerId="AD" clId="Web-{7D67D38A-45A6-4C65-9EC8-8DB3DD592A94}" dt="2024-06-14T19:08:24.206" v="5"/>
      <pc:docMkLst>
        <pc:docMk/>
      </pc:docMkLst>
      <pc:sldChg chg="modAnim">
        <pc:chgData name="Yushi Liu (PGR)" userId="S::2109741l@student.gla.ac.uk::0738f1d2-bd1d-4f8b-945a-b877be0bfefb" providerId="AD" clId="Web-{7D67D38A-45A6-4C65-9EC8-8DB3DD592A94}" dt="2024-06-14T19:08:24.206" v="5"/>
        <pc:sldMkLst>
          <pc:docMk/>
          <pc:sldMk cId="3016366737" sldId="495"/>
        </pc:sldMkLst>
      </pc:sldChg>
      <pc:sldChg chg="delAnim">
        <pc:chgData name="Yushi Liu (PGR)" userId="S::2109741l@student.gla.ac.uk::0738f1d2-bd1d-4f8b-945a-b877be0bfefb" providerId="AD" clId="Web-{7D67D38A-45A6-4C65-9EC8-8DB3DD592A94}" dt="2024-06-14T19:07:32.767" v="0"/>
        <pc:sldMkLst>
          <pc:docMk/>
          <pc:sldMk cId="1111383528" sldId="496"/>
        </pc:sldMkLst>
      </pc:sldChg>
      <pc:sldChg chg="delAnim">
        <pc:chgData name="Yushi Liu (PGR)" userId="S::2109741l@student.gla.ac.uk::0738f1d2-bd1d-4f8b-945a-b877be0bfefb" providerId="AD" clId="Web-{7D67D38A-45A6-4C65-9EC8-8DB3DD592A94}" dt="2024-06-14T19:07:40.267" v="1"/>
        <pc:sldMkLst>
          <pc:docMk/>
          <pc:sldMk cId="30832717" sldId="498"/>
        </pc:sldMkLst>
      </pc:sldChg>
      <pc:sldChg chg="delAnim">
        <pc:chgData name="Yushi Liu (PGR)" userId="S::2109741l@student.gla.ac.uk::0738f1d2-bd1d-4f8b-945a-b877be0bfefb" providerId="AD" clId="Web-{7D67D38A-45A6-4C65-9EC8-8DB3DD592A94}" dt="2024-06-14T19:07:50.314" v="2"/>
        <pc:sldMkLst>
          <pc:docMk/>
          <pc:sldMk cId="3097656838" sldId="499"/>
        </pc:sldMkLst>
      </pc:sldChg>
      <pc:sldChg chg="delAnim">
        <pc:chgData name="Yushi Liu (PGR)" userId="S::2109741l@student.gla.ac.uk::0738f1d2-bd1d-4f8b-945a-b877be0bfefb" providerId="AD" clId="Web-{7D67D38A-45A6-4C65-9EC8-8DB3DD592A94}" dt="2024-06-14T19:07:54.205" v="3"/>
        <pc:sldMkLst>
          <pc:docMk/>
          <pc:sldMk cId="1669940761" sldId="501"/>
        </pc:sldMkLst>
      </pc:sldChg>
      <pc:sldChg chg="delAnim">
        <pc:chgData name="Yushi Liu (PGR)" userId="S::2109741l@student.gla.ac.uk::0738f1d2-bd1d-4f8b-945a-b877be0bfefb" providerId="AD" clId="Web-{7D67D38A-45A6-4C65-9EC8-8DB3DD592A94}" dt="2024-06-14T19:07:58.174" v="4"/>
        <pc:sldMkLst>
          <pc:docMk/>
          <pc:sldMk cId="3383657672" sldId="502"/>
        </pc:sldMkLst>
      </pc:sldChg>
    </pc:docChg>
  </pc:docChgLst>
  <pc:docChgLst>
    <pc:chgData name="Yijia Hao (PGR)" userId="S::2357677h@student.gla.ac.uk::1d38b7b8-6fde-4ddd-9775-af09669ddf4c" providerId="AD" clId="Web-{EB3B86DB-E332-4B52-AE2F-6AF6366B6464}"/>
    <pc:docChg chg="modSld">
      <pc:chgData name="Yijia Hao (PGR)" userId="S::2357677h@student.gla.ac.uk::1d38b7b8-6fde-4ddd-9775-af09669ddf4c" providerId="AD" clId="Web-{EB3B86DB-E332-4B52-AE2F-6AF6366B6464}" dt="2024-06-13T22:56:37.346" v="45" actId="20577"/>
      <pc:docMkLst>
        <pc:docMk/>
      </pc:docMkLst>
      <pc:sldChg chg="modSp">
        <pc:chgData name="Yijia Hao (PGR)" userId="S::2357677h@student.gla.ac.uk::1d38b7b8-6fde-4ddd-9775-af09669ddf4c" providerId="AD" clId="Web-{EB3B86DB-E332-4B52-AE2F-6AF6366B6464}" dt="2024-06-13T22:54:54.575" v="16" actId="20577"/>
        <pc:sldMkLst>
          <pc:docMk/>
          <pc:sldMk cId="3016366737" sldId="495"/>
        </pc:sldMkLst>
        <pc:spChg chg="mod">
          <ac:chgData name="Yijia Hao (PGR)" userId="S::2357677h@student.gla.ac.uk::1d38b7b8-6fde-4ddd-9775-af09669ddf4c" providerId="AD" clId="Web-{EB3B86DB-E332-4B52-AE2F-6AF6366B6464}" dt="2024-06-13T22:54:28.340" v="8" actId="20577"/>
          <ac:spMkLst>
            <pc:docMk/>
            <pc:sldMk cId="3016366737" sldId="495"/>
            <ac:spMk id="5" creationId="{3F5156D8-4E3C-FE83-DBB7-DEF54547199B}"/>
          </ac:spMkLst>
        </pc:spChg>
        <pc:spChg chg="mod">
          <ac:chgData name="Yijia Hao (PGR)" userId="S::2357677h@student.gla.ac.uk::1d38b7b8-6fde-4ddd-9775-af09669ddf4c" providerId="AD" clId="Web-{EB3B86DB-E332-4B52-AE2F-6AF6366B6464}" dt="2024-06-13T22:54:54.575" v="16" actId="20577"/>
          <ac:spMkLst>
            <pc:docMk/>
            <pc:sldMk cId="3016366737" sldId="495"/>
            <ac:spMk id="6" creationId="{47715496-7119-F093-2C22-5B81A351BB36}"/>
          </ac:spMkLst>
        </pc:spChg>
      </pc:sldChg>
      <pc:sldChg chg="modSp">
        <pc:chgData name="Yijia Hao (PGR)" userId="S::2357677h@student.gla.ac.uk::1d38b7b8-6fde-4ddd-9775-af09669ddf4c" providerId="AD" clId="Web-{EB3B86DB-E332-4B52-AE2F-6AF6366B6464}" dt="2024-06-13T22:55:09.810" v="18" actId="14100"/>
        <pc:sldMkLst>
          <pc:docMk/>
          <pc:sldMk cId="1111383528" sldId="496"/>
        </pc:sldMkLst>
        <pc:spChg chg="mod">
          <ac:chgData name="Yijia Hao (PGR)" userId="S::2357677h@student.gla.ac.uk::1d38b7b8-6fde-4ddd-9775-af09669ddf4c" providerId="AD" clId="Web-{EB3B86DB-E332-4B52-AE2F-6AF6366B6464}" dt="2024-06-13T22:55:00.216" v="17" actId="20577"/>
          <ac:spMkLst>
            <pc:docMk/>
            <pc:sldMk cId="1111383528" sldId="496"/>
            <ac:spMk id="4" creationId="{D51431A9-ED69-F13F-1910-B642569992DC}"/>
          </ac:spMkLst>
        </pc:spChg>
        <pc:picChg chg="mod">
          <ac:chgData name="Yijia Hao (PGR)" userId="S::2357677h@student.gla.ac.uk::1d38b7b8-6fde-4ddd-9775-af09669ddf4c" providerId="AD" clId="Web-{EB3B86DB-E332-4B52-AE2F-6AF6366B6464}" dt="2024-06-13T22:55:09.810" v="18" actId="14100"/>
          <ac:picMkLst>
            <pc:docMk/>
            <pc:sldMk cId="1111383528" sldId="496"/>
            <ac:picMk id="5" creationId="{7321D43C-3AA4-88EC-56E6-3D0422FE1D61}"/>
          </ac:picMkLst>
        </pc:picChg>
      </pc:sldChg>
      <pc:sldChg chg="modSp">
        <pc:chgData name="Yijia Hao (PGR)" userId="S::2357677h@student.gla.ac.uk::1d38b7b8-6fde-4ddd-9775-af09669ddf4c" providerId="AD" clId="Web-{EB3B86DB-E332-4B52-AE2F-6AF6366B6464}" dt="2024-06-13T22:55:48.515" v="28" actId="20577"/>
        <pc:sldMkLst>
          <pc:docMk/>
          <pc:sldMk cId="30832717" sldId="498"/>
        </pc:sldMkLst>
        <pc:spChg chg="mod">
          <ac:chgData name="Yijia Hao (PGR)" userId="S::2357677h@student.gla.ac.uk::1d38b7b8-6fde-4ddd-9775-af09669ddf4c" providerId="AD" clId="Web-{EB3B86DB-E332-4B52-AE2F-6AF6366B6464}" dt="2024-06-13T22:55:48.515" v="28" actId="20577"/>
          <ac:spMkLst>
            <pc:docMk/>
            <pc:sldMk cId="30832717" sldId="498"/>
            <ac:spMk id="3" creationId="{7F2883FD-3BBD-9D44-FB42-F50360EE90C7}"/>
          </ac:spMkLst>
        </pc:spChg>
      </pc:sldChg>
      <pc:sldChg chg="modSp">
        <pc:chgData name="Yijia Hao (PGR)" userId="S::2357677h@student.gla.ac.uk::1d38b7b8-6fde-4ddd-9775-af09669ddf4c" providerId="AD" clId="Web-{EB3B86DB-E332-4B52-AE2F-6AF6366B6464}" dt="2024-06-13T22:56:14.766" v="38" actId="20577"/>
        <pc:sldMkLst>
          <pc:docMk/>
          <pc:sldMk cId="3097656838" sldId="499"/>
        </pc:sldMkLst>
        <pc:spChg chg="mod">
          <ac:chgData name="Yijia Hao (PGR)" userId="S::2357677h@student.gla.ac.uk::1d38b7b8-6fde-4ddd-9775-af09669ddf4c" providerId="AD" clId="Web-{EB3B86DB-E332-4B52-AE2F-6AF6366B6464}" dt="2024-06-13T22:56:14.766" v="38" actId="20577"/>
          <ac:spMkLst>
            <pc:docMk/>
            <pc:sldMk cId="3097656838" sldId="499"/>
            <ac:spMk id="3" creationId="{2D3BDAD2-8E56-4417-30C9-8C010C581901}"/>
          </ac:spMkLst>
        </pc:spChg>
      </pc:sldChg>
      <pc:sldChg chg="modSp">
        <pc:chgData name="Yijia Hao (PGR)" userId="S::2357677h@student.gla.ac.uk::1d38b7b8-6fde-4ddd-9775-af09669ddf4c" providerId="AD" clId="Web-{EB3B86DB-E332-4B52-AE2F-6AF6366B6464}" dt="2024-06-13T22:56:37.346" v="45" actId="20577"/>
        <pc:sldMkLst>
          <pc:docMk/>
          <pc:sldMk cId="1669940761" sldId="501"/>
        </pc:sldMkLst>
        <pc:spChg chg="mod">
          <ac:chgData name="Yijia Hao (PGR)" userId="S::2357677h@student.gla.ac.uk::1d38b7b8-6fde-4ddd-9775-af09669ddf4c" providerId="AD" clId="Web-{EB3B86DB-E332-4B52-AE2F-6AF6366B6464}" dt="2024-06-13T22:56:37.346" v="45" actId="20577"/>
          <ac:spMkLst>
            <pc:docMk/>
            <pc:sldMk cId="1669940761" sldId="501"/>
            <ac:spMk id="3" creationId="{5FFF4EB0-3DAC-807E-C004-6FD13F3A7613}"/>
          </ac:spMkLst>
        </pc:spChg>
      </pc:sldChg>
    </pc:docChg>
  </pc:docChgLst>
  <pc:docChgLst>
    <pc:chgData name="Yushi Liu (PGR)" userId="S::2109741l@student.gla.ac.uk::0738f1d2-bd1d-4f8b-945a-b877be0bfefb" providerId="AD" clId="Web-{6211B726-2493-412D-A2A8-DE6F76700993}"/>
    <pc:docChg chg="modSld">
      <pc:chgData name="Yushi Liu (PGR)" userId="S::2109741l@student.gla.ac.uk::0738f1d2-bd1d-4f8b-945a-b877be0bfefb" providerId="AD" clId="Web-{6211B726-2493-412D-A2A8-DE6F76700993}" dt="2024-06-15T18:00:36.817" v="2" actId="1076"/>
      <pc:docMkLst>
        <pc:docMk/>
      </pc:docMkLst>
      <pc:sldChg chg="modSp">
        <pc:chgData name="Yushi Liu (PGR)" userId="S::2109741l@student.gla.ac.uk::0738f1d2-bd1d-4f8b-945a-b877be0bfefb" providerId="AD" clId="Web-{6211B726-2493-412D-A2A8-DE6F76700993}" dt="2024-06-15T18:00:36.817" v="2" actId="1076"/>
        <pc:sldMkLst>
          <pc:docMk/>
          <pc:sldMk cId="1111383528" sldId="496"/>
        </pc:sldMkLst>
        <pc:picChg chg="mod">
          <ac:chgData name="Yushi Liu (PGR)" userId="S::2109741l@student.gla.ac.uk::0738f1d2-bd1d-4f8b-945a-b877be0bfefb" providerId="AD" clId="Web-{6211B726-2493-412D-A2A8-DE6F76700993}" dt="2024-06-15T18:00:36.817" v="2" actId="1076"/>
          <ac:picMkLst>
            <pc:docMk/>
            <pc:sldMk cId="1111383528" sldId="496"/>
            <ac:picMk id="5" creationId="{7321D43C-3AA4-88EC-56E6-3D0422FE1D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84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4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24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81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14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16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63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15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79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deeplearning/ref/onehotencod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Categorical Data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Categorical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CF3D9E-1379-673E-C622-489F4DD8CA19}"/>
              </a:ext>
            </a:extLst>
          </p:cNvPr>
          <p:cNvSpPr txBox="1">
            <a:spLocks/>
          </p:cNvSpPr>
          <p:nvPr/>
        </p:nvSpPr>
        <p:spPr>
          <a:xfrm>
            <a:off x="987488" y="1593833"/>
            <a:ext cx="9938659" cy="5529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Item of data can be part of a specified set of categories.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A second handbook could have a condition of “New”, “Like-new”, or “Used”.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Categorical data cannot have multiple assignments within the category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For an animal cannot be a tiger and a sheep.</a:t>
            </a:r>
          </a:p>
          <a:p>
            <a:pPr lvl="1">
              <a:spcBef>
                <a:spcPts val="1200"/>
              </a:spcBef>
            </a:pPr>
            <a:endParaRPr lang="en-GB" dirty="0">
              <a:latin typeface="Arial"/>
              <a:cs typeface="Arial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Categorical data is extremely common, and frequently using in machine learning applications.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Commonly sourced from questionnaires.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Boolean data can also be viewed as a form of categorical data.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e.g., something can be true or false, but not both.</a:t>
            </a:r>
          </a:p>
          <a:p>
            <a:pPr marL="457200" lvl="1" indent="0">
              <a:spcBef>
                <a:spcPts val="1200"/>
              </a:spcBef>
              <a:buNone/>
            </a:pP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Creating a categorical array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8998E-679D-D60D-723D-3EE50FFF0517}"/>
              </a:ext>
            </a:extLst>
          </p:cNvPr>
          <p:cNvSpPr txBox="1">
            <a:spLocks/>
          </p:cNvSpPr>
          <p:nvPr/>
        </p:nvSpPr>
        <p:spPr>
          <a:xfrm>
            <a:off x="1042813" y="1440107"/>
            <a:ext cx="9901995" cy="505121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/>
              <a:t>Categorical arrays can be created in MATLAB using the </a:t>
            </a:r>
            <a:r>
              <a:rPr lang="en-GB" dirty="0">
                <a:latin typeface="Consolas" panose="020B0609020204030204" pitchFamily="49" charset="0"/>
              </a:rPr>
              <a:t>categorical(</a:t>
            </a:r>
            <a:r>
              <a:rPr lang="en-GB" i="1" dirty="0">
                <a:latin typeface="Consolas" panose="020B0609020204030204" pitchFamily="49" charset="0"/>
              </a:rPr>
              <a:t>A</a:t>
            </a:r>
            <a:r>
              <a:rPr lang="en-GB" dirty="0">
                <a:latin typeface="Consolas" panose="020B0609020204030204" pitchFamily="49" charset="0"/>
              </a:rPr>
              <a:t>) </a:t>
            </a:r>
            <a:r>
              <a:rPr lang="en-GB" dirty="0"/>
              <a:t>function.</a:t>
            </a:r>
          </a:p>
          <a:p>
            <a:pPr lvl="1">
              <a:spcBef>
                <a:spcPts val="1200"/>
              </a:spcBef>
            </a:pPr>
            <a:r>
              <a:rPr lang="en-GB" i="1" dirty="0">
                <a:latin typeface="Arial"/>
                <a:cs typeface="Arial"/>
              </a:rPr>
              <a:t>A</a:t>
            </a:r>
            <a:r>
              <a:rPr lang="en-GB" dirty="0">
                <a:latin typeface="Arial"/>
                <a:cs typeface="Arial"/>
              </a:rPr>
              <a:t> is an array like an object that has distinct categories.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The categories could be numbers or strings.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Example creating a categorical array: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spcBef>
                <a:spcPts val="1200"/>
              </a:spcBef>
              <a:buNone/>
            </a:pPr>
            <a:endParaRPr lang="en-GB" sz="900" dirty="0">
              <a:latin typeface="Arial"/>
              <a:cs typeface="Arial"/>
            </a:endParaRPr>
          </a:p>
          <a:p>
            <a:pPr>
              <a:spcBef>
                <a:spcPts val="1200"/>
              </a:spcBef>
            </a:pPr>
            <a:r>
              <a:rPr lang="en-GB" dirty="0"/>
              <a:t>This creates a categorical array of colours 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Creating a second categorical array: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>
              <a:spcBef>
                <a:spcPts val="1200"/>
              </a:spcBef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156D8-4E3C-FE83-DBB7-DEF54547199B}"/>
              </a:ext>
            </a:extLst>
          </p:cNvPr>
          <p:cNvSpPr txBox="1"/>
          <p:nvPr/>
        </p:nvSpPr>
        <p:spPr>
          <a:xfrm>
            <a:off x="994587" y="3637838"/>
            <a:ext cx="9641759" cy="646986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colours = [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"red"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"blue"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"green"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"red"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"blue"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"green"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];</a:t>
            </a:r>
          </a:p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colours = categorical(colours)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;</a:t>
            </a:r>
            <a:endParaRPr lang="en-GB" sz="1600" b="0" i="0" dirty="0">
              <a:solidFill>
                <a:schemeClr val="tx2"/>
              </a:solidFill>
              <a:effectLst/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15496-7119-F093-2C22-5B81A351BB36}"/>
              </a:ext>
            </a:extLst>
          </p:cNvPr>
          <p:cNvSpPr txBox="1"/>
          <p:nvPr/>
        </p:nvSpPr>
        <p:spPr>
          <a:xfrm>
            <a:off x="971508" y="5574715"/>
            <a:ext cx="9574725" cy="646986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shapes = [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"square"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"circle"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"triangle"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"square"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"hexagon"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"hexagon"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];</a:t>
            </a:r>
          </a:p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shapes = categorical(shapes);</a:t>
            </a: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D4BC70FD-DA69-BEA8-DE9B-A5C6D65AC995}"/>
              </a:ext>
            </a:extLst>
          </p:cNvPr>
          <p:cNvSpPr/>
          <p:nvPr/>
        </p:nvSpPr>
        <p:spPr>
          <a:xfrm>
            <a:off x="10546233" y="639353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36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Combining categorical data into tables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DA43-7759-0E3C-71C8-3D3F07E4FBD1}"/>
              </a:ext>
            </a:extLst>
          </p:cNvPr>
          <p:cNvSpPr txBox="1">
            <a:spLocks/>
          </p:cNvSpPr>
          <p:nvPr/>
        </p:nvSpPr>
        <p:spPr>
          <a:xfrm>
            <a:off x="987767" y="1552227"/>
            <a:ext cx="9353556" cy="22546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Categorical data and none categorical data can be combined together into a table.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431A9-ED69-F13F-1910-B642569992DC}"/>
              </a:ext>
            </a:extLst>
          </p:cNvPr>
          <p:cNvSpPr txBox="1"/>
          <p:nvPr/>
        </p:nvSpPr>
        <p:spPr>
          <a:xfrm>
            <a:off x="1075690" y="2299850"/>
            <a:ext cx="10012257" cy="646986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>
                <a:solidFill>
                  <a:schemeClr val="tx2"/>
                </a:solidFill>
                <a:latin typeface="Consolas"/>
              </a:rPr>
              <a:t>w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eights = [1.6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;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2.4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;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3.5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;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2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;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4.0; 3.7];</a:t>
            </a:r>
          </a:p>
          <a:p>
            <a:r>
              <a:rPr lang="en-GB" sz="1600" dirty="0">
                <a:solidFill>
                  <a:schemeClr val="tx2"/>
                </a:solidFill>
                <a:latin typeface="Consolas"/>
              </a:rPr>
              <a:t>objects = table(colours, shapes, weights)</a:t>
            </a:r>
            <a:endParaRPr lang="en-GB" sz="1600" b="0" i="0" dirty="0">
              <a:solidFill>
                <a:schemeClr val="tx2"/>
              </a:solidFill>
              <a:effectLst/>
              <a:latin typeface="Consola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1D43C-3AA4-88EC-56E6-3D0422FE1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677" y="3336654"/>
            <a:ext cx="4072278" cy="27194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矩形 8">
            <a:extLst>
              <a:ext uri="{FF2B5EF4-FFF2-40B4-BE49-F238E27FC236}">
                <a16:creationId xmlns:a16="http://schemas.microsoft.com/office/drawing/2014/main" id="{D5518ABB-5970-F107-6E58-3C7973AB1500}"/>
              </a:ext>
            </a:extLst>
          </p:cNvPr>
          <p:cNvSpPr/>
          <p:nvPr/>
        </p:nvSpPr>
        <p:spPr>
          <a:xfrm>
            <a:off x="10546233" y="639353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38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849B00-113F-EE72-374B-546A517DCB2F}"/>
              </a:ext>
            </a:extLst>
          </p:cNvPr>
          <p:cNvSpPr txBox="1">
            <a:spLocks/>
          </p:cNvSpPr>
          <p:nvPr/>
        </p:nvSpPr>
        <p:spPr>
          <a:xfrm>
            <a:off x="971829" y="1586158"/>
            <a:ext cx="10278678" cy="55295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One way to represent categorical data is via one hot encoding.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The idea behind one hot encoding is to represent the probabilities of a data item belonging to each of the possible discrete categories.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Consider the case where an item that can belong to categories A, B or C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The one hot encoded representation: [P(A),  P(B),  P(C)]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One hot encoding steps for data of known categories:</a:t>
            </a:r>
          </a:p>
          <a:p>
            <a:pPr lvl="1" indent="-342900">
              <a:spcBef>
                <a:spcPts val="1200"/>
              </a:spcBef>
              <a:buFont typeface="+mj-lt"/>
              <a:buAutoNum type="arabicPeriod"/>
            </a:pPr>
            <a:r>
              <a:rPr lang="en-GB" dirty="0">
                <a:latin typeface="Arial"/>
                <a:cs typeface="Arial"/>
              </a:rPr>
              <a:t>For data with N distinct categories, create an array of N elements</a:t>
            </a:r>
          </a:p>
          <a:p>
            <a:pPr lvl="1" indent="-342900">
              <a:spcBef>
                <a:spcPts val="1200"/>
              </a:spcBef>
              <a:buFont typeface="+mj-lt"/>
              <a:buAutoNum type="arabicPeriod"/>
            </a:pPr>
            <a:r>
              <a:rPr lang="en-GB" dirty="0">
                <a:latin typeface="Arial"/>
                <a:cs typeface="Arial"/>
              </a:rPr>
              <a:t>Each category corresponds to one index</a:t>
            </a:r>
          </a:p>
          <a:p>
            <a:pPr lvl="1" indent="-342900">
              <a:spcBef>
                <a:spcPts val="1200"/>
              </a:spcBef>
              <a:buFont typeface="+mj-lt"/>
              <a:buAutoNum type="arabicPeriod"/>
            </a:pPr>
            <a:r>
              <a:rPr lang="en-GB" dirty="0">
                <a:latin typeface="Arial"/>
                <a:cs typeface="Arial"/>
              </a:rPr>
              <a:t>Place a 1 at the index corresponding to an items index</a:t>
            </a:r>
          </a:p>
          <a:p>
            <a:pPr lvl="1" indent="-342900">
              <a:spcBef>
                <a:spcPts val="1200"/>
              </a:spcBef>
              <a:buFont typeface="+mj-lt"/>
              <a:buAutoNum type="arabicPeriod"/>
            </a:pPr>
            <a:r>
              <a:rPr lang="en-GB" dirty="0">
                <a:latin typeface="Arial"/>
                <a:cs typeface="Arial"/>
              </a:rPr>
              <a:t>Place a 0 at all other indices</a:t>
            </a:r>
          </a:p>
        </p:txBody>
      </p:sp>
    </p:spTree>
    <p:extLst>
      <p:ext uri="{BB962C8B-B14F-4D97-AF65-F5344CB8AC3E}">
        <p14:creationId xmlns:p14="http://schemas.microsoft.com/office/powerpoint/2010/main" val="195073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 steps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7CD7D5B-4062-96D0-FB66-D3C979EC0317}"/>
              </a:ext>
            </a:extLst>
          </p:cNvPr>
          <p:cNvSpPr txBox="1">
            <a:spLocks/>
          </p:cNvSpPr>
          <p:nvPr/>
        </p:nvSpPr>
        <p:spPr>
          <a:xfrm>
            <a:off x="991935" y="1551219"/>
            <a:ext cx="10400743" cy="5159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Best understood via an example.</a:t>
            </a:r>
          </a:p>
          <a:p>
            <a:pPr lvl="1"/>
            <a:r>
              <a:rPr lang="en-GB" dirty="0">
                <a:latin typeface="Arial"/>
                <a:cs typeface="Arial"/>
              </a:rPr>
              <a:t>Considering data where an object could be “red”, “blue”, or “green”</a:t>
            </a:r>
          </a:p>
          <a:p>
            <a:pPr lvl="1"/>
            <a:r>
              <a:rPr lang="en-GB" dirty="0">
                <a:latin typeface="Arial"/>
                <a:cs typeface="Arial"/>
              </a:rPr>
              <a:t>Create an array of 3 values. The first element corresponds to “red”, the second to “blue”, and the third to “green”.</a:t>
            </a:r>
          </a:p>
          <a:p>
            <a:pPr lvl="1"/>
            <a:r>
              <a:rPr lang="en-GB" dirty="0">
                <a:latin typeface="Arial"/>
                <a:cs typeface="Arial"/>
              </a:rPr>
              <a:t>For each object we will place “1” in the array at the index that corresponds to the colour, and a “0” everywhere else.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2F0314E3-A14A-7352-FA8E-E0238FE6B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200669"/>
              </p:ext>
            </p:extLst>
          </p:nvPr>
        </p:nvGraphicFramePr>
        <p:xfrm>
          <a:off x="1580319" y="3840880"/>
          <a:ext cx="788669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293">
                  <a:extLst>
                    <a:ext uri="{9D8B030D-6E8A-4147-A177-3AD203B41FA5}">
                      <a16:colId xmlns:a16="http://schemas.microsoft.com/office/drawing/2014/main" val="1218114666"/>
                    </a:ext>
                  </a:extLst>
                </a:gridCol>
                <a:gridCol w="1236293">
                  <a:extLst>
                    <a:ext uri="{9D8B030D-6E8A-4147-A177-3AD203B41FA5}">
                      <a16:colId xmlns:a16="http://schemas.microsoft.com/office/drawing/2014/main" val="4137016312"/>
                    </a:ext>
                  </a:extLst>
                </a:gridCol>
                <a:gridCol w="1236293">
                  <a:extLst>
                    <a:ext uri="{9D8B030D-6E8A-4147-A177-3AD203B41FA5}">
                      <a16:colId xmlns:a16="http://schemas.microsoft.com/office/drawing/2014/main" val="1882325662"/>
                    </a:ext>
                  </a:extLst>
                </a:gridCol>
                <a:gridCol w="1236293">
                  <a:extLst>
                    <a:ext uri="{9D8B030D-6E8A-4147-A177-3AD203B41FA5}">
                      <a16:colId xmlns:a16="http://schemas.microsoft.com/office/drawing/2014/main" val="4142791931"/>
                    </a:ext>
                  </a:extLst>
                </a:gridCol>
                <a:gridCol w="1236293">
                  <a:extLst>
                    <a:ext uri="{9D8B030D-6E8A-4147-A177-3AD203B41FA5}">
                      <a16:colId xmlns:a16="http://schemas.microsoft.com/office/drawing/2014/main" val="4066083541"/>
                    </a:ext>
                  </a:extLst>
                </a:gridCol>
                <a:gridCol w="1705232">
                  <a:extLst>
                    <a:ext uri="{9D8B030D-6E8A-4147-A177-3AD203B41FA5}">
                      <a16:colId xmlns:a16="http://schemas.microsoft.com/office/drawing/2014/main" val="2906682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Red</a:t>
                      </a:r>
                    </a:p>
                    <a:p>
                      <a:pPr algn="ctr"/>
                      <a:r>
                        <a:rPr lang="en-GB" sz="1800" b="0" dirty="0"/>
                        <a:t>P(Red)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Blue</a:t>
                      </a:r>
                    </a:p>
                    <a:p>
                      <a:pPr algn="ctr"/>
                      <a:r>
                        <a:rPr lang="en-GB" sz="1800" b="0" dirty="0"/>
                        <a:t>P(Blue)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Green</a:t>
                      </a:r>
                    </a:p>
                    <a:p>
                      <a:pPr algn="ctr"/>
                      <a:r>
                        <a:rPr lang="en-GB" sz="1800" b="0" dirty="0"/>
                        <a:t>P(Green)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One hot encoded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031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[1, 0, 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50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[0, 1, 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87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/>
                        <a:t>[0, 0, 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380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42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 in MATLAB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6ACEFAF-1838-988D-A0D5-4EE4C86B89B6}"/>
              </a:ext>
            </a:extLst>
          </p:cNvPr>
          <p:cNvSpPr txBox="1">
            <a:spLocks/>
          </p:cNvSpPr>
          <p:nvPr/>
        </p:nvSpPr>
        <p:spPr>
          <a:xfrm>
            <a:off x="407249" y="1488042"/>
            <a:ext cx="9623160" cy="20803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Custom function that takes as an argument a categorical array and outputs a one hot matrix.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883FD-3BBD-9D44-FB42-F50360EE90C7}"/>
              </a:ext>
            </a:extLst>
          </p:cNvPr>
          <p:cNvSpPr txBox="1"/>
          <p:nvPr/>
        </p:nvSpPr>
        <p:spPr>
          <a:xfrm>
            <a:off x="672179" y="2216048"/>
            <a:ext cx="9012997" cy="3356908"/>
          </a:xfrm>
          <a:prstGeom prst="roundRect">
            <a:avLst>
              <a:gd name="adj" fmla="val 4360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/>
              </a:rPr>
              <a:t>function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onehotdata = onehotencode(cat_data)</a:t>
            </a:r>
          </a:p>
          <a:p>
            <a:r>
              <a:rPr lang="en-GB" sz="1600" dirty="0">
                <a:latin typeface="Consolas"/>
              </a:rPr>
              <a:t>   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num_items = length(cat_data);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number of items to encode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latin typeface="Consolas"/>
              </a:rPr>
              <a:t>   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cats = unique(cat_data);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array of categories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latin typeface="Consolas"/>
              </a:rPr>
              <a:t>   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num_cats = length(cats);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number of categories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latin typeface="Consolas"/>
              </a:rPr>
              <a:t>   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onehotdata = zeros(num_items, num_cats);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create output array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solidFill>
                  <a:srgbClr val="0E00FF"/>
                </a:solidFill>
                <a:latin typeface="Consolas"/>
              </a:rPr>
              <a:t>   </a:t>
            </a:r>
            <a:r>
              <a:rPr lang="en-GB" sz="1600" b="0" i="0" dirty="0">
                <a:solidFill>
                  <a:srgbClr val="0E00FF"/>
                </a:solidFill>
                <a:effectLst/>
                <a:latin typeface="Consolas"/>
              </a:rPr>
              <a:t> for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i = 1:1:num_items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loop over items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solidFill>
                  <a:srgbClr val="0E00FF"/>
                </a:solidFill>
                <a:latin typeface="Consolas"/>
              </a:rPr>
              <a:t>       </a:t>
            </a:r>
            <a:r>
              <a:rPr lang="en-GB" sz="1600" b="0" i="0" dirty="0">
                <a:solidFill>
                  <a:srgbClr val="0E00FF"/>
                </a:solidFill>
                <a:effectLst/>
                <a:latin typeface="Consolas"/>
              </a:rPr>
              <a:t> for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j = 1:1:num_cats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loop over categories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solidFill>
                  <a:srgbClr val="0E00FF"/>
                </a:solidFill>
                <a:latin typeface="Consolas"/>
              </a:rPr>
              <a:t>           </a:t>
            </a:r>
            <a:r>
              <a:rPr lang="en-GB" sz="1600" b="0" i="0" dirty="0">
                <a:solidFill>
                  <a:srgbClr val="0E00FF"/>
                </a:solidFill>
                <a:effectLst/>
                <a:latin typeface="Consolas"/>
              </a:rPr>
              <a:t> if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cat_data(i) == cats(j)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if item belongs to category</a:t>
            </a:r>
            <a:endParaRPr lang="en-GB" sz="1600" b="0" i="0" dirty="0">
              <a:effectLst/>
              <a:latin typeface="Consolas"/>
            </a:endParaRPr>
          </a:p>
          <a:p>
            <a:r>
              <a:rPr lang="en-GB" sz="1600" dirty="0">
                <a:latin typeface="Consolas"/>
              </a:rPr>
              <a:t>     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          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onehotdata(i, j) = 1;</a:t>
            </a:r>
          </a:p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            end</a:t>
            </a:r>
            <a:endParaRPr lang="en-GB" sz="1600" b="0" i="0" dirty="0">
              <a:effectLst/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        end</a:t>
            </a:r>
            <a:endParaRPr lang="en-GB" sz="1600" b="0" i="0" dirty="0">
              <a:effectLst/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    end</a:t>
            </a:r>
            <a:endParaRPr lang="en-GB" sz="1600" b="0" i="0" dirty="0">
              <a:effectLst/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GB" sz="1600" b="0" i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CCC4327D-4CE1-EC18-CC97-2678191BFDC7}"/>
              </a:ext>
            </a:extLst>
          </p:cNvPr>
          <p:cNvSpPr/>
          <p:nvPr/>
        </p:nvSpPr>
        <p:spPr>
          <a:xfrm>
            <a:off x="10546233" y="639353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ED24CC-A2BF-FA76-7005-9F33457494B4}"/>
              </a:ext>
            </a:extLst>
          </p:cNvPr>
          <p:cNvSpPr txBox="1">
            <a:spLocks/>
          </p:cNvSpPr>
          <p:nvPr/>
        </p:nvSpPr>
        <p:spPr>
          <a:xfrm>
            <a:off x="407249" y="5599890"/>
            <a:ext cx="10786699" cy="5529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MATLAB has this function </a:t>
            </a:r>
            <a:r>
              <a:rPr lang="en-GB" dirty="0" err="1">
                <a:solidFill>
                  <a:srgbClr val="0070C0"/>
                </a:solidFill>
                <a:latin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onehotencode</a:t>
            </a:r>
            <a:r>
              <a:rPr lang="en-GB" dirty="0">
                <a:latin typeface="Consolas"/>
              </a:rPr>
              <a:t>(data, 2) </a:t>
            </a:r>
            <a:r>
              <a:rPr lang="en-GB" dirty="0"/>
              <a:t>built-in</a:t>
            </a:r>
          </a:p>
          <a:p>
            <a:pPr lvl="1"/>
            <a:r>
              <a:rPr lang="en-GB" dirty="0"/>
              <a:t>It takes an extra input that specifies the dimension along which to encode the data. For 1 dimensional categorical data, this can be 2.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3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 shape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B8E163-2B65-85CB-681B-1152124E66CC}"/>
              </a:ext>
            </a:extLst>
          </p:cNvPr>
          <p:cNvSpPr txBox="1">
            <a:spLocks/>
          </p:cNvSpPr>
          <p:nvPr/>
        </p:nvSpPr>
        <p:spPr>
          <a:xfrm>
            <a:off x="1000042" y="1525517"/>
            <a:ext cx="10003238" cy="55295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Going back to the categorical data of shapes from before: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Returned array has 6 rows (objects) and 4 columns (categories).</a:t>
            </a:r>
            <a:endParaRPr lang="en-GB" dirty="0"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BDAD2-8E56-4417-30C9-8C010C581901}"/>
              </a:ext>
            </a:extLst>
          </p:cNvPr>
          <p:cNvSpPr txBox="1"/>
          <p:nvPr/>
        </p:nvSpPr>
        <p:spPr>
          <a:xfrm>
            <a:off x="1072954" y="1980013"/>
            <a:ext cx="8684228" cy="1129308"/>
          </a:xfrm>
          <a:prstGeom prst="roundRect">
            <a:avLst>
              <a:gd name="adj" fmla="val 9290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shapes = [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"square"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"circle"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"triangle"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"square"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"hexagon"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"hexagon"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];</a:t>
            </a:r>
          </a:p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shapes_cate = categorical(shapes);</a:t>
            </a:r>
            <a:r>
              <a:rPr lang="en-GB" sz="1600" b="0" i="0" dirty="0">
                <a:effectLst/>
                <a:latin typeface="Consolas"/>
              </a:rPr>
              <a:t> 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% convert to categorical array</a:t>
            </a:r>
          </a:p>
          <a:p>
            <a:endParaRPr lang="en-GB" sz="16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2"/>
                </a:solidFill>
                <a:latin typeface="Consolas"/>
              </a:rPr>
              <a:t>onehot_data = onehotencode(shapes_cate, 2)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9E2111-0D63-D3F4-DB26-42147B3FE9AE}"/>
              </a:ext>
            </a:extLst>
          </p:cNvPr>
          <p:cNvGrpSpPr/>
          <p:nvPr/>
        </p:nvGrpSpPr>
        <p:grpSpPr>
          <a:xfrm>
            <a:off x="2482397" y="3137333"/>
            <a:ext cx="3898538" cy="2614379"/>
            <a:chOff x="2467093" y="2634747"/>
            <a:chExt cx="3898538" cy="26143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8BF39C-E315-BE5C-51CA-A92C1FB95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2656" y="3191449"/>
              <a:ext cx="2912975" cy="205767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324FB50-1011-C19C-D575-BCC2E551AB0A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75" y="3499338"/>
              <a:ext cx="0" cy="1644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18167B-85A3-3924-3A5F-90D4B82951B7}"/>
                </a:ext>
              </a:extLst>
            </p:cNvPr>
            <p:cNvSpPr txBox="1"/>
            <p:nvPr/>
          </p:nvSpPr>
          <p:spPr>
            <a:xfrm>
              <a:off x="2467093" y="3797468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items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A7E447C-FF1E-7306-71A7-7702362DF202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99" y="3061851"/>
              <a:ext cx="25937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03A5B3-7027-8E08-BC55-F926E6740F98}"/>
                </a:ext>
              </a:extLst>
            </p:cNvPr>
            <p:cNvSpPr txBox="1"/>
            <p:nvPr/>
          </p:nvSpPr>
          <p:spPr>
            <a:xfrm>
              <a:off x="4001619" y="2634747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categories</a:t>
              </a:r>
            </a:p>
          </p:txBody>
        </p:sp>
      </p:grpSp>
      <p:sp>
        <p:nvSpPr>
          <p:cNvPr id="12" name="矩形 8">
            <a:extLst>
              <a:ext uri="{FF2B5EF4-FFF2-40B4-BE49-F238E27FC236}">
                <a16:creationId xmlns:a16="http://schemas.microsoft.com/office/drawing/2014/main" id="{66857390-D5CC-72DD-9A58-FEF6A475570F}"/>
              </a:ext>
            </a:extLst>
          </p:cNvPr>
          <p:cNvSpPr/>
          <p:nvPr/>
        </p:nvSpPr>
        <p:spPr>
          <a:xfrm>
            <a:off x="10546233" y="639353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65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 higher dimensional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D75F32-EA7F-D1B1-CD99-49FA59515ED4}"/>
              </a:ext>
            </a:extLst>
          </p:cNvPr>
          <p:cNvSpPr txBox="1">
            <a:spLocks/>
          </p:cNvSpPr>
          <p:nvPr/>
        </p:nvSpPr>
        <p:spPr>
          <a:xfrm>
            <a:off x="851221" y="1679893"/>
            <a:ext cx="10018942" cy="32560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GB" dirty="0"/>
              <a:t>Create a 2-dimensional categorical array, with 4 rows and 6 columns.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4EB0-3DAC-807E-C004-6FD13F3A7613}"/>
              </a:ext>
            </a:extLst>
          </p:cNvPr>
          <p:cNvSpPr txBox="1"/>
          <p:nvPr/>
        </p:nvSpPr>
        <p:spPr>
          <a:xfrm>
            <a:off x="1471125" y="2307259"/>
            <a:ext cx="7886700" cy="1400235"/>
          </a:xfrm>
          <a:prstGeom prst="roundRect">
            <a:avLst>
              <a:gd name="adj" fmla="val 9461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dirty="0">
                <a:solidFill>
                  <a:schemeClr val="tx2"/>
                </a:solidFill>
                <a:latin typeface="Consolas"/>
              </a:rPr>
              <a:t>c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at_1 = repmat(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"red"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, 2, 6)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 % 2 row 6 column matrix of “red”</a:t>
            </a:r>
            <a:r>
              <a:rPr lang="en-GB" sz="1600" dirty="0">
                <a:solidFill>
                  <a:srgbClr val="008013"/>
                </a:solidFill>
                <a:latin typeface="Consolas"/>
              </a:rPr>
              <a:t> </a:t>
            </a:r>
            <a:endParaRPr lang="en-GB" sz="1600" b="0" i="0" dirty="0">
              <a:effectLst/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2"/>
                </a:solidFill>
                <a:latin typeface="Consolas"/>
              </a:rPr>
              <a:t>cat_2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= repmat</a:t>
            </a:r>
            <a:r>
              <a:rPr lang="en-GB" sz="1600" b="0" i="0" dirty="0">
                <a:effectLst/>
                <a:latin typeface="Consolas"/>
              </a:rPr>
              <a:t>(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"blue"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, 2, 2)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 % 2 by 2 matrix of “blue”</a:t>
            </a:r>
            <a:r>
              <a:rPr lang="en-GB" sz="1600" dirty="0">
                <a:solidFill>
                  <a:srgbClr val="008013"/>
                </a:solidFill>
                <a:latin typeface="Consolas"/>
              </a:rPr>
              <a:t> </a:t>
            </a:r>
            <a:endParaRPr lang="en-GB" sz="1600" b="0" i="0" dirty="0">
              <a:effectLst/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2"/>
                </a:solidFill>
                <a:latin typeface="Consolas"/>
              </a:rPr>
              <a:t>cat_3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= repmat(</a:t>
            </a:r>
            <a:r>
              <a:rPr lang="en-GB" sz="1600" b="0" i="0" dirty="0">
                <a:solidFill>
                  <a:srgbClr val="A709F5"/>
                </a:solidFill>
                <a:effectLst/>
                <a:latin typeface="Consolas"/>
              </a:rPr>
              <a:t>"green"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, 2, 2)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 % 2 by </a:t>
            </a:r>
            <a:r>
              <a:rPr lang="en-GB" sz="1600" dirty="0">
                <a:solidFill>
                  <a:srgbClr val="008013"/>
                </a:solidFill>
                <a:latin typeface="Consolas"/>
              </a:rPr>
              <a:t>2</a:t>
            </a:r>
            <a:r>
              <a:rPr lang="en-GB" sz="1600" b="0" i="0" dirty="0">
                <a:solidFill>
                  <a:srgbClr val="008013"/>
                </a:solidFill>
                <a:effectLst/>
                <a:latin typeface="Consolas"/>
              </a:rPr>
              <a:t> matrix of “green”</a:t>
            </a:r>
            <a:r>
              <a:rPr lang="en-GB" sz="1600" dirty="0">
                <a:solidFill>
                  <a:srgbClr val="008013"/>
                </a:solidFill>
                <a:latin typeface="Consolas"/>
              </a:rPr>
              <a:t> </a:t>
            </a:r>
            <a:endParaRPr lang="en-GB" sz="1600" b="0" i="0" dirty="0">
              <a:solidFill>
                <a:srgbClr val="008013"/>
              </a:solidFill>
              <a:effectLst/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8013"/>
              </a:solidFill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cat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_arr = categorical(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[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c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at_1 ;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 cat_2,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cat_3,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 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cat_2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]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611E2-F454-A346-212D-4BDDC36B71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182" t="-2329" r="-1"/>
          <a:stretch/>
        </p:blipFill>
        <p:spPr>
          <a:xfrm>
            <a:off x="2551316" y="4154208"/>
            <a:ext cx="5783414" cy="18889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CFAFD268-1420-63FE-9527-2665B325F89C}"/>
              </a:ext>
            </a:extLst>
          </p:cNvPr>
          <p:cNvSpPr/>
          <p:nvPr/>
        </p:nvSpPr>
        <p:spPr>
          <a:xfrm>
            <a:off x="10546233" y="639353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94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 higher dimensional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216395-5180-980F-F9E8-421903EB2192}"/>
              </a:ext>
            </a:extLst>
          </p:cNvPr>
          <p:cNvSpPr txBox="1">
            <a:spLocks/>
          </p:cNvSpPr>
          <p:nvPr/>
        </p:nvSpPr>
        <p:spPr>
          <a:xfrm>
            <a:off x="998123" y="1519891"/>
            <a:ext cx="7886700" cy="51967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GB"/>
              <a:t>One hot encoding this array: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CCB0D-6226-8044-74C4-396F4D66A861}"/>
              </a:ext>
            </a:extLst>
          </p:cNvPr>
          <p:cNvSpPr txBox="1"/>
          <p:nvPr/>
        </p:nvSpPr>
        <p:spPr>
          <a:xfrm>
            <a:off x="1217930" y="2140253"/>
            <a:ext cx="3372617" cy="408623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0" dirty="0">
                <a:effectLst/>
                <a:latin typeface="Consolas" panose="020B0609020204030204" pitchFamily="49" charset="0"/>
              </a:rPr>
              <a:t>onehotencode(cat_arr, 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57D52-95B0-33C8-9C4A-B9FFF839BD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182" t="-2329" r="-1"/>
          <a:stretch/>
        </p:blipFill>
        <p:spPr>
          <a:xfrm>
            <a:off x="1120986" y="4940233"/>
            <a:ext cx="4418988" cy="164508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E8D1FB-91FC-9291-8024-C4A6D872D858}"/>
              </a:ext>
            </a:extLst>
          </p:cNvPr>
          <p:cNvSpPr txBox="1"/>
          <p:nvPr/>
        </p:nvSpPr>
        <p:spPr>
          <a:xfrm>
            <a:off x="1133624" y="3803943"/>
            <a:ext cx="47758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/>
              <a:t>Array has dimensions: 4, 6, 3.</a:t>
            </a:r>
            <a:endParaRPr lang="en-GB" sz="2400" dirty="0">
              <a:ea typeface="Calibri"/>
              <a:cs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9D9C56-9953-780B-CA8B-D5451C345EAF}"/>
              </a:ext>
            </a:extLst>
          </p:cNvPr>
          <p:cNvGrpSpPr/>
          <p:nvPr/>
        </p:nvGrpSpPr>
        <p:grpSpPr>
          <a:xfrm>
            <a:off x="6117294" y="1874864"/>
            <a:ext cx="3795756" cy="4572638"/>
            <a:chOff x="4843908" y="1373638"/>
            <a:chExt cx="3795756" cy="45726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E3354D5-849B-5040-95F1-E5E1BA92E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0765" y="1373638"/>
              <a:ext cx="3038899" cy="457263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85BE0327-C097-4309-CEE1-A1AC68A33AFE}"/>
                </a:ext>
              </a:extLst>
            </p:cNvPr>
            <p:cNvSpPr/>
            <p:nvPr/>
          </p:nvSpPr>
          <p:spPr>
            <a:xfrm rot="10800000">
              <a:off x="5516259" y="2364804"/>
              <a:ext cx="429586" cy="870542"/>
            </a:xfrm>
            <a:prstGeom prst="righ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BE2C02-E4AC-FE31-DBE8-9B7A8823C690}"/>
                </a:ext>
              </a:extLst>
            </p:cNvPr>
            <p:cNvSpPr/>
            <p:nvPr/>
          </p:nvSpPr>
          <p:spPr>
            <a:xfrm rot="10800000">
              <a:off x="5525051" y="3747640"/>
              <a:ext cx="452204" cy="870541"/>
            </a:xfrm>
            <a:prstGeom prst="righ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62D410F-4033-6170-1188-80B0CDEE7A55}"/>
                </a:ext>
              </a:extLst>
            </p:cNvPr>
            <p:cNvSpPr/>
            <p:nvPr/>
          </p:nvSpPr>
          <p:spPr>
            <a:xfrm rot="10800000">
              <a:off x="5567601" y="5075736"/>
              <a:ext cx="362077" cy="870540"/>
            </a:xfrm>
            <a:prstGeom prst="righ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DD7819-1D23-07AE-C842-E369B6F5FDDA}"/>
                </a:ext>
              </a:extLst>
            </p:cNvPr>
            <p:cNvSpPr txBox="1"/>
            <p:nvPr/>
          </p:nvSpPr>
          <p:spPr>
            <a:xfrm>
              <a:off x="5103872" y="5309761"/>
              <a:ext cx="9274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B13496-0D00-AD64-8B40-9ABBCBC7779F}"/>
                </a:ext>
              </a:extLst>
            </p:cNvPr>
            <p:cNvSpPr txBox="1"/>
            <p:nvPr/>
          </p:nvSpPr>
          <p:spPr>
            <a:xfrm>
              <a:off x="4843908" y="3913148"/>
              <a:ext cx="9274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green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294B33-4FFB-2CEA-83E2-5BEBB80DD557}"/>
                </a:ext>
              </a:extLst>
            </p:cNvPr>
            <p:cNvSpPr txBox="1"/>
            <p:nvPr/>
          </p:nvSpPr>
          <p:spPr>
            <a:xfrm>
              <a:off x="4929844" y="2569287"/>
              <a:ext cx="9274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blue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C3BFF76-E70B-0E96-9B7D-F965D5D3D1E8}"/>
              </a:ext>
            </a:extLst>
          </p:cNvPr>
          <p:cNvSpPr txBox="1"/>
          <p:nvPr/>
        </p:nvSpPr>
        <p:spPr>
          <a:xfrm>
            <a:off x="1143271" y="2725739"/>
            <a:ext cx="475100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/>
              <a:t>Because data is now 2 dimensional, then the final argument should be at least 3.</a:t>
            </a:r>
          </a:p>
        </p:txBody>
      </p:sp>
      <p:sp>
        <p:nvSpPr>
          <p:cNvPr id="17" name="矩形 8">
            <a:extLst>
              <a:ext uri="{FF2B5EF4-FFF2-40B4-BE49-F238E27FC236}">
                <a16:creationId xmlns:a16="http://schemas.microsoft.com/office/drawing/2014/main" id="{9B5D0F8F-91D9-8863-B0E2-B26874D3CF5C}"/>
              </a:ext>
            </a:extLst>
          </p:cNvPr>
          <p:cNvSpPr/>
          <p:nvPr/>
        </p:nvSpPr>
        <p:spPr>
          <a:xfrm>
            <a:off x="10546233" y="6393538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6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One hot encoding purpose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F0F7DDF-DA60-5BAA-BDE5-445BC4E3515A}"/>
              </a:ext>
            </a:extLst>
          </p:cNvPr>
          <p:cNvSpPr txBox="1">
            <a:spLocks/>
          </p:cNvSpPr>
          <p:nvPr/>
        </p:nvSpPr>
        <p:spPr>
          <a:xfrm>
            <a:off x="558030" y="1531363"/>
            <a:ext cx="9612336" cy="50861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One hot encoding is used because it can represent the probability of an item belonging to a category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8CDAFC-0A0E-DB21-6AA1-3B6BCEFB8CF0}"/>
              </a:ext>
            </a:extLst>
          </p:cNvPr>
          <p:cNvSpPr txBox="1">
            <a:spLocks/>
          </p:cNvSpPr>
          <p:nvPr/>
        </p:nvSpPr>
        <p:spPr>
          <a:xfrm>
            <a:off x="558030" y="2366971"/>
            <a:ext cx="11306868" cy="50861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Times New Roman"/>
              </a:rPr>
              <a:t>The entries for each object do not need to be 1, and the sum of them is 1.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For instance, for a given picture of an animal, a machine learning model could predict the probabilities of the animal’s species. 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Times New Roman"/>
              </a:rPr>
              <a:t>E.g., [0.25, 0.25, 0.25, 0.25], would mean that there is an equal probability of an item belonging to 4 different categories.</a:t>
            </a:r>
            <a:endParaRPr lang="en-GB" dirty="0">
              <a:latin typeface="Arial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If we know the true species of the animal, then we can compare the predicted probabilities to the real probabilities.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This allows us to ascertain how good a machine learning model is performing.</a:t>
            </a:r>
          </a:p>
        </p:txBody>
      </p:sp>
    </p:spTree>
    <p:extLst>
      <p:ext uri="{BB962C8B-B14F-4D97-AF65-F5344CB8AC3E}">
        <p14:creationId xmlns:p14="http://schemas.microsoft.com/office/powerpoint/2010/main" val="34144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677E4857-399A-4C0C-82FC-90A105816D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1939</TotalTime>
  <Words>1118</Words>
  <Application>Microsoft Office PowerPoint</Application>
  <PresentationFormat>Widescreen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Times New Roman</vt:lpstr>
      <vt:lpstr>Office Theme</vt:lpstr>
      <vt:lpstr>Categorical Data  </vt:lpstr>
      <vt:lpstr>Categorical Data</vt:lpstr>
      <vt:lpstr>Creating a categorical array</vt:lpstr>
      <vt:lpstr>Combining categorical data into tables</vt:lpstr>
      <vt:lpstr>One hot encoding</vt:lpstr>
      <vt:lpstr>One hot encoding steps</vt:lpstr>
      <vt:lpstr>One hot encoding in MATLAB</vt:lpstr>
      <vt:lpstr>One hot encoding shape data</vt:lpstr>
      <vt:lpstr>One hot encoding higher dimensional data</vt:lpstr>
      <vt:lpstr>One hot encoding higher dimensional data</vt:lpstr>
      <vt:lpstr>One hot encoding purpose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142</cp:revision>
  <dcterms:created xsi:type="dcterms:W3CDTF">2021-01-06T14:22:07Z</dcterms:created>
  <dcterms:modified xsi:type="dcterms:W3CDTF">2024-06-26T11:18:39Z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