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A00B6-42E2-40BF-8372-6718DEBAE215}" v="1" dt="2024-07-01T10:01:51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4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jia Hao (PGR)" userId="S::2357677h@student.gla.ac.uk::1d38b7b8-6fde-4ddd-9775-af09669ddf4c" providerId="AD" clId="Web-{C97DB90F-927F-4967-9549-422141CFED7C}"/>
    <pc:docChg chg="modSld">
      <pc:chgData name="Yijia Hao (PGR)" userId="S::2357677h@student.gla.ac.uk::1d38b7b8-6fde-4ddd-9775-af09669ddf4c" providerId="AD" clId="Web-{C97DB90F-927F-4967-9549-422141CFED7C}" dt="2024-06-14T12:21:26.860" v="4" actId="1076"/>
      <pc:docMkLst>
        <pc:docMk/>
      </pc:docMkLst>
      <pc:sldChg chg="modSp">
        <pc:chgData name="Yijia Hao (PGR)" userId="S::2357677h@student.gla.ac.uk::1d38b7b8-6fde-4ddd-9775-af09669ddf4c" providerId="AD" clId="Web-{C97DB90F-927F-4967-9549-422141CFED7C}" dt="2024-06-14T12:21:26.860" v="4" actId="1076"/>
        <pc:sldMkLst>
          <pc:docMk/>
          <pc:sldMk cId="2052151054" sldId="497"/>
        </pc:sldMkLst>
        <pc:spChg chg="mod">
          <ac:chgData name="Yijia Hao (PGR)" userId="S::2357677h@student.gla.ac.uk::1d38b7b8-6fde-4ddd-9775-af09669ddf4c" providerId="AD" clId="Web-{C97DB90F-927F-4967-9549-422141CFED7C}" dt="2024-06-14T12:21:20.782" v="3" actId="1076"/>
          <ac:spMkLst>
            <pc:docMk/>
            <pc:sldMk cId="2052151054" sldId="497"/>
            <ac:spMk id="2" creationId="{1F8C9790-38B6-B128-B1B3-CC44A54D49E3}"/>
          </ac:spMkLst>
        </pc:spChg>
        <pc:spChg chg="mod">
          <ac:chgData name="Yijia Hao (PGR)" userId="S::2357677h@student.gla.ac.uk::1d38b7b8-6fde-4ddd-9775-af09669ddf4c" providerId="AD" clId="Web-{C97DB90F-927F-4967-9549-422141CFED7C}" dt="2024-06-14T12:21:26.860" v="4" actId="1076"/>
          <ac:spMkLst>
            <pc:docMk/>
            <pc:sldMk cId="2052151054" sldId="497"/>
            <ac:spMk id="3" creationId="{5BFFCB35-A632-F19A-4D6E-4E5F8C16299D}"/>
          </ac:spMkLst>
        </pc:spChg>
      </pc:sldChg>
    </pc:docChg>
  </pc:docChgLst>
  <pc:docChgLst>
    <pc:chgData name="Yijia Hao (PGR)" userId="S::2357677h@student.gla.ac.uk::1d38b7b8-6fde-4ddd-9775-af09669ddf4c" providerId="AD" clId="Web-{EB0156AE-1EA2-4D8B-BFD0-755EB63BAB88}"/>
    <pc:docChg chg="modSld">
      <pc:chgData name="Yijia Hao (PGR)" userId="S::2357677h@student.gla.ac.uk::1d38b7b8-6fde-4ddd-9775-af09669ddf4c" providerId="AD" clId="Web-{EB0156AE-1EA2-4D8B-BFD0-755EB63BAB88}" dt="2024-06-14T12:16:09.005" v="1" actId="20577"/>
      <pc:docMkLst>
        <pc:docMk/>
      </pc:docMkLst>
      <pc:sldChg chg="modSp">
        <pc:chgData name="Yijia Hao (PGR)" userId="S::2357677h@student.gla.ac.uk::1d38b7b8-6fde-4ddd-9775-af09669ddf4c" providerId="AD" clId="Web-{EB0156AE-1EA2-4D8B-BFD0-755EB63BAB88}" dt="2024-06-14T12:16:09.005" v="1" actId="20577"/>
        <pc:sldMkLst>
          <pc:docMk/>
          <pc:sldMk cId="2052151054" sldId="497"/>
        </pc:sldMkLst>
        <pc:spChg chg="mod">
          <ac:chgData name="Yijia Hao (PGR)" userId="S::2357677h@student.gla.ac.uk::1d38b7b8-6fde-4ddd-9775-af09669ddf4c" providerId="AD" clId="Web-{EB0156AE-1EA2-4D8B-BFD0-755EB63BAB88}" dt="2024-06-14T12:16:09.005" v="1" actId="20577"/>
          <ac:spMkLst>
            <pc:docMk/>
            <pc:sldMk cId="2052151054" sldId="497"/>
            <ac:spMk id="2" creationId="{1F8C9790-38B6-B128-B1B3-CC44A54D49E3}"/>
          </ac:spMkLst>
        </pc:spChg>
      </pc:sldChg>
    </pc:docChg>
  </pc:docChgLst>
  <pc:docChgLst>
    <pc:chgData name="Liangyue Yu (PGR)" userId="S::2522553y@student.gla.ac.uk::6b5e3eec-90ec-4566-b7ba-930254322436" providerId="AD" clId="Web-{3BAA00B6-42E2-40BF-8372-6718DEBAE215}"/>
    <pc:docChg chg="modSld">
      <pc:chgData name="Liangyue Yu (PGR)" userId="S::2522553y@student.gla.ac.uk::6b5e3eec-90ec-4566-b7ba-930254322436" providerId="AD" clId="Web-{3BAA00B6-42E2-40BF-8372-6718DEBAE215}" dt="2024-07-01T10:01:51.062" v="0" actId="1076"/>
      <pc:docMkLst>
        <pc:docMk/>
      </pc:docMkLst>
      <pc:sldChg chg="modSp">
        <pc:chgData name="Liangyue Yu (PGR)" userId="S::2522553y@student.gla.ac.uk::6b5e3eec-90ec-4566-b7ba-930254322436" providerId="AD" clId="Web-{3BAA00B6-42E2-40BF-8372-6718DEBAE215}" dt="2024-07-01T10:01:51.062" v="0" actId="1076"/>
        <pc:sldMkLst>
          <pc:docMk/>
          <pc:sldMk cId="4244171547" sldId="256"/>
        </pc:sldMkLst>
        <pc:picChg chg="mod">
          <ac:chgData name="Liangyue Yu (PGR)" userId="S::2522553y@student.gla.ac.uk::6b5e3eec-90ec-4566-b7ba-930254322436" providerId="AD" clId="Web-{3BAA00B6-42E2-40BF-8372-6718DEBAE215}" dt="2024-07-01T10:01:51.062" v="0" actId="1076"/>
          <ac:picMkLst>
            <pc:docMk/>
            <pc:sldMk cId="4244171547" sldId="256"/>
            <ac:picMk id="6" creationId="{BAB3C4BD-A67A-4D47-6D5C-637F167E7C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95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00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01/07/2024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13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Import/Export Tables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024532" cy="888786"/>
          </a:xfrm>
        </p:spPr>
        <p:txBody>
          <a:bodyPr/>
          <a:lstStyle/>
          <a:p>
            <a:r>
              <a:rPr lang="en-GB" dirty="0"/>
              <a:t>Import and Export to/from csv files via GUI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E6D8B0-0DA9-6F27-F166-CDFFD3C6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027" y="3842285"/>
            <a:ext cx="4609044" cy="27280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B8247D-F6E2-1382-08C3-4EBD47463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027" y="1581222"/>
            <a:ext cx="4519299" cy="20121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C993115-3E58-311D-B770-4443EDB4CE47}"/>
              </a:ext>
            </a:extLst>
          </p:cNvPr>
          <p:cNvSpPr/>
          <p:nvPr/>
        </p:nvSpPr>
        <p:spPr>
          <a:xfrm flipH="1" flipV="1">
            <a:off x="9462580" y="4170571"/>
            <a:ext cx="424882" cy="517158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3AB7F3-8BCE-9195-E20B-4F88F4B2174D}"/>
              </a:ext>
            </a:extLst>
          </p:cNvPr>
          <p:cNvSpPr txBox="1"/>
          <p:nvPr/>
        </p:nvSpPr>
        <p:spPr>
          <a:xfrm>
            <a:off x="8606445" y="5060179"/>
            <a:ext cx="154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Button used to import 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3DEABF-00EA-9F2C-246B-5E04E66F5ED9}"/>
              </a:ext>
            </a:extLst>
          </p:cNvPr>
          <p:cNvCxnSpPr>
            <a:cxnSpLocks/>
          </p:cNvCxnSpPr>
          <p:nvPr/>
        </p:nvCxnSpPr>
        <p:spPr>
          <a:xfrm flipV="1">
            <a:off x="9675021" y="4735985"/>
            <a:ext cx="0" cy="350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453B8F6-8DF4-E251-23CE-9FA0A4DC6619}"/>
              </a:ext>
            </a:extLst>
          </p:cNvPr>
          <p:cNvSpPr/>
          <p:nvPr/>
        </p:nvSpPr>
        <p:spPr>
          <a:xfrm flipH="1" flipV="1">
            <a:off x="5497023" y="4687728"/>
            <a:ext cx="2990460" cy="1359187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C98D25-A5EB-A787-CFCE-A78425EFB1C5}"/>
              </a:ext>
            </a:extLst>
          </p:cNvPr>
          <p:cNvSpPr txBox="1"/>
          <p:nvPr/>
        </p:nvSpPr>
        <p:spPr>
          <a:xfrm>
            <a:off x="1860729" y="5217699"/>
            <a:ext cx="37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found by MATLAB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6E872F-E031-06C3-EA37-F72F9E3858B7}"/>
              </a:ext>
            </a:extLst>
          </p:cNvPr>
          <p:cNvCxnSpPr>
            <a:cxnSpLocks/>
          </p:cNvCxnSpPr>
          <p:nvPr/>
        </p:nvCxnSpPr>
        <p:spPr>
          <a:xfrm>
            <a:off x="4710066" y="5406828"/>
            <a:ext cx="4842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B2F3725-DB07-A524-B3DD-21A9F7C6F6C7}"/>
              </a:ext>
            </a:extLst>
          </p:cNvPr>
          <p:cNvSpPr/>
          <p:nvPr/>
        </p:nvSpPr>
        <p:spPr>
          <a:xfrm flipH="1" flipV="1">
            <a:off x="7667677" y="1923092"/>
            <a:ext cx="466659" cy="844595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A9F52DE-175A-5F4A-362E-81D92A2672AE}"/>
              </a:ext>
            </a:extLst>
          </p:cNvPr>
          <p:cNvSpPr txBox="1">
            <a:spLocks/>
          </p:cNvSpPr>
          <p:nvPr/>
        </p:nvSpPr>
        <p:spPr>
          <a:xfrm>
            <a:off x="1017756" y="1581222"/>
            <a:ext cx="4048218" cy="51951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Steps to import data:</a:t>
            </a:r>
          </a:p>
          <a:p>
            <a:pPr lvl="1" indent="-342900">
              <a:buFont typeface="+mj-lt"/>
              <a:buAutoNum type="arabicPeriod"/>
            </a:pPr>
            <a:r>
              <a:rPr lang="en-GB" dirty="0"/>
              <a:t>Highlight file to import</a:t>
            </a:r>
          </a:p>
          <a:p>
            <a:pPr lvl="1" indent="-342900">
              <a:buFont typeface="+mj-lt"/>
              <a:buAutoNum type="arabicPeriod"/>
            </a:pPr>
            <a:r>
              <a:rPr lang="en-GB" dirty="0"/>
              <a:t>Press “Import data”</a:t>
            </a:r>
          </a:p>
          <a:p>
            <a:pPr lvl="1" indent="-342900">
              <a:buFont typeface="+mj-lt"/>
              <a:buAutoNum type="arabicPeriod"/>
            </a:pPr>
            <a:endParaRPr lang="en-GB" dirty="0"/>
          </a:p>
          <a:p>
            <a:pPr lvl="1" indent="-342900">
              <a:buFont typeface="+mj-lt"/>
              <a:buAutoNum type="arabicPeriod"/>
            </a:pPr>
            <a:endParaRPr lang="en-GB" dirty="0"/>
          </a:p>
          <a:p>
            <a:pPr lvl="1" indent="-342900">
              <a:buFont typeface="+mj-lt"/>
              <a:buAutoNum type="arabicPeriod"/>
            </a:pPr>
            <a:endParaRPr lang="en-GB" dirty="0"/>
          </a:p>
          <a:p>
            <a:pPr marL="342900" lvl="1" indent="0">
              <a:buNone/>
            </a:pPr>
            <a:r>
              <a:rPr lang="en-GB" dirty="0"/>
              <a:t>3. This brings up the data importer app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77F5C9-5909-1004-DFA6-65E159692EBD}"/>
              </a:ext>
            </a:extLst>
          </p:cNvPr>
          <p:cNvSpPr/>
          <p:nvPr/>
        </p:nvSpPr>
        <p:spPr>
          <a:xfrm flipH="1">
            <a:off x="5482833" y="3289300"/>
            <a:ext cx="4533492" cy="246165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/>
      <p:bldP spid="17" grpId="1"/>
      <p:bldP spid="19" grpId="0" animBg="1"/>
      <p:bldP spid="19" grpId="1" animBg="1"/>
      <p:bldP spid="20" grpId="0"/>
      <p:bldP spid="20" grpId="1"/>
      <p:bldP spid="22" grpId="0" animBg="1"/>
      <p:bldP spid="22" grpId="1" animBg="1"/>
      <p:bldP spid="24" grpId="0" animBg="1"/>
      <p:bldP spid="2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2CB0B27-09BE-69FA-D449-21EB27B2292D}"/>
              </a:ext>
            </a:extLst>
          </p:cNvPr>
          <p:cNvSpPr txBox="1"/>
          <p:nvPr/>
        </p:nvSpPr>
        <p:spPr>
          <a:xfrm>
            <a:off x="1170482" y="2912498"/>
            <a:ext cx="1968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These will be the column names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data importer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8078141-73E2-7260-432B-0D5659C953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573" r="35104" b="18306"/>
          <a:stretch/>
        </p:blipFill>
        <p:spPr>
          <a:xfrm>
            <a:off x="3466891" y="2476998"/>
            <a:ext cx="5137451" cy="235221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8F43BDB-9808-7AAA-0495-405024997A60}"/>
              </a:ext>
            </a:extLst>
          </p:cNvPr>
          <p:cNvSpPr/>
          <p:nvPr/>
        </p:nvSpPr>
        <p:spPr>
          <a:xfrm flipH="1" flipV="1">
            <a:off x="3632030" y="3068045"/>
            <a:ext cx="1318548" cy="1752672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3937B6-7C0D-9D78-7341-D4BBB540C724}"/>
              </a:ext>
            </a:extLst>
          </p:cNvPr>
          <p:cNvSpPr/>
          <p:nvPr/>
        </p:nvSpPr>
        <p:spPr>
          <a:xfrm flipH="1" flipV="1">
            <a:off x="4950577" y="3070321"/>
            <a:ext cx="1731377" cy="1755914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3A407EF-E6E6-A43A-0FD2-6564F8185309}"/>
              </a:ext>
            </a:extLst>
          </p:cNvPr>
          <p:cNvSpPr/>
          <p:nvPr/>
        </p:nvSpPr>
        <p:spPr>
          <a:xfrm flipH="1" flipV="1">
            <a:off x="6681954" y="3062641"/>
            <a:ext cx="1811455" cy="1755915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5FDD4-2A58-8A7F-891A-F86A0E947B1D}"/>
              </a:ext>
            </a:extLst>
          </p:cNvPr>
          <p:cNvSpPr txBox="1"/>
          <p:nvPr/>
        </p:nvSpPr>
        <p:spPr>
          <a:xfrm>
            <a:off x="1156858" y="317449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Datatypes found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0DFC2A-E02F-A69C-1778-BAA97D9CEE36}"/>
              </a:ext>
            </a:extLst>
          </p:cNvPr>
          <p:cNvSpPr/>
          <p:nvPr/>
        </p:nvSpPr>
        <p:spPr>
          <a:xfrm flipH="1" flipV="1">
            <a:off x="3632030" y="3070321"/>
            <a:ext cx="4927940" cy="208344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63E0E5-2ECD-39A2-AF19-90D4CE745564}"/>
              </a:ext>
            </a:extLst>
          </p:cNvPr>
          <p:cNvSpPr/>
          <p:nvPr/>
        </p:nvSpPr>
        <p:spPr>
          <a:xfrm flipH="1" flipV="1">
            <a:off x="3632030" y="3294629"/>
            <a:ext cx="4927940" cy="208344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ACD16F-11FB-52D4-A4D3-191F8E78F237}"/>
              </a:ext>
            </a:extLst>
          </p:cNvPr>
          <p:cNvSpPr txBox="1"/>
          <p:nvPr/>
        </p:nvSpPr>
        <p:spPr>
          <a:xfrm>
            <a:off x="3214118" y="5297828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“Planet” column of table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5C1D9D-08A6-AECC-5475-E13B79C1A875}"/>
              </a:ext>
            </a:extLst>
          </p:cNvPr>
          <p:cNvSpPr txBox="1"/>
          <p:nvPr/>
        </p:nvSpPr>
        <p:spPr>
          <a:xfrm>
            <a:off x="4594642" y="5289332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semi_majoir_axis_m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” column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770D66-610B-DD87-C578-31177205E713}"/>
              </a:ext>
            </a:extLst>
          </p:cNvPr>
          <p:cNvSpPr txBox="1"/>
          <p:nvPr/>
        </p:nvSpPr>
        <p:spPr>
          <a:xfrm>
            <a:off x="6576928" y="5297828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period_days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” column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DD4444F-1CC4-E83C-D92B-802A9FE5EAAF}"/>
              </a:ext>
            </a:extLst>
          </p:cNvPr>
          <p:cNvCxnSpPr/>
          <p:nvPr/>
        </p:nvCxnSpPr>
        <p:spPr>
          <a:xfrm>
            <a:off x="3051741" y="3203677"/>
            <a:ext cx="32475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F6E88D-CF77-D83A-07F9-2D7F80CCD29F}"/>
              </a:ext>
            </a:extLst>
          </p:cNvPr>
          <p:cNvCxnSpPr/>
          <p:nvPr/>
        </p:nvCxnSpPr>
        <p:spPr>
          <a:xfrm>
            <a:off x="3065843" y="3371703"/>
            <a:ext cx="32475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06A6F6-A305-7F50-E677-8F19949E2732}"/>
              </a:ext>
            </a:extLst>
          </p:cNvPr>
          <p:cNvCxnSpPr>
            <a:cxnSpLocks/>
          </p:cNvCxnSpPr>
          <p:nvPr/>
        </p:nvCxnSpPr>
        <p:spPr>
          <a:xfrm flipV="1">
            <a:off x="4269270" y="4930872"/>
            <a:ext cx="0" cy="350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98A5B44-B9A8-AFDB-0B20-1FE0A05F0BB0}"/>
              </a:ext>
            </a:extLst>
          </p:cNvPr>
          <p:cNvCxnSpPr>
            <a:cxnSpLocks/>
          </p:cNvCxnSpPr>
          <p:nvPr/>
        </p:nvCxnSpPr>
        <p:spPr>
          <a:xfrm flipV="1">
            <a:off x="5821647" y="4947047"/>
            <a:ext cx="0" cy="350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0E073DA-F35E-5413-3617-48CFE3C2D185}"/>
              </a:ext>
            </a:extLst>
          </p:cNvPr>
          <p:cNvCxnSpPr>
            <a:cxnSpLocks/>
          </p:cNvCxnSpPr>
          <p:nvPr/>
        </p:nvCxnSpPr>
        <p:spPr>
          <a:xfrm flipV="1">
            <a:off x="7593693" y="4930872"/>
            <a:ext cx="0" cy="350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112C8CF-9353-DAC7-F6C9-9B0324223860}"/>
              </a:ext>
            </a:extLst>
          </p:cNvPr>
          <p:cNvSpPr txBox="1"/>
          <p:nvPr/>
        </p:nvSpPr>
        <p:spPr>
          <a:xfrm>
            <a:off x="1019603" y="1511118"/>
            <a:ext cx="9505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If everything is as desired, then import using the import button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FD88649-8ECD-A68D-B978-9B1CB26AB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0150" y="2531639"/>
            <a:ext cx="686572" cy="897361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F52BFD0-9825-0E9A-BEDD-40FB1D226428}"/>
              </a:ext>
            </a:extLst>
          </p:cNvPr>
          <p:cNvCxnSpPr>
            <a:cxnSpLocks/>
          </p:cNvCxnSpPr>
          <p:nvPr/>
        </p:nvCxnSpPr>
        <p:spPr>
          <a:xfrm>
            <a:off x="9323436" y="1950896"/>
            <a:ext cx="0" cy="5069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D91C693-566B-160C-56C9-567684FCDE3A}"/>
              </a:ext>
            </a:extLst>
          </p:cNvPr>
          <p:cNvSpPr/>
          <p:nvPr/>
        </p:nvSpPr>
        <p:spPr>
          <a:xfrm flipH="1" flipV="1">
            <a:off x="5579845" y="2891392"/>
            <a:ext cx="1292129" cy="185795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58D4798-70B2-2E43-0CA4-268D1818A578}"/>
              </a:ext>
            </a:extLst>
          </p:cNvPr>
          <p:cNvCxnSpPr>
            <a:cxnSpLocks/>
          </p:cNvCxnSpPr>
          <p:nvPr/>
        </p:nvCxnSpPr>
        <p:spPr>
          <a:xfrm>
            <a:off x="6211198" y="2256864"/>
            <a:ext cx="0" cy="5384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808A33E-A272-1332-6221-70C47E623256}"/>
              </a:ext>
            </a:extLst>
          </p:cNvPr>
          <p:cNvSpPr txBox="1"/>
          <p:nvPr/>
        </p:nvSpPr>
        <p:spPr>
          <a:xfrm>
            <a:off x="3965316" y="1892081"/>
            <a:ext cx="642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Name that will be assigned to table variable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6B88B03-53E2-EC4B-A300-7497A8302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465" y="5666343"/>
            <a:ext cx="2457793" cy="809738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D4ED6B5-1F03-F32B-B1C8-53DFE9347BA3}"/>
              </a:ext>
            </a:extLst>
          </p:cNvPr>
          <p:cNvSpPr txBox="1"/>
          <p:nvPr/>
        </p:nvSpPr>
        <p:spPr>
          <a:xfrm>
            <a:off x="712439" y="5882109"/>
            <a:ext cx="615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Table is now available as local variable “Keplersdata”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8C6F354-8F18-CC8B-348C-37BA65B49C7D}"/>
              </a:ext>
            </a:extLst>
          </p:cNvPr>
          <p:cNvCxnSpPr>
            <a:cxnSpLocks/>
          </p:cNvCxnSpPr>
          <p:nvPr/>
        </p:nvCxnSpPr>
        <p:spPr>
          <a:xfrm>
            <a:off x="6504043" y="6062417"/>
            <a:ext cx="592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08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/>
      <p:bldP spid="40" grpId="1"/>
      <p:bldP spid="42" grpId="0" animBg="1"/>
      <p:bldP spid="42" grpId="1" animBg="1"/>
      <p:bldP spid="43" grpId="0" animBg="1"/>
      <p:bldP spid="43" grpId="1" animBg="1"/>
      <p:bldP spid="44" grpId="0"/>
      <p:bldP spid="44" grpId="1"/>
      <p:bldP spid="45" grpId="0"/>
      <p:bldP spid="45" grpId="1"/>
      <p:bldP spid="46" grpId="0"/>
      <p:bldP spid="46" grpId="1"/>
      <p:bldP spid="52" grpId="0"/>
      <p:bldP spid="52" grpId="1"/>
      <p:bldP spid="55" grpId="0" animBg="1"/>
      <p:bldP spid="55" grpId="1" animBg="1"/>
      <p:bldP spid="57" grpId="0"/>
      <p:bldP spid="57" grpId="1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6833218" cy="888786"/>
          </a:xfrm>
        </p:spPr>
        <p:txBody>
          <a:bodyPr/>
          <a:lstStyle/>
          <a:p>
            <a:r>
              <a:rPr lang="en-GB" dirty="0"/>
              <a:t>Import and Exporting to/from csv files in code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F8C9790-38B6-B128-B1B3-CC44A54D49E3}"/>
              </a:ext>
            </a:extLst>
          </p:cNvPr>
          <p:cNvSpPr txBox="1">
            <a:spLocks/>
          </p:cNvSpPr>
          <p:nvPr/>
        </p:nvSpPr>
        <p:spPr>
          <a:xfrm>
            <a:off x="1007021" y="1441595"/>
            <a:ext cx="9234259" cy="173137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dirty="0">
                <a:latin typeface="Arial"/>
                <a:cs typeface="Arial"/>
              </a:rPr>
              <a:t>The </a:t>
            </a:r>
            <a:r>
              <a:rPr lang="en-GB" dirty="0" err="1">
                <a:latin typeface="Consolas"/>
                <a:cs typeface="Arial"/>
              </a:rPr>
              <a:t>readtable</a:t>
            </a:r>
            <a:r>
              <a:rPr lang="en-GB" dirty="0">
                <a:latin typeface="Consolas"/>
                <a:cs typeface="Arial"/>
              </a:rPr>
              <a:t>(path)</a:t>
            </a:r>
            <a:r>
              <a:rPr lang="en-GB" dirty="0">
                <a:latin typeface="Arial"/>
                <a:cs typeface="Arial"/>
              </a:rPr>
              <a:t> can be used to read a file as a MATLAB table.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>
                <a:latin typeface="Arial"/>
                <a:cs typeface="Arial"/>
              </a:rPr>
              <a:t>The </a:t>
            </a:r>
            <a:r>
              <a:rPr lang="en-GB" i="1" dirty="0">
                <a:latin typeface="Arial"/>
                <a:cs typeface="Arial"/>
              </a:rPr>
              <a:t>path</a:t>
            </a:r>
            <a:r>
              <a:rPr lang="en-GB" dirty="0">
                <a:latin typeface="Arial"/>
                <a:cs typeface="Arial"/>
              </a:rPr>
              <a:t> variable should be a string specifying the absolute or relative path to the file.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FCB35-A632-F19A-4D6E-4E5F8C16299D}"/>
              </a:ext>
            </a:extLst>
          </p:cNvPr>
          <p:cNvSpPr txBox="1"/>
          <p:nvPr/>
        </p:nvSpPr>
        <p:spPr>
          <a:xfrm>
            <a:off x="1495755" y="4457788"/>
            <a:ext cx="7886700" cy="2375297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keplers_data = readtable(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"C:/data/Keplers_data.csv"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Planet = [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"Uranus"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 "Neptune"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];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semi_major_axis_m = [2.8709776e+12; 4.498258e+12];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period_days = [30687.15; 60190.03];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new_data = table(Planet, semi_major_axis_m, period_days);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planetry_data = [keplers_data; new_data];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writetable(planetry_data, "planetry_data.csv")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ECA006C3-12B8-BBD3-AC83-234FD27BEB6B}"/>
              </a:ext>
            </a:extLst>
          </p:cNvPr>
          <p:cNvSpPr/>
          <p:nvPr/>
        </p:nvSpPr>
        <p:spPr>
          <a:xfrm>
            <a:off x="9980580" y="6253441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8921014-0C70-E9D5-3F0C-4D9DD2796A1D}"/>
              </a:ext>
            </a:extLst>
          </p:cNvPr>
          <p:cNvSpPr txBox="1">
            <a:spLocks/>
          </p:cNvSpPr>
          <p:nvPr/>
        </p:nvSpPr>
        <p:spPr>
          <a:xfrm>
            <a:off x="1007021" y="3077316"/>
            <a:ext cx="10660723" cy="308468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The </a:t>
            </a:r>
            <a:r>
              <a:rPr lang="en-GB" dirty="0" err="1">
                <a:latin typeface="Consolas"/>
                <a:cs typeface="Arial"/>
              </a:rPr>
              <a:t>writetable</a:t>
            </a:r>
            <a:r>
              <a:rPr lang="en-GB" dirty="0">
                <a:latin typeface="Consolas"/>
                <a:cs typeface="Arial"/>
              </a:rPr>
              <a:t>(path)</a:t>
            </a:r>
            <a:r>
              <a:rPr lang="en-GB" dirty="0">
                <a:latin typeface="Arial"/>
                <a:cs typeface="Arial"/>
              </a:rPr>
              <a:t> function can be used to save a MATLAB table as a csv file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Adding data for Uranus and Neptune (week 2 </a:t>
            </a:r>
            <a:r>
              <a:rPr lang="en-GB"/>
              <a:t>case study):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15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BB5AA2-3AD2-4F5F-805D-478830714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1857</TotalTime>
  <Words>303</Words>
  <Application>Microsoft Office PowerPoint</Application>
  <PresentationFormat>Widescreen</PresentationFormat>
  <Paragraphs>44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Import/Export Tables  </vt:lpstr>
      <vt:lpstr>Import and Export to/from csv files via GUI</vt:lpstr>
      <vt:lpstr>MATLAB data importer</vt:lpstr>
      <vt:lpstr>Import and Exporting to/from csv files in code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73</cp:revision>
  <dcterms:created xsi:type="dcterms:W3CDTF">2021-01-06T14:22:07Z</dcterms:created>
  <dcterms:modified xsi:type="dcterms:W3CDTF">2024-07-01T10:01:51Z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