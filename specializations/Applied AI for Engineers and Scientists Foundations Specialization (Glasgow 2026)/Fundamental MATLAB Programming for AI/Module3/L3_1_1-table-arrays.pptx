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8" r:id="rId7"/>
    <p:sldId id="496" r:id="rId8"/>
    <p:sldId id="499" r:id="rId9"/>
    <p:sldId id="497" r:id="rId10"/>
    <p:sldId id="500" r:id="rId11"/>
    <p:sldId id="501" r:id="rId12"/>
    <p:sldId id="50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F30E23-9BD6-4B05-B28F-165513D7350C}" v="56" dt="2024-06-14T19:04:14.196"/>
    <p1510:client id="{3A2D08B9-BA17-475A-9E57-1E06D7EB2122}" v="13" dt="2024-06-14T12:18:52.386"/>
    <p1510:client id="{44C7F235-2E4C-49C7-A242-9478FC630316}" v="7" dt="2024-06-14T12:14:51.950"/>
    <p1510:client id="{8BEA789D-B3F3-4982-9EA0-2C3F1218689F}" v="4" dt="2024-06-14T12:20:25.383"/>
    <p1510:client id="{F25E0BA0-21B3-476D-B1C5-2A2AA1C21F8B}" v="4" dt="2024-06-14T12:33:24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86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jia Hao (PGR)" userId="S::2357677h@student.gla.ac.uk::1d38b7b8-6fde-4ddd-9775-af09669ddf4c" providerId="AD" clId="Web-{3A2D08B9-BA17-475A-9E57-1E06D7EB2122}"/>
    <pc:docChg chg="modSld">
      <pc:chgData name="Yijia Hao (PGR)" userId="S::2357677h@student.gla.ac.uk::1d38b7b8-6fde-4ddd-9775-af09669ddf4c" providerId="AD" clId="Web-{3A2D08B9-BA17-475A-9E57-1E06D7EB2122}" dt="2024-06-14T12:18:52.386" v="12" actId="20577"/>
      <pc:docMkLst>
        <pc:docMk/>
      </pc:docMkLst>
      <pc:sldChg chg="modSp">
        <pc:chgData name="Yijia Hao (PGR)" userId="S::2357677h@student.gla.ac.uk::1d38b7b8-6fde-4ddd-9775-af09669ddf4c" providerId="AD" clId="Web-{3A2D08B9-BA17-475A-9E57-1E06D7EB2122}" dt="2024-06-14T12:17:23.274" v="0" actId="20577"/>
        <pc:sldMkLst>
          <pc:docMk/>
          <pc:sldMk cId="676015318" sldId="494"/>
        </pc:sldMkLst>
        <pc:spChg chg="mod">
          <ac:chgData name="Yijia Hao (PGR)" userId="S::2357677h@student.gla.ac.uk::1d38b7b8-6fde-4ddd-9775-af09669ddf4c" providerId="AD" clId="Web-{3A2D08B9-BA17-475A-9E57-1E06D7EB2122}" dt="2024-06-14T12:17:23.274" v="0" actId="20577"/>
          <ac:spMkLst>
            <pc:docMk/>
            <pc:sldMk cId="676015318" sldId="494"/>
            <ac:spMk id="2" creationId="{03E0D9EE-C580-2BE4-9D0D-A008D26D0FD8}"/>
          </ac:spMkLst>
        </pc:spChg>
      </pc:sldChg>
      <pc:sldChg chg="modSp">
        <pc:chgData name="Yijia Hao (PGR)" userId="S::2357677h@student.gla.ac.uk::1d38b7b8-6fde-4ddd-9775-af09669ddf4c" providerId="AD" clId="Web-{3A2D08B9-BA17-475A-9E57-1E06D7EB2122}" dt="2024-06-14T12:18:08.229" v="6" actId="20577"/>
        <pc:sldMkLst>
          <pc:docMk/>
          <pc:sldMk cId="2392763531" sldId="496"/>
        </pc:sldMkLst>
        <pc:spChg chg="mod">
          <ac:chgData name="Yijia Hao (PGR)" userId="S::2357677h@student.gla.ac.uk::1d38b7b8-6fde-4ddd-9775-af09669ddf4c" providerId="AD" clId="Web-{3A2D08B9-BA17-475A-9E57-1E06D7EB2122}" dt="2024-06-14T12:18:08.229" v="6" actId="20577"/>
          <ac:spMkLst>
            <pc:docMk/>
            <pc:sldMk cId="2392763531" sldId="496"/>
            <ac:spMk id="9" creationId="{6B7A3CF8-62AC-33EC-B680-518BBDBAF3D1}"/>
          </ac:spMkLst>
        </pc:spChg>
      </pc:sldChg>
      <pc:sldChg chg="modSp">
        <pc:chgData name="Yijia Hao (PGR)" userId="S::2357677h@student.gla.ac.uk::1d38b7b8-6fde-4ddd-9775-af09669ddf4c" providerId="AD" clId="Web-{3A2D08B9-BA17-475A-9E57-1E06D7EB2122}" dt="2024-06-14T12:18:40.495" v="10" actId="1076"/>
        <pc:sldMkLst>
          <pc:docMk/>
          <pc:sldMk cId="377309709" sldId="497"/>
        </pc:sldMkLst>
        <pc:spChg chg="mod">
          <ac:chgData name="Yijia Hao (PGR)" userId="S::2357677h@student.gla.ac.uk::1d38b7b8-6fde-4ddd-9775-af09669ddf4c" providerId="AD" clId="Web-{3A2D08B9-BA17-475A-9E57-1E06D7EB2122}" dt="2024-06-14T12:18:40.495" v="10" actId="1076"/>
          <ac:spMkLst>
            <pc:docMk/>
            <pc:sldMk cId="377309709" sldId="497"/>
            <ac:spMk id="4" creationId="{A61F2A5C-34C0-62AA-E176-FEDA86EF6080}"/>
          </ac:spMkLst>
        </pc:spChg>
      </pc:sldChg>
      <pc:sldChg chg="modSp">
        <pc:chgData name="Yijia Hao (PGR)" userId="S::2357677h@student.gla.ac.uk::1d38b7b8-6fde-4ddd-9775-af09669ddf4c" providerId="AD" clId="Web-{3A2D08B9-BA17-475A-9E57-1E06D7EB2122}" dt="2024-06-14T12:17:57.260" v="4" actId="1076"/>
        <pc:sldMkLst>
          <pc:docMk/>
          <pc:sldMk cId="2171070937" sldId="498"/>
        </pc:sldMkLst>
        <pc:spChg chg="mod">
          <ac:chgData name="Yijia Hao (PGR)" userId="S::2357677h@student.gla.ac.uk::1d38b7b8-6fde-4ddd-9775-af09669ddf4c" providerId="AD" clId="Web-{3A2D08B9-BA17-475A-9E57-1E06D7EB2122}" dt="2024-06-14T12:17:50.291" v="3" actId="20577"/>
          <ac:spMkLst>
            <pc:docMk/>
            <pc:sldMk cId="2171070937" sldId="498"/>
            <ac:spMk id="14" creationId="{826E7CF4-72E8-C5E1-169D-1A94EF43C765}"/>
          </ac:spMkLst>
        </pc:spChg>
        <pc:spChg chg="mod">
          <ac:chgData name="Yijia Hao (PGR)" userId="S::2357677h@student.gla.ac.uk::1d38b7b8-6fde-4ddd-9775-af09669ddf4c" providerId="AD" clId="Web-{3A2D08B9-BA17-475A-9E57-1E06D7EB2122}" dt="2024-06-14T12:17:57.260" v="4" actId="1076"/>
          <ac:spMkLst>
            <pc:docMk/>
            <pc:sldMk cId="2171070937" sldId="498"/>
            <ac:spMk id="15" creationId="{F38243D9-EE21-A0CC-8432-44450207B85E}"/>
          </ac:spMkLst>
        </pc:spChg>
      </pc:sldChg>
      <pc:sldChg chg="modSp">
        <pc:chgData name="Yijia Hao (PGR)" userId="S::2357677h@student.gla.ac.uk::1d38b7b8-6fde-4ddd-9775-af09669ddf4c" providerId="AD" clId="Web-{3A2D08B9-BA17-475A-9E57-1E06D7EB2122}" dt="2024-06-14T12:18:22.182" v="8" actId="20577"/>
        <pc:sldMkLst>
          <pc:docMk/>
          <pc:sldMk cId="3821834449" sldId="499"/>
        </pc:sldMkLst>
        <pc:spChg chg="mod">
          <ac:chgData name="Yijia Hao (PGR)" userId="S::2357677h@student.gla.ac.uk::1d38b7b8-6fde-4ddd-9775-af09669ddf4c" providerId="AD" clId="Web-{3A2D08B9-BA17-475A-9E57-1E06D7EB2122}" dt="2024-06-14T12:18:22.182" v="8" actId="20577"/>
          <ac:spMkLst>
            <pc:docMk/>
            <pc:sldMk cId="3821834449" sldId="499"/>
            <ac:spMk id="3" creationId="{74C0C9F3-8EC1-5C21-2791-926958400F94}"/>
          </ac:spMkLst>
        </pc:spChg>
      </pc:sldChg>
      <pc:sldChg chg="modSp">
        <pc:chgData name="Yijia Hao (PGR)" userId="S::2357677h@student.gla.ac.uk::1d38b7b8-6fde-4ddd-9775-af09669ddf4c" providerId="AD" clId="Web-{3A2D08B9-BA17-475A-9E57-1E06D7EB2122}" dt="2024-06-14T12:18:52.386" v="12" actId="20577"/>
        <pc:sldMkLst>
          <pc:docMk/>
          <pc:sldMk cId="923231211" sldId="500"/>
        </pc:sldMkLst>
        <pc:spChg chg="mod">
          <ac:chgData name="Yijia Hao (PGR)" userId="S::2357677h@student.gla.ac.uk::1d38b7b8-6fde-4ddd-9775-af09669ddf4c" providerId="AD" clId="Web-{3A2D08B9-BA17-475A-9E57-1E06D7EB2122}" dt="2024-06-14T12:18:52.386" v="12" actId="20577"/>
          <ac:spMkLst>
            <pc:docMk/>
            <pc:sldMk cId="923231211" sldId="500"/>
            <ac:spMk id="2" creationId="{EC45C326-A41E-77EC-9463-4D4957368A0E}"/>
          </ac:spMkLst>
        </pc:spChg>
      </pc:sldChg>
    </pc:docChg>
  </pc:docChgLst>
  <pc:docChgLst>
    <pc:chgData name="Yijia Hao (PGR)" userId="S::2357677h@student.gla.ac.uk::1d38b7b8-6fde-4ddd-9775-af09669ddf4c" providerId="AD" clId="Web-{E37DFA9C-1074-41F3-A277-B3C165961D60}"/>
    <pc:docChg chg="delSld modSld">
      <pc:chgData name="Yijia Hao (PGR)" userId="S::2357677h@student.gla.ac.uk::1d38b7b8-6fde-4ddd-9775-af09669ddf4c" providerId="AD" clId="Web-{E37DFA9C-1074-41F3-A277-B3C165961D60}" dt="2024-06-12T00:29:32.495" v="6" actId="20577"/>
      <pc:docMkLst>
        <pc:docMk/>
      </pc:docMkLst>
      <pc:sldChg chg="modSp">
        <pc:chgData name="Yijia Hao (PGR)" userId="S::2357677h@student.gla.ac.uk::1d38b7b8-6fde-4ddd-9775-af09669ddf4c" providerId="AD" clId="Web-{E37DFA9C-1074-41F3-A277-B3C165961D60}" dt="2024-06-12T00:29:32.495" v="6" actId="20577"/>
        <pc:sldMkLst>
          <pc:docMk/>
          <pc:sldMk cId="676015318" sldId="494"/>
        </pc:sldMkLst>
        <pc:spChg chg="mod">
          <ac:chgData name="Yijia Hao (PGR)" userId="S::2357677h@student.gla.ac.uk::1d38b7b8-6fde-4ddd-9775-af09669ddf4c" providerId="AD" clId="Web-{E37DFA9C-1074-41F3-A277-B3C165961D60}" dt="2024-06-12T00:29:32.495" v="6" actId="20577"/>
          <ac:spMkLst>
            <pc:docMk/>
            <pc:sldMk cId="676015318" sldId="494"/>
            <ac:spMk id="2" creationId="{03E0D9EE-C580-2BE4-9D0D-A008D26D0FD8}"/>
          </ac:spMkLst>
        </pc:spChg>
      </pc:sldChg>
      <pc:sldChg chg="del">
        <pc:chgData name="Yijia Hao (PGR)" userId="S::2357677h@student.gla.ac.uk::1d38b7b8-6fde-4ddd-9775-af09669ddf4c" providerId="AD" clId="Web-{E37DFA9C-1074-41F3-A277-B3C165961D60}" dt="2024-06-12T00:28:36.884" v="0"/>
        <pc:sldMkLst>
          <pc:docMk/>
          <pc:sldMk cId="909998076" sldId="495"/>
        </pc:sldMkLst>
      </pc:sldChg>
      <pc:sldChg chg="modSp">
        <pc:chgData name="Yijia Hao (PGR)" userId="S::2357677h@student.gla.ac.uk::1d38b7b8-6fde-4ddd-9775-af09669ddf4c" providerId="AD" clId="Web-{E37DFA9C-1074-41F3-A277-B3C165961D60}" dt="2024-06-12T00:29:11.057" v="4" actId="14100"/>
        <pc:sldMkLst>
          <pc:docMk/>
          <pc:sldMk cId="2392763531" sldId="496"/>
        </pc:sldMkLst>
        <pc:spChg chg="mod">
          <ac:chgData name="Yijia Hao (PGR)" userId="S::2357677h@student.gla.ac.uk::1d38b7b8-6fde-4ddd-9775-af09669ddf4c" providerId="AD" clId="Web-{E37DFA9C-1074-41F3-A277-B3C165961D60}" dt="2024-06-12T00:29:11.057" v="4" actId="14100"/>
          <ac:spMkLst>
            <pc:docMk/>
            <pc:sldMk cId="2392763531" sldId="496"/>
            <ac:spMk id="9" creationId="{6B7A3CF8-62AC-33EC-B680-518BBDBAF3D1}"/>
          </ac:spMkLst>
        </pc:spChg>
      </pc:sldChg>
      <pc:sldChg chg="modSp">
        <pc:chgData name="Yijia Hao (PGR)" userId="S::2357677h@student.gla.ac.uk::1d38b7b8-6fde-4ddd-9775-af09669ddf4c" providerId="AD" clId="Web-{E37DFA9C-1074-41F3-A277-B3C165961D60}" dt="2024-06-12T00:29:05.448" v="3" actId="14100"/>
        <pc:sldMkLst>
          <pc:docMk/>
          <pc:sldMk cId="3821834449" sldId="499"/>
        </pc:sldMkLst>
        <pc:spChg chg="mod">
          <ac:chgData name="Yijia Hao (PGR)" userId="S::2357677h@student.gla.ac.uk::1d38b7b8-6fde-4ddd-9775-af09669ddf4c" providerId="AD" clId="Web-{E37DFA9C-1074-41F3-A277-B3C165961D60}" dt="2024-06-12T00:29:05.448" v="3" actId="14100"/>
          <ac:spMkLst>
            <pc:docMk/>
            <pc:sldMk cId="3821834449" sldId="499"/>
            <ac:spMk id="3" creationId="{74C0C9F3-8EC1-5C21-2791-926958400F94}"/>
          </ac:spMkLst>
        </pc:spChg>
      </pc:sldChg>
      <pc:sldChg chg="modSp">
        <pc:chgData name="Yijia Hao (PGR)" userId="S::2357677h@student.gla.ac.uk::1d38b7b8-6fde-4ddd-9775-af09669ddf4c" providerId="AD" clId="Web-{E37DFA9C-1074-41F3-A277-B3C165961D60}" dt="2024-06-12T00:28:50.494" v="1" actId="14100"/>
        <pc:sldMkLst>
          <pc:docMk/>
          <pc:sldMk cId="2636481116" sldId="501"/>
        </pc:sldMkLst>
        <pc:spChg chg="mod">
          <ac:chgData name="Yijia Hao (PGR)" userId="S::2357677h@student.gla.ac.uk::1d38b7b8-6fde-4ddd-9775-af09669ddf4c" providerId="AD" clId="Web-{E37DFA9C-1074-41F3-A277-B3C165961D60}" dt="2024-06-12T00:28:50.494" v="1" actId="14100"/>
          <ac:spMkLst>
            <pc:docMk/>
            <pc:sldMk cId="2636481116" sldId="501"/>
            <ac:spMk id="2" creationId="{99315338-8982-5F6F-2475-5254B738DBFB}"/>
          </ac:spMkLst>
        </pc:spChg>
      </pc:sldChg>
    </pc:docChg>
  </pc:docChgLst>
  <pc:docChgLst>
    <pc:chgData name="Yijia Hao (PGR)" userId="S::2357677h@student.gla.ac.uk::1d38b7b8-6fde-4ddd-9775-af09669ddf4c" providerId="AD" clId="Web-{F25E0BA0-21B3-476D-B1C5-2A2AA1C21F8B}"/>
    <pc:docChg chg="modSld">
      <pc:chgData name="Yijia Hao (PGR)" userId="S::2357677h@student.gla.ac.uk::1d38b7b8-6fde-4ddd-9775-af09669ddf4c" providerId="AD" clId="Web-{F25E0BA0-21B3-476D-B1C5-2A2AA1C21F8B}" dt="2024-06-14T12:33:24.062" v="3" actId="1076"/>
      <pc:docMkLst>
        <pc:docMk/>
      </pc:docMkLst>
      <pc:sldChg chg="modSp">
        <pc:chgData name="Yijia Hao (PGR)" userId="S::2357677h@student.gla.ac.uk::1d38b7b8-6fde-4ddd-9775-af09669ddf4c" providerId="AD" clId="Web-{F25E0BA0-21B3-476D-B1C5-2A2AA1C21F8B}" dt="2024-06-14T12:33:24.062" v="3" actId="1076"/>
        <pc:sldMkLst>
          <pc:docMk/>
          <pc:sldMk cId="2171070937" sldId="498"/>
        </pc:sldMkLst>
        <pc:spChg chg="mod">
          <ac:chgData name="Yijia Hao (PGR)" userId="S::2357677h@student.gla.ac.uk::1d38b7b8-6fde-4ddd-9775-af09669ddf4c" providerId="AD" clId="Web-{F25E0BA0-21B3-476D-B1C5-2A2AA1C21F8B}" dt="2024-06-14T12:33:08.842" v="0" actId="20577"/>
          <ac:spMkLst>
            <pc:docMk/>
            <pc:sldMk cId="2171070937" sldId="498"/>
            <ac:spMk id="14" creationId="{826E7CF4-72E8-C5E1-169D-1A94EF43C765}"/>
          </ac:spMkLst>
        </pc:spChg>
        <pc:spChg chg="mod">
          <ac:chgData name="Yijia Hao (PGR)" userId="S::2357677h@student.gla.ac.uk::1d38b7b8-6fde-4ddd-9775-af09669ddf4c" providerId="AD" clId="Web-{F25E0BA0-21B3-476D-B1C5-2A2AA1C21F8B}" dt="2024-06-14T12:33:24.062" v="3" actId="1076"/>
          <ac:spMkLst>
            <pc:docMk/>
            <pc:sldMk cId="2171070937" sldId="498"/>
            <ac:spMk id="15" creationId="{F38243D9-EE21-A0CC-8432-44450207B85E}"/>
          </ac:spMkLst>
        </pc:spChg>
      </pc:sldChg>
    </pc:docChg>
  </pc:docChgLst>
  <pc:docChgLst>
    <pc:chgData name="Yijia Hao (PGR)" userId="1d38b7b8-6fde-4ddd-9775-af09669ddf4c" providerId="ADAL" clId="{247E1ED8-72B0-4791-A05C-8868284B7693}"/>
    <pc:docChg chg="modSld">
      <pc:chgData name="Yijia Hao (PGR)" userId="1d38b7b8-6fde-4ddd-9775-af09669ddf4c" providerId="ADAL" clId="{247E1ED8-72B0-4791-A05C-8868284B7693}" dt="2024-06-14T12:34:26.141" v="2" actId="255"/>
      <pc:docMkLst>
        <pc:docMk/>
      </pc:docMkLst>
      <pc:sldChg chg="modSp mod">
        <pc:chgData name="Yijia Hao (PGR)" userId="1d38b7b8-6fde-4ddd-9775-af09669ddf4c" providerId="ADAL" clId="{247E1ED8-72B0-4791-A05C-8868284B7693}" dt="2024-06-14T12:34:09.232" v="1" actId="1076"/>
        <pc:sldMkLst>
          <pc:docMk/>
          <pc:sldMk cId="2171070937" sldId="498"/>
        </pc:sldMkLst>
        <pc:spChg chg="mod">
          <ac:chgData name="Yijia Hao (PGR)" userId="1d38b7b8-6fde-4ddd-9775-af09669ddf4c" providerId="ADAL" clId="{247E1ED8-72B0-4791-A05C-8868284B7693}" dt="2024-06-14T12:34:09.232" v="1" actId="1076"/>
          <ac:spMkLst>
            <pc:docMk/>
            <pc:sldMk cId="2171070937" sldId="498"/>
            <ac:spMk id="15" creationId="{F38243D9-EE21-A0CC-8432-44450207B85E}"/>
          </ac:spMkLst>
        </pc:spChg>
      </pc:sldChg>
      <pc:sldChg chg="modSp mod">
        <pc:chgData name="Yijia Hao (PGR)" userId="1d38b7b8-6fde-4ddd-9775-af09669ddf4c" providerId="ADAL" clId="{247E1ED8-72B0-4791-A05C-8868284B7693}" dt="2024-06-14T12:34:26.141" v="2" actId="255"/>
        <pc:sldMkLst>
          <pc:docMk/>
          <pc:sldMk cId="3821834449" sldId="499"/>
        </pc:sldMkLst>
        <pc:spChg chg="mod">
          <ac:chgData name="Yijia Hao (PGR)" userId="1d38b7b8-6fde-4ddd-9775-af09669ddf4c" providerId="ADAL" clId="{247E1ED8-72B0-4791-A05C-8868284B7693}" dt="2024-06-14T12:34:26.141" v="2" actId="255"/>
          <ac:spMkLst>
            <pc:docMk/>
            <pc:sldMk cId="3821834449" sldId="499"/>
            <ac:spMk id="3" creationId="{74C0C9F3-8EC1-5C21-2791-926958400F94}"/>
          </ac:spMkLst>
        </pc:spChg>
      </pc:sldChg>
    </pc:docChg>
  </pc:docChgLst>
  <pc:docChgLst>
    <pc:chgData name="Yushi Liu (PGR)" userId="S::2109741l@student.gla.ac.uk::0738f1d2-bd1d-4f8b-945a-b877be0bfefb" providerId="AD" clId="Web-{30F30E23-9BD6-4B05-B28F-165513D7350C}"/>
    <pc:docChg chg="modSld">
      <pc:chgData name="Yushi Liu (PGR)" userId="S::2109741l@student.gla.ac.uk::0738f1d2-bd1d-4f8b-945a-b877be0bfefb" providerId="AD" clId="Web-{30F30E23-9BD6-4B05-B28F-165513D7350C}" dt="2024-06-14T19:04:14.196" v="49"/>
      <pc:docMkLst>
        <pc:docMk/>
      </pc:docMkLst>
      <pc:sldChg chg="addSp delSp modSp addAnim delAnim modAnim">
        <pc:chgData name="Yushi Liu (PGR)" userId="S::2109741l@student.gla.ac.uk::0738f1d2-bd1d-4f8b-945a-b877be0bfefb" providerId="AD" clId="Web-{30F30E23-9BD6-4B05-B28F-165513D7350C}" dt="2024-06-14T19:02:47.377" v="43"/>
        <pc:sldMkLst>
          <pc:docMk/>
          <pc:sldMk cId="2392763531" sldId="496"/>
        </pc:sldMkLst>
        <pc:spChg chg="add del">
          <ac:chgData name="Yushi Liu (PGR)" userId="S::2109741l@student.gla.ac.uk::0738f1d2-bd1d-4f8b-945a-b877be0bfefb" providerId="AD" clId="Web-{30F30E23-9BD6-4B05-B28F-165513D7350C}" dt="2024-06-14T19:00:44.666" v="25"/>
          <ac:spMkLst>
            <pc:docMk/>
            <pc:sldMk cId="2392763531" sldId="496"/>
            <ac:spMk id="3" creationId="{D2E75C38-F17D-C467-4448-5649B0A8C8A7}"/>
          </ac:spMkLst>
        </pc:spChg>
        <pc:spChg chg="mod">
          <ac:chgData name="Yushi Liu (PGR)" userId="S::2109741l@student.gla.ac.uk::0738f1d2-bd1d-4f8b-945a-b877be0bfefb" providerId="AD" clId="Web-{30F30E23-9BD6-4B05-B28F-165513D7350C}" dt="2024-06-14T19:00:26.712" v="22" actId="1076"/>
          <ac:spMkLst>
            <pc:docMk/>
            <pc:sldMk cId="2392763531" sldId="496"/>
            <ac:spMk id="4" creationId="{4C449833-046E-7EC9-E730-4A76DB3DE957}"/>
          </ac:spMkLst>
        </pc:spChg>
        <pc:spChg chg="add">
          <ac:chgData name="Yushi Liu (PGR)" userId="S::2109741l@student.gla.ac.uk::0738f1d2-bd1d-4f8b-945a-b877be0bfefb" providerId="AD" clId="Web-{30F30E23-9BD6-4B05-B28F-165513D7350C}" dt="2024-06-14T19:00:45.135" v="26"/>
          <ac:spMkLst>
            <pc:docMk/>
            <pc:sldMk cId="2392763531" sldId="496"/>
            <ac:spMk id="7" creationId="{002FA385-B69B-F49A-15BC-E45A26305135}"/>
          </ac:spMkLst>
        </pc:spChg>
        <pc:spChg chg="mod">
          <ac:chgData name="Yushi Liu (PGR)" userId="S::2109741l@student.gla.ac.uk::0738f1d2-bd1d-4f8b-945a-b877be0bfefb" providerId="AD" clId="Web-{30F30E23-9BD6-4B05-B28F-165513D7350C}" dt="2024-06-14T19:00:24.556" v="21" actId="14100"/>
          <ac:spMkLst>
            <pc:docMk/>
            <pc:sldMk cId="2392763531" sldId="496"/>
            <ac:spMk id="9" creationId="{6B7A3CF8-62AC-33EC-B680-518BBDBAF3D1}"/>
          </ac:spMkLst>
        </pc:spChg>
        <pc:spChg chg="del mod">
          <ac:chgData name="Yushi Liu (PGR)" userId="S::2109741l@student.gla.ac.uk::0738f1d2-bd1d-4f8b-945a-b877be0bfefb" providerId="AD" clId="Web-{30F30E23-9BD6-4B05-B28F-165513D7350C}" dt="2024-06-14T18:59:56.257" v="16"/>
          <ac:spMkLst>
            <pc:docMk/>
            <pc:sldMk cId="2392763531" sldId="496"/>
            <ac:spMk id="10" creationId="{B272C1E3-3ACA-B8CD-7C37-443AB184ACD1}"/>
          </ac:spMkLst>
        </pc:spChg>
        <pc:picChg chg="mod">
          <ac:chgData name="Yushi Liu (PGR)" userId="S::2109741l@student.gla.ac.uk::0738f1d2-bd1d-4f8b-945a-b877be0bfefb" providerId="AD" clId="Web-{30F30E23-9BD6-4B05-B28F-165513D7350C}" dt="2024-06-14T19:00:29.462" v="23" actId="1076"/>
          <ac:picMkLst>
            <pc:docMk/>
            <pc:sldMk cId="2392763531" sldId="496"/>
            <ac:picMk id="5" creationId="{8B85A0B3-F8D8-1304-9BDE-B5344D8647D2}"/>
          </ac:picMkLst>
        </pc:picChg>
      </pc:sldChg>
      <pc:sldChg chg="addSp delSp addAnim modAnim">
        <pc:chgData name="Yushi Liu (PGR)" userId="S::2109741l@student.gla.ac.uk::0738f1d2-bd1d-4f8b-945a-b877be0bfefb" providerId="AD" clId="Web-{30F30E23-9BD6-4B05-B28F-165513D7350C}" dt="2024-06-14T19:04:14.196" v="49"/>
        <pc:sldMkLst>
          <pc:docMk/>
          <pc:sldMk cId="377309709" sldId="497"/>
        </pc:sldMkLst>
        <pc:spChg chg="add">
          <ac:chgData name="Yushi Liu (PGR)" userId="S::2109741l@student.gla.ac.uk::0738f1d2-bd1d-4f8b-945a-b877be0bfefb" providerId="AD" clId="Web-{30F30E23-9BD6-4B05-B28F-165513D7350C}" dt="2024-06-14T19:00:59.699" v="30"/>
          <ac:spMkLst>
            <pc:docMk/>
            <pc:sldMk cId="377309709" sldId="497"/>
            <ac:spMk id="3" creationId="{4E35D5DC-19C5-D65C-CC70-964C6FD9EAE7}"/>
          </ac:spMkLst>
        </pc:spChg>
        <pc:spChg chg="del">
          <ac:chgData name="Yushi Liu (PGR)" userId="S::2109741l@student.gla.ac.uk::0738f1d2-bd1d-4f8b-945a-b877be0bfefb" providerId="AD" clId="Web-{30F30E23-9BD6-4B05-B28F-165513D7350C}" dt="2024-06-14T19:00:59.527" v="29"/>
          <ac:spMkLst>
            <pc:docMk/>
            <pc:sldMk cId="377309709" sldId="497"/>
            <ac:spMk id="14" creationId="{9BA5F8B7-B499-7D61-6469-15DEF2E9F7A0}"/>
          </ac:spMkLst>
        </pc:spChg>
      </pc:sldChg>
      <pc:sldChg chg="modSp addAnim delAnim modAnim">
        <pc:chgData name="Yushi Liu (PGR)" userId="S::2109741l@student.gla.ac.uk::0738f1d2-bd1d-4f8b-945a-b877be0bfefb" providerId="AD" clId="Web-{30F30E23-9BD6-4B05-B28F-165513D7350C}" dt="2024-06-14T19:03:29.458" v="45"/>
        <pc:sldMkLst>
          <pc:docMk/>
          <pc:sldMk cId="2171070937" sldId="498"/>
        </pc:sldMkLst>
        <pc:spChg chg="mod">
          <ac:chgData name="Yushi Liu (PGR)" userId="S::2109741l@student.gla.ac.uk::0738f1d2-bd1d-4f8b-945a-b877be0bfefb" providerId="AD" clId="Web-{30F30E23-9BD6-4B05-B28F-165513D7350C}" dt="2024-06-14T18:59:34.084" v="6" actId="14100"/>
          <ac:spMkLst>
            <pc:docMk/>
            <pc:sldMk cId="2171070937" sldId="498"/>
            <ac:spMk id="15" creationId="{F38243D9-EE21-A0CC-8432-44450207B85E}"/>
          </ac:spMkLst>
        </pc:spChg>
        <pc:spChg chg="mod">
          <ac:chgData name="Yushi Liu (PGR)" userId="S::2109741l@student.gla.ac.uk::0738f1d2-bd1d-4f8b-945a-b877be0bfefb" providerId="AD" clId="Web-{30F30E23-9BD6-4B05-B28F-165513D7350C}" dt="2024-06-14T19:00:41.354" v="24" actId="1076"/>
          <ac:spMkLst>
            <pc:docMk/>
            <pc:sldMk cId="2171070937" sldId="498"/>
            <ac:spMk id="18" creationId="{1000DF44-7CBE-00B5-F1AF-6B58DC14F2FF}"/>
          </ac:spMkLst>
        </pc:spChg>
        <pc:picChg chg="mod">
          <ac:chgData name="Yushi Liu (PGR)" userId="S::2109741l@student.gla.ac.uk::0738f1d2-bd1d-4f8b-945a-b877be0bfefb" providerId="AD" clId="Web-{30F30E23-9BD6-4B05-B28F-165513D7350C}" dt="2024-06-14T18:59:40.600" v="7" actId="1076"/>
          <ac:picMkLst>
            <pc:docMk/>
            <pc:sldMk cId="2171070937" sldId="498"/>
            <ac:picMk id="16" creationId="{AA00F4AE-5FA4-38AA-42D3-D6B6BFE322B0}"/>
          </ac:picMkLst>
        </pc:picChg>
      </pc:sldChg>
      <pc:sldChg chg="addSp delSp delAnim">
        <pc:chgData name="Yushi Liu (PGR)" userId="S::2109741l@student.gla.ac.uk::0738f1d2-bd1d-4f8b-945a-b877be0bfefb" providerId="AD" clId="Web-{30F30E23-9BD6-4B05-B28F-165513D7350C}" dt="2024-06-14T19:03:55.194" v="46"/>
        <pc:sldMkLst>
          <pc:docMk/>
          <pc:sldMk cId="3821834449" sldId="499"/>
        </pc:sldMkLst>
        <pc:spChg chg="del">
          <ac:chgData name="Yushi Liu (PGR)" userId="S::2109741l@student.gla.ac.uk::0738f1d2-bd1d-4f8b-945a-b877be0bfefb" providerId="AD" clId="Web-{30F30E23-9BD6-4B05-B28F-165513D7350C}" dt="2024-06-14T19:00:48.088" v="27"/>
          <ac:spMkLst>
            <pc:docMk/>
            <pc:sldMk cId="3821834449" sldId="499"/>
            <ac:spMk id="6" creationId="{0F13BE9A-3326-B9E3-94B1-3D5870DD85C1}"/>
          </ac:spMkLst>
        </pc:spChg>
        <pc:spChg chg="add">
          <ac:chgData name="Yushi Liu (PGR)" userId="S::2109741l@student.gla.ac.uk::0738f1d2-bd1d-4f8b-945a-b877be0bfefb" providerId="AD" clId="Web-{30F30E23-9BD6-4B05-B28F-165513D7350C}" dt="2024-06-14T19:00:48.307" v="28"/>
          <ac:spMkLst>
            <pc:docMk/>
            <pc:sldMk cId="3821834449" sldId="499"/>
            <ac:spMk id="7" creationId="{A9A11AA4-7563-99E8-D84E-4706883DF22A}"/>
          </ac:spMkLst>
        </pc:spChg>
      </pc:sldChg>
      <pc:sldChg chg="addSp delSp modSp">
        <pc:chgData name="Yushi Liu (PGR)" userId="S::2109741l@student.gla.ac.uk::0738f1d2-bd1d-4f8b-945a-b877be0bfefb" providerId="AD" clId="Web-{30F30E23-9BD6-4B05-B28F-165513D7350C}" dt="2024-06-14T19:01:21.122" v="34" actId="1076"/>
        <pc:sldMkLst>
          <pc:docMk/>
          <pc:sldMk cId="923231211" sldId="500"/>
        </pc:sldMkLst>
        <pc:spChg chg="mod">
          <ac:chgData name="Yushi Liu (PGR)" userId="S::2109741l@student.gla.ac.uk::0738f1d2-bd1d-4f8b-945a-b877be0bfefb" providerId="AD" clId="Web-{30F30E23-9BD6-4B05-B28F-165513D7350C}" dt="2024-06-14T19:01:16.387" v="33" actId="14100"/>
          <ac:spMkLst>
            <pc:docMk/>
            <pc:sldMk cId="923231211" sldId="500"/>
            <ac:spMk id="4" creationId="{5517582C-302E-8BF2-C128-2C33FB6C050B}"/>
          </ac:spMkLst>
        </pc:spChg>
        <pc:spChg chg="add">
          <ac:chgData name="Yushi Liu (PGR)" userId="S::2109741l@student.gla.ac.uk::0738f1d2-bd1d-4f8b-945a-b877be0bfefb" providerId="AD" clId="Web-{30F30E23-9BD6-4B05-B28F-165513D7350C}" dt="2024-06-14T19:01:07.762" v="32"/>
          <ac:spMkLst>
            <pc:docMk/>
            <pc:sldMk cId="923231211" sldId="500"/>
            <ac:spMk id="6" creationId="{A5D04EEE-4FA7-F89B-C43A-DE9E1D010645}"/>
          </ac:spMkLst>
        </pc:spChg>
        <pc:spChg chg="del">
          <ac:chgData name="Yushi Liu (PGR)" userId="S::2109741l@student.gla.ac.uk::0738f1d2-bd1d-4f8b-945a-b877be0bfefb" providerId="AD" clId="Web-{30F30E23-9BD6-4B05-B28F-165513D7350C}" dt="2024-06-14T19:01:07.590" v="31"/>
          <ac:spMkLst>
            <pc:docMk/>
            <pc:sldMk cId="923231211" sldId="500"/>
            <ac:spMk id="7" creationId="{5CBC2E4E-2426-1C53-3723-A8BF4EDCF4E6}"/>
          </ac:spMkLst>
        </pc:spChg>
        <pc:picChg chg="mod">
          <ac:chgData name="Yushi Liu (PGR)" userId="S::2109741l@student.gla.ac.uk::0738f1d2-bd1d-4f8b-945a-b877be0bfefb" providerId="AD" clId="Web-{30F30E23-9BD6-4B05-B28F-165513D7350C}" dt="2024-06-14T19:01:21.122" v="34" actId="1076"/>
          <ac:picMkLst>
            <pc:docMk/>
            <pc:sldMk cId="923231211" sldId="500"/>
            <ac:picMk id="5" creationId="{3BD7CFFC-2B81-B43D-DE7D-E614E6BF316B}"/>
          </ac:picMkLst>
        </pc:picChg>
      </pc:sldChg>
      <pc:sldChg chg="addSp delSp">
        <pc:chgData name="Yushi Liu (PGR)" userId="S::2109741l@student.gla.ac.uk::0738f1d2-bd1d-4f8b-945a-b877be0bfefb" providerId="AD" clId="Web-{30F30E23-9BD6-4B05-B28F-165513D7350C}" dt="2024-06-14T19:01:27.294" v="36"/>
        <pc:sldMkLst>
          <pc:docMk/>
          <pc:sldMk cId="2636481116" sldId="501"/>
        </pc:sldMkLst>
        <pc:spChg chg="add">
          <ac:chgData name="Yushi Liu (PGR)" userId="S::2109741l@student.gla.ac.uk::0738f1d2-bd1d-4f8b-945a-b877be0bfefb" providerId="AD" clId="Web-{30F30E23-9BD6-4B05-B28F-165513D7350C}" dt="2024-06-14T19:01:25.497" v="35"/>
          <ac:spMkLst>
            <pc:docMk/>
            <pc:sldMk cId="2636481116" sldId="501"/>
            <ac:spMk id="10" creationId="{8B6E1C71-DA5A-FEF1-22B5-051E2A1B79C1}"/>
          </ac:spMkLst>
        </pc:spChg>
        <pc:spChg chg="del">
          <ac:chgData name="Yushi Liu (PGR)" userId="S::2109741l@student.gla.ac.uk::0738f1d2-bd1d-4f8b-945a-b877be0bfefb" providerId="AD" clId="Web-{30F30E23-9BD6-4B05-B28F-165513D7350C}" dt="2024-06-14T19:01:27.294" v="36"/>
          <ac:spMkLst>
            <pc:docMk/>
            <pc:sldMk cId="2636481116" sldId="501"/>
            <ac:spMk id="11" creationId="{0BD81CC5-54BF-EE98-27B5-DAC77B309FD0}"/>
          </ac:spMkLst>
        </pc:spChg>
      </pc:sldChg>
    </pc:docChg>
  </pc:docChgLst>
  <pc:docChgLst>
    <pc:chgData name="Yijia Hao (PGR)" userId="S::2357677h@student.gla.ac.uk::1d38b7b8-6fde-4ddd-9775-af09669ddf4c" providerId="AD" clId="Web-{8BEA789D-B3F3-4982-9EA0-2C3F1218689F}"/>
    <pc:docChg chg="modSld">
      <pc:chgData name="Yijia Hao (PGR)" userId="S::2357677h@student.gla.ac.uk::1d38b7b8-6fde-4ddd-9775-af09669ddf4c" providerId="AD" clId="Web-{8BEA789D-B3F3-4982-9EA0-2C3F1218689F}" dt="2024-06-14T12:20:25.383" v="3" actId="1076"/>
      <pc:docMkLst>
        <pc:docMk/>
      </pc:docMkLst>
      <pc:sldChg chg="modSp">
        <pc:chgData name="Yijia Hao (PGR)" userId="S::2357677h@student.gla.ac.uk::1d38b7b8-6fde-4ddd-9775-af09669ddf4c" providerId="AD" clId="Web-{8BEA789D-B3F3-4982-9EA0-2C3F1218689F}" dt="2024-06-14T12:20:25.383" v="3" actId="1076"/>
        <pc:sldMkLst>
          <pc:docMk/>
          <pc:sldMk cId="923231211" sldId="500"/>
        </pc:sldMkLst>
        <pc:spChg chg="mod">
          <ac:chgData name="Yijia Hao (PGR)" userId="S::2357677h@student.gla.ac.uk::1d38b7b8-6fde-4ddd-9775-af09669ddf4c" providerId="AD" clId="Web-{8BEA789D-B3F3-4982-9EA0-2C3F1218689F}" dt="2024-06-14T12:20:13.024" v="1" actId="20577"/>
          <ac:spMkLst>
            <pc:docMk/>
            <pc:sldMk cId="923231211" sldId="500"/>
            <ac:spMk id="2" creationId="{EC45C326-A41E-77EC-9463-4D4957368A0E}"/>
          </ac:spMkLst>
        </pc:spChg>
        <pc:spChg chg="mod">
          <ac:chgData name="Yijia Hao (PGR)" userId="S::2357677h@student.gla.ac.uk::1d38b7b8-6fde-4ddd-9775-af09669ddf4c" providerId="AD" clId="Web-{8BEA789D-B3F3-4982-9EA0-2C3F1218689F}" dt="2024-06-14T12:20:25.383" v="3" actId="1076"/>
          <ac:spMkLst>
            <pc:docMk/>
            <pc:sldMk cId="923231211" sldId="500"/>
            <ac:spMk id="4" creationId="{5517582C-302E-8BF2-C128-2C33FB6C050B}"/>
          </ac:spMkLst>
        </pc:spChg>
      </pc:sldChg>
      <pc:sldChg chg="modSp">
        <pc:chgData name="Yijia Hao (PGR)" userId="S::2357677h@student.gla.ac.uk::1d38b7b8-6fde-4ddd-9775-af09669ddf4c" providerId="AD" clId="Web-{8BEA789D-B3F3-4982-9EA0-2C3F1218689F}" dt="2024-06-14T12:20:04.695" v="0" actId="20577"/>
        <pc:sldMkLst>
          <pc:docMk/>
          <pc:sldMk cId="2636481116" sldId="501"/>
        </pc:sldMkLst>
        <pc:spChg chg="mod">
          <ac:chgData name="Yijia Hao (PGR)" userId="S::2357677h@student.gla.ac.uk::1d38b7b8-6fde-4ddd-9775-af09669ddf4c" providerId="AD" clId="Web-{8BEA789D-B3F3-4982-9EA0-2C3F1218689F}" dt="2024-06-14T12:20:04.695" v="0" actId="20577"/>
          <ac:spMkLst>
            <pc:docMk/>
            <pc:sldMk cId="2636481116" sldId="501"/>
            <ac:spMk id="2" creationId="{99315338-8982-5F6F-2475-5254B738DBFB}"/>
          </ac:spMkLst>
        </pc:spChg>
      </pc:sldChg>
    </pc:docChg>
  </pc:docChgLst>
  <pc:docChgLst>
    <pc:chgData name="Yijia Hao (PGR)" userId="S::2357677h@student.gla.ac.uk::1d38b7b8-6fde-4ddd-9775-af09669ddf4c" providerId="AD" clId="Web-{44C7F235-2E4C-49C7-A242-9478FC630316}"/>
    <pc:docChg chg="modSld">
      <pc:chgData name="Yijia Hao (PGR)" userId="S::2357677h@student.gla.ac.uk::1d38b7b8-6fde-4ddd-9775-af09669ddf4c" providerId="AD" clId="Web-{44C7F235-2E4C-49C7-A242-9478FC630316}" dt="2024-06-14T12:14:50.778" v="2" actId="20577"/>
      <pc:docMkLst>
        <pc:docMk/>
      </pc:docMkLst>
      <pc:sldChg chg="modSp">
        <pc:chgData name="Yijia Hao (PGR)" userId="S::2357677h@student.gla.ac.uk::1d38b7b8-6fde-4ddd-9775-af09669ddf4c" providerId="AD" clId="Web-{44C7F235-2E4C-49C7-A242-9478FC630316}" dt="2024-06-14T12:14:26.479" v="0" actId="20577"/>
        <pc:sldMkLst>
          <pc:docMk/>
          <pc:sldMk cId="923231211" sldId="500"/>
        </pc:sldMkLst>
        <pc:spChg chg="mod">
          <ac:chgData name="Yijia Hao (PGR)" userId="S::2357677h@student.gla.ac.uk::1d38b7b8-6fde-4ddd-9775-af09669ddf4c" providerId="AD" clId="Web-{44C7F235-2E4C-49C7-A242-9478FC630316}" dt="2024-06-14T12:14:26.479" v="0" actId="20577"/>
          <ac:spMkLst>
            <pc:docMk/>
            <pc:sldMk cId="923231211" sldId="500"/>
            <ac:spMk id="2" creationId="{EC45C326-A41E-77EC-9463-4D4957368A0E}"/>
          </ac:spMkLst>
        </pc:spChg>
      </pc:sldChg>
      <pc:sldChg chg="modSp">
        <pc:chgData name="Yijia Hao (PGR)" userId="S::2357677h@student.gla.ac.uk::1d38b7b8-6fde-4ddd-9775-af09669ddf4c" providerId="AD" clId="Web-{44C7F235-2E4C-49C7-A242-9478FC630316}" dt="2024-06-14T12:14:50.778" v="2" actId="20577"/>
        <pc:sldMkLst>
          <pc:docMk/>
          <pc:sldMk cId="2636481116" sldId="501"/>
        </pc:sldMkLst>
        <pc:spChg chg="mod">
          <ac:chgData name="Yijia Hao (PGR)" userId="S::2357677h@student.gla.ac.uk::1d38b7b8-6fde-4ddd-9775-af09669ddf4c" providerId="AD" clId="Web-{44C7F235-2E4C-49C7-A242-9478FC630316}" dt="2024-06-14T12:14:50.778" v="2" actId="20577"/>
          <ac:spMkLst>
            <pc:docMk/>
            <pc:sldMk cId="2636481116" sldId="501"/>
            <ac:spMk id="9" creationId="{A87B288E-7F4E-9799-D317-356BE3BE3C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46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07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2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89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97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99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66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Table Arrays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tables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3E0D9EE-C580-2BE4-9D0D-A008D26D0FD8}"/>
              </a:ext>
            </a:extLst>
          </p:cNvPr>
          <p:cNvSpPr txBox="1">
            <a:spLocks/>
          </p:cNvSpPr>
          <p:nvPr/>
        </p:nvSpPr>
        <p:spPr>
          <a:xfrm>
            <a:off x="877026" y="1625648"/>
            <a:ext cx="9312003" cy="375811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rial"/>
                <a:cs typeface="Arial"/>
              </a:rPr>
              <a:t>Tables are commonly used to import and export external data.</a:t>
            </a:r>
            <a:endParaRPr lang="en-GB" dirty="0"/>
          </a:p>
          <a:p>
            <a:pPr lvl="1">
              <a:spcBef>
                <a:spcPts val="1800"/>
              </a:spcBef>
            </a:pPr>
            <a:r>
              <a:rPr lang="en-GB" dirty="0"/>
              <a:t>For example, csv data.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GB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MATLAB tables are useful when you have tabular data of different data types. They can be indexed into tables using column names.</a:t>
            </a:r>
            <a:endParaRPr lang="en-US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MATLAB has built-in functions for common tabular operations.</a:t>
            </a:r>
          </a:p>
          <a:p>
            <a:pPr lvl="1">
              <a:spcBef>
                <a:spcPts val="1800"/>
              </a:spcBef>
            </a:pP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Creating MATLAB tables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26E7CF4-72E8-C5E1-169D-1A94EF43C765}"/>
              </a:ext>
            </a:extLst>
          </p:cNvPr>
          <p:cNvSpPr txBox="1">
            <a:spLocks/>
          </p:cNvSpPr>
          <p:nvPr/>
        </p:nvSpPr>
        <p:spPr>
          <a:xfrm>
            <a:off x="870485" y="1589992"/>
            <a:ext cx="10512862" cy="552954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MATLAB tables can be created using the </a:t>
            </a:r>
            <a:r>
              <a:rPr lang="en-GB" dirty="0">
                <a:latin typeface="Consolas" panose="020B0609020204030204" pitchFamily="49" charset="0"/>
              </a:rPr>
              <a:t>table(</a:t>
            </a:r>
            <a:r>
              <a:rPr lang="en-GB" i="1" dirty="0">
                <a:latin typeface="Consolas" panose="020B0609020204030204" pitchFamily="49" charset="0"/>
              </a:rPr>
              <a:t>A1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i="1" dirty="0">
                <a:latin typeface="Consolas" panose="020B0609020204030204" pitchFamily="49" charset="0"/>
              </a:rPr>
              <a:t>A2</a:t>
            </a:r>
            <a:r>
              <a:rPr lang="en-GB" dirty="0">
                <a:latin typeface="Consolas" panose="020B0609020204030204" pitchFamily="49" charset="0"/>
              </a:rPr>
              <a:t>, …, </a:t>
            </a:r>
            <a:r>
              <a:rPr lang="en-GB" i="1" dirty="0">
                <a:latin typeface="Consolas" panose="020B0609020204030204" pitchFamily="49" charset="0"/>
              </a:rPr>
              <a:t>An</a:t>
            </a:r>
            <a:r>
              <a:rPr lang="en-GB" dirty="0">
                <a:latin typeface="Consolas" panose="020B0609020204030204" pitchFamily="49" charset="0"/>
              </a:rPr>
              <a:t>) </a:t>
            </a:r>
            <a:r>
              <a:rPr lang="en-GB" dirty="0"/>
              <a:t>function.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where </a:t>
            </a:r>
            <a:r>
              <a:rPr lang="en-GB" i="1" dirty="0">
                <a:latin typeface="Arial"/>
                <a:cs typeface="Arial"/>
              </a:rPr>
              <a:t>A1</a:t>
            </a:r>
            <a:r>
              <a:rPr lang="en-GB" dirty="0">
                <a:latin typeface="Arial"/>
                <a:cs typeface="Arial"/>
              </a:rPr>
              <a:t>, to </a:t>
            </a:r>
            <a:r>
              <a:rPr lang="en-GB" i="1" dirty="0">
                <a:latin typeface="Arial"/>
                <a:cs typeface="Arial"/>
              </a:rPr>
              <a:t>An</a:t>
            </a:r>
            <a:r>
              <a:rPr lang="en-GB" dirty="0">
                <a:latin typeface="Arial"/>
                <a:cs typeface="Arial"/>
              </a:rPr>
              <a:t>, are columns of data.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by default, MATLAB uses the variables names as the column headers/names. In this case </a:t>
            </a:r>
            <a:r>
              <a:rPr lang="en-GB" i="1" dirty="0">
                <a:latin typeface="Arial"/>
                <a:cs typeface="Arial"/>
              </a:rPr>
              <a:t>A1</a:t>
            </a:r>
            <a:r>
              <a:rPr lang="en-GB" dirty="0">
                <a:latin typeface="Arial"/>
                <a:cs typeface="Arial"/>
              </a:rPr>
              <a:t>, to </a:t>
            </a:r>
            <a:r>
              <a:rPr lang="en-GB" i="1" dirty="0">
                <a:latin typeface="Arial"/>
                <a:cs typeface="Arial"/>
              </a:rPr>
              <a:t>An</a:t>
            </a:r>
            <a:r>
              <a:rPr lang="en-GB" dirty="0">
                <a:latin typeface="Arial"/>
                <a:cs typeface="Arial"/>
              </a:rPr>
              <a:t> would be the column names.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For example: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8243D9-EE21-A0CC-8432-44450207B85E}"/>
              </a:ext>
            </a:extLst>
          </p:cNvPr>
          <p:cNvSpPr txBox="1"/>
          <p:nvPr/>
        </p:nvSpPr>
        <p:spPr>
          <a:xfrm>
            <a:off x="870485" y="4542203"/>
            <a:ext cx="5619969" cy="1281589"/>
          </a:xfrm>
          <a:prstGeom prst="roundRect">
            <a:avLst>
              <a:gd name="adj" fmla="val 11267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</a:rPr>
              <a:t>name = [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/>
              </a:rPr>
              <a:t>"Green"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</a:rPr>
              <a:t>; 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/>
              </a:rPr>
              <a:t>"Smith"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</a:rPr>
              <a:t>; 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/>
              </a:rPr>
              <a:t>"Sanchez"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</a:rPr>
              <a:t>; 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/>
              </a:rPr>
              <a:t>"Li"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</a:rPr>
              <a:t>]</a:t>
            </a:r>
            <a:endParaRPr lang="en-GB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</a:rPr>
              <a:t>height = [180; 156; 165; 166]</a:t>
            </a:r>
            <a:endParaRPr lang="en-GB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</a:rPr>
              <a:t>weight = [85; 60; 52; 70]</a:t>
            </a:r>
            <a:endParaRPr lang="en-GB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</a:rPr>
              <a:t>my_table = table(name , height, weight)</a:t>
            </a:r>
            <a:endParaRPr lang="en-GB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00F4AE-5FA4-38AA-42D3-D6B6BFE322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891" b="-785"/>
          <a:stretch/>
        </p:blipFill>
        <p:spPr>
          <a:xfrm>
            <a:off x="6822549" y="4022657"/>
            <a:ext cx="3397785" cy="24643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矩形 8">
            <a:extLst>
              <a:ext uri="{FF2B5EF4-FFF2-40B4-BE49-F238E27FC236}">
                <a16:creationId xmlns:a16="http://schemas.microsoft.com/office/drawing/2014/main" id="{1000DF44-7CBE-00B5-F1AF-6B58DC14F2FF}"/>
              </a:ext>
            </a:extLst>
          </p:cNvPr>
          <p:cNvSpPr/>
          <p:nvPr/>
        </p:nvSpPr>
        <p:spPr>
          <a:xfrm>
            <a:off x="10328399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107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Specifying column names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49833-046E-7EC9-E730-4A76DB3DE957}"/>
              </a:ext>
            </a:extLst>
          </p:cNvPr>
          <p:cNvSpPr txBox="1"/>
          <p:nvPr/>
        </p:nvSpPr>
        <p:spPr>
          <a:xfrm>
            <a:off x="791618" y="3934082"/>
            <a:ext cx="6070787" cy="1822192"/>
          </a:xfrm>
          <a:prstGeom prst="roundRect">
            <a:avLst>
              <a:gd name="adj" fmla="val 7430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name = [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"Green"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"Smith"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"Sanchez"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"Li"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height = [180; 156; 165; 166]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weight = [85; 60; 52; 70]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my_table2 = table(name, height, weight,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</a:rPr>
              <a:t>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  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VariableNames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=[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"Last Name"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"Height (cm)"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"Weight (kg)"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])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5A0B3-F8D8-1304-9BDE-B5344D8647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-2167"/>
          <a:stretch/>
        </p:blipFill>
        <p:spPr>
          <a:xfrm>
            <a:off x="7061305" y="3935847"/>
            <a:ext cx="4009465" cy="21705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B7A3CF8-62AC-33EC-B680-518BBDBAF3D1}"/>
              </a:ext>
            </a:extLst>
          </p:cNvPr>
          <p:cNvSpPr txBox="1">
            <a:spLocks/>
          </p:cNvSpPr>
          <p:nvPr/>
        </p:nvSpPr>
        <p:spPr>
          <a:xfrm>
            <a:off x="893524" y="1559951"/>
            <a:ext cx="9519439" cy="329117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In the previous example, MATLAB took the names of the variables as the column names.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The </a:t>
            </a:r>
            <a:r>
              <a:rPr lang="en-GB" dirty="0">
                <a:latin typeface="Consolas"/>
                <a:cs typeface="Arial"/>
              </a:rPr>
              <a:t>table()</a:t>
            </a:r>
            <a:r>
              <a:rPr lang="en-GB" dirty="0">
                <a:latin typeface="+mj-lt"/>
                <a:cs typeface="Arial"/>
              </a:rPr>
              <a:t> </a:t>
            </a:r>
            <a:r>
              <a:rPr lang="en-GB" dirty="0">
                <a:latin typeface="Arial"/>
                <a:cs typeface="Arial"/>
              </a:rPr>
              <a:t>function takes a second optional keyword argument: </a:t>
            </a:r>
            <a:r>
              <a:rPr lang="en-GB" dirty="0" err="1">
                <a:latin typeface="Consolas"/>
                <a:cs typeface="Arial"/>
              </a:rPr>
              <a:t>VariableNames</a:t>
            </a:r>
            <a:endParaRPr lang="en-GB" dirty="0">
              <a:latin typeface="Consolas"/>
              <a:cs typeface="Arial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This can be used to provide an array of column names.</a:t>
            </a:r>
          </a:p>
          <a:p>
            <a:pPr lvl="1">
              <a:spcBef>
                <a:spcPts val="1200"/>
              </a:spcBef>
            </a:pPr>
            <a:endParaRPr lang="en-GB" sz="2100" dirty="0">
              <a:latin typeface="+mj-lt"/>
            </a:endParaRPr>
          </a:p>
          <a:p>
            <a:pPr lvl="1">
              <a:spcBef>
                <a:spcPts val="1200"/>
              </a:spcBef>
            </a:pPr>
            <a:endParaRPr lang="en-GB" sz="2100" dirty="0">
              <a:latin typeface="+mj-lt"/>
            </a:endParaRP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002FA385-B69B-F49A-15BC-E45A26305135}"/>
              </a:ext>
            </a:extLst>
          </p:cNvPr>
          <p:cNvSpPr/>
          <p:nvPr/>
        </p:nvSpPr>
        <p:spPr>
          <a:xfrm>
            <a:off x="10220334" y="631618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276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Adding row names to table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C9F3-8EC1-5C21-2791-926958400F94}"/>
              </a:ext>
            </a:extLst>
          </p:cNvPr>
          <p:cNvSpPr txBox="1">
            <a:spLocks/>
          </p:cNvSpPr>
          <p:nvPr/>
        </p:nvSpPr>
        <p:spPr>
          <a:xfrm>
            <a:off x="871961" y="1578621"/>
            <a:ext cx="9578325" cy="384936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It is possible to name the rows of a MATLAB table using the </a:t>
            </a:r>
            <a:r>
              <a:rPr lang="en-GB" dirty="0">
                <a:solidFill>
                  <a:srgbClr val="A020F0"/>
                </a:solidFill>
                <a:latin typeface="Consolas"/>
                <a:cs typeface="Arial"/>
              </a:rPr>
              <a:t>'</a:t>
            </a:r>
            <a:r>
              <a:rPr lang="en-GB" dirty="0" err="1">
                <a:solidFill>
                  <a:srgbClr val="A020F0"/>
                </a:solidFill>
                <a:latin typeface="Consolas"/>
                <a:cs typeface="Arial"/>
              </a:rPr>
              <a:t>RowNames</a:t>
            </a:r>
            <a:r>
              <a:rPr lang="en-GB" dirty="0">
                <a:solidFill>
                  <a:srgbClr val="A020F0"/>
                </a:solidFill>
                <a:latin typeface="Consolas"/>
                <a:cs typeface="Arial"/>
              </a:rPr>
              <a:t>’ </a:t>
            </a:r>
            <a:r>
              <a:rPr lang="en-GB" dirty="0">
                <a:latin typeface="Arial"/>
                <a:cs typeface="Arial"/>
              </a:rPr>
              <a:t>argument</a:t>
            </a:r>
            <a:r>
              <a:rPr lang="en-GB" dirty="0">
                <a:latin typeface="+mj-lt"/>
                <a:cs typeface="Arial"/>
              </a:rPr>
              <a:t>.</a:t>
            </a:r>
            <a:endParaRPr lang="en-US" dirty="0">
              <a:cs typeface="Arial"/>
            </a:endParaRPr>
          </a:p>
          <a:p>
            <a:endParaRPr lang="en-GB" sz="1800" dirty="0">
              <a:latin typeface="+mj-lt"/>
            </a:endParaRPr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E4E37-94F0-34E2-7E6D-982CAB1D63C4}"/>
              </a:ext>
            </a:extLst>
          </p:cNvPr>
          <p:cNvSpPr txBox="1"/>
          <p:nvPr/>
        </p:nvSpPr>
        <p:spPr>
          <a:xfrm>
            <a:off x="1196899" y="2544062"/>
            <a:ext cx="7526252" cy="1269980"/>
          </a:xfrm>
          <a:prstGeom prst="roundRect">
            <a:avLst>
              <a:gd name="adj" fmla="val 9917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name = [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020F0"/>
                </a:solidFill>
                <a:effectLst/>
                <a:uLnTx/>
                <a:uFillTx/>
                <a:latin typeface="Consolas" panose="020B0609020204030204" pitchFamily="49" charset="0"/>
              </a:rPr>
              <a:t>"Green"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020F0"/>
                </a:solidFill>
                <a:effectLst/>
                <a:uLnTx/>
                <a:uFillTx/>
                <a:latin typeface="Consolas" panose="020B0609020204030204" pitchFamily="49" charset="0"/>
              </a:rPr>
              <a:t>"Smith"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020F0"/>
                </a:solidFill>
                <a:effectLst/>
                <a:uLnTx/>
                <a:uFillTx/>
                <a:latin typeface="Consolas" panose="020B0609020204030204" pitchFamily="49" charset="0"/>
              </a:rPr>
              <a:t>"Sanchez"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020F0"/>
                </a:solidFill>
                <a:effectLst/>
                <a:uLnTx/>
                <a:uFillTx/>
                <a:latin typeface="Consolas" panose="020B0609020204030204" pitchFamily="49" charset="0"/>
              </a:rPr>
              <a:t>"Li"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height = [180; 156; 165; 166]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weight = [85; 60; 52; 70]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my_table = table(height, weight,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020F0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A020F0"/>
                </a:solidFill>
                <a:effectLst/>
                <a:uLnTx/>
                <a:uFillTx/>
                <a:latin typeface="Consolas" panose="020B0609020204030204" pitchFamily="49" charset="0"/>
              </a:rPr>
              <a:t>RowNames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020F0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,name)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D2F29-427D-1280-C8C8-B06F71911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560" y="4040536"/>
            <a:ext cx="3387132" cy="25683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矩形 8">
            <a:extLst>
              <a:ext uri="{FF2B5EF4-FFF2-40B4-BE49-F238E27FC236}">
                <a16:creationId xmlns:a16="http://schemas.microsoft.com/office/drawing/2014/main" id="{A9A11AA4-7563-99E8-D84E-4706883DF22A}"/>
              </a:ext>
            </a:extLst>
          </p:cNvPr>
          <p:cNvSpPr/>
          <p:nvPr/>
        </p:nvSpPr>
        <p:spPr>
          <a:xfrm>
            <a:off x="10220334" y="631618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183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Indexing into a table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1F2A5C-34C0-62AA-E176-FEDA86EF6080}"/>
              </a:ext>
            </a:extLst>
          </p:cNvPr>
          <p:cNvSpPr txBox="1">
            <a:spLocks/>
          </p:cNvSpPr>
          <p:nvPr/>
        </p:nvSpPr>
        <p:spPr>
          <a:xfrm>
            <a:off x="892534" y="1507776"/>
            <a:ext cx="9632397" cy="397280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dirty="0"/>
              <a:t>Columns in a MATLAB table can be accessed using </a:t>
            </a:r>
            <a:r>
              <a:rPr lang="en-GB" dirty="0">
                <a:latin typeface="Consolas" panose="020B0609020204030204" pitchFamily="49" charset="0"/>
              </a:rPr>
              <a:t>.name </a:t>
            </a:r>
            <a:r>
              <a:rPr lang="en-GB" dirty="0"/>
              <a:t>notation.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dirty="0"/>
              <a:t>The datatype provided by this is an array.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dirty="0"/>
              <a:t>Index a row by </a:t>
            </a:r>
            <a:r>
              <a:rPr lang="en-GB" u="sng" dirty="0"/>
              <a:t>parentheses</a:t>
            </a:r>
            <a:r>
              <a:rPr lang="en-GB" dirty="0"/>
              <a:t> using the row name (it is a string).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dirty="0"/>
              <a:t>Standard </a:t>
            </a:r>
            <a:r>
              <a:rPr lang="en-GB" u="sng" dirty="0"/>
              <a:t>parentheses</a:t>
            </a:r>
            <a:r>
              <a:rPr lang="en-GB" dirty="0"/>
              <a:t>-based matrix indexing can also be used.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dirty="0"/>
              <a:t>The datatype provided by this is a smaller table.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242B4-8734-9057-0367-2444B84ED9D8}"/>
              </a:ext>
            </a:extLst>
          </p:cNvPr>
          <p:cNvSpPr txBox="1"/>
          <p:nvPr/>
        </p:nvSpPr>
        <p:spPr>
          <a:xfrm>
            <a:off x="4080885" y="4027260"/>
            <a:ext cx="2794396" cy="408623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my_table(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"Smith"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 :)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54AEC-3CC8-A81C-7D6A-E20B582EB3F2}"/>
              </a:ext>
            </a:extLst>
          </p:cNvPr>
          <p:cNvSpPr txBox="1"/>
          <p:nvPr/>
        </p:nvSpPr>
        <p:spPr>
          <a:xfrm>
            <a:off x="7122810" y="4018735"/>
            <a:ext cx="2571863" cy="408623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my_table(2, 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41E159-84CE-15CF-423C-32395D5C0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819" y="4614357"/>
            <a:ext cx="2851570" cy="20652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A717C5-74CA-DC4A-7E04-038520714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453" y="4614357"/>
            <a:ext cx="1965250" cy="20860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8873D55-10C0-DE0D-BC3B-6A69B176EF4F}"/>
              </a:ext>
            </a:extLst>
          </p:cNvPr>
          <p:cNvGrpSpPr/>
          <p:nvPr/>
        </p:nvGrpSpPr>
        <p:grpSpPr>
          <a:xfrm>
            <a:off x="1507190" y="4027260"/>
            <a:ext cx="2416133" cy="2652388"/>
            <a:chOff x="592790" y="3201564"/>
            <a:chExt cx="2416133" cy="26523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009A8A-CD6C-C21D-3B08-FADC1301A01C}"/>
                </a:ext>
              </a:extLst>
            </p:cNvPr>
            <p:cNvSpPr txBox="1"/>
            <p:nvPr/>
          </p:nvSpPr>
          <p:spPr>
            <a:xfrm>
              <a:off x="592790" y="3201564"/>
              <a:ext cx="2416133" cy="408623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my_table.height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42BE3AB-681C-DD8C-C7DC-57995600D1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-3166" r="-1"/>
            <a:stretch/>
          </p:blipFill>
          <p:spPr>
            <a:xfrm>
              <a:off x="628650" y="3788661"/>
              <a:ext cx="2252826" cy="206529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3" name="矩形 8">
            <a:extLst>
              <a:ext uri="{FF2B5EF4-FFF2-40B4-BE49-F238E27FC236}">
                <a16:creationId xmlns:a16="http://schemas.microsoft.com/office/drawing/2014/main" id="{4E35D5DC-19C5-D65C-CC70-964C6FD9EAE7}"/>
              </a:ext>
            </a:extLst>
          </p:cNvPr>
          <p:cNvSpPr/>
          <p:nvPr/>
        </p:nvSpPr>
        <p:spPr>
          <a:xfrm>
            <a:off x="10220334" y="631618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D1BBC1-3785-D32C-03E5-5583B5737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4768" y="3670619"/>
            <a:ext cx="1899096" cy="14400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730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Adding data to MATLAB tables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45C326-A41E-77EC-9463-4D4957368A0E}"/>
              </a:ext>
            </a:extLst>
          </p:cNvPr>
          <p:cNvSpPr txBox="1">
            <a:spLocks/>
          </p:cNvSpPr>
          <p:nvPr/>
        </p:nvSpPr>
        <p:spPr>
          <a:xfrm>
            <a:off x="867790" y="1629811"/>
            <a:ext cx="9828235" cy="255030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600"/>
              </a:spcBef>
            </a:pPr>
            <a:r>
              <a:rPr lang="en-GB" dirty="0"/>
              <a:t>We can add rows to a MATLAB table via concatenation.</a:t>
            </a:r>
            <a:endParaRPr lang="en-US" dirty="0"/>
          </a:p>
          <a:p>
            <a:pPr marL="0" lvl="1">
              <a:lnSpc>
                <a:spcPct val="100000"/>
              </a:lnSpc>
              <a:spcBef>
                <a:spcPts val="600"/>
              </a:spcBef>
            </a:pPr>
            <a:r>
              <a:rPr lang="en-GB" dirty="0">
                <a:latin typeface="Arial"/>
                <a:cs typeface="Arial"/>
              </a:rPr>
              <a:t>Concatenation means to combine multiple similar things together.</a:t>
            </a:r>
          </a:p>
          <a:p>
            <a:pPr marL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dirty="0"/>
              <a:t>Example concatenation:</a:t>
            </a:r>
          </a:p>
          <a:p>
            <a:pPr marL="0">
              <a:spcBef>
                <a:spcPts val="6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 marL="0">
              <a:spcBef>
                <a:spcPts val="6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 marL="0">
              <a:spcBef>
                <a:spcPts val="600"/>
              </a:spcBef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7582C-302E-8BF2-C128-2C33FB6C050B}"/>
              </a:ext>
            </a:extLst>
          </p:cNvPr>
          <p:cNvSpPr txBox="1"/>
          <p:nvPr/>
        </p:nvSpPr>
        <p:spPr>
          <a:xfrm>
            <a:off x="955288" y="3198924"/>
            <a:ext cx="6200798" cy="2109907"/>
          </a:xfrm>
          <a:prstGeom prst="roundRect">
            <a:avLst>
              <a:gd name="adj" fmla="val 7296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name = [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"Green"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"Smith"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"Sanchez"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"Li"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height = [180; 156; 165; 166]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weight = [85; 60; 52; 70]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table_1 = table(name , height, weight);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table_2 = table(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"White"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020F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170, 70, VariableNames=[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"name"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"height"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"weight"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])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table_1 = [table_1; table_2]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% concatenate tables 1 and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7CFFC-2B81-B43D-DE7D-E614E6BF3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608" y="3198547"/>
            <a:ext cx="3359483" cy="27195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A5D04EEE-4FA7-F89B-C43A-DE9E1D010645}"/>
              </a:ext>
            </a:extLst>
          </p:cNvPr>
          <p:cNvSpPr/>
          <p:nvPr/>
        </p:nvSpPr>
        <p:spPr>
          <a:xfrm>
            <a:off x="10220334" y="631618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323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Removing data from a table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315338-8982-5F6F-2475-5254B738DBFB}"/>
              </a:ext>
            </a:extLst>
          </p:cNvPr>
          <p:cNvSpPr txBox="1">
            <a:spLocks/>
          </p:cNvSpPr>
          <p:nvPr/>
        </p:nvSpPr>
        <p:spPr>
          <a:xfrm>
            <a:off x="887783" y="1697990"/>
            <a:ext cx="9332551" cy="273405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We can delete entries from a table by specifying a specific row as an empty matrix: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68B2D-7621-789E-1753-210CB15E0EE3}"/>
              </a:ext>
            </a:extLst>
          </p:cNvPr>
          <p:cNvSpPr txBox="1"/>
          <p:nvPr/>
        </p:nvSpPr>
        <p:spPr>
          <a:xfrm>
            <a:off x="1563838" y="2728161"/>
            <a:ext cx="7886700" cy="340519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table_1(3, :) = []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% delete row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B8D79-4B70-537E-051D-E991E0278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44" y="3429000"/>
            <a:ext cx="3079447" cy="24928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EC3243-3F2B-5004-8BB1-EACC7BD2B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18" y="3429000"/>
            <a:ext cx="3259926" cy="24928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01634F-6DF8-C332-70AE-30A29AA5EF42}"/>
              </a:ext>
            </a:extLst>
          </p:cNvPr>
          <p:cNvCxnSpPr/>
          <p:nvPr/>
        </p:nvCxnSpPr>
        <p:spPr>
          <a:xfrm>
            <a:off x="4603770" y="4651750"/>
            <a:ext cx="1601776" cy="0"/>
          </a:xfrm>
          <a:prstGeom prst="straightConnector1">
            <a:avLst/>
          </a:prstGeom>
          <a:noFill/>
          <a:ln w="254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7B288E-7F4E-9799-D317-356BE3BE3C90}"/>
              </a:ext>
            </a:extLst>
          </p:cNvPr>
          <p:cNvSpPr txBox="1"/>
          <p:nvPr/>
        </p:nvSpPr>
        <p:spPr>
          <a:xfrm>
            <a:off x="4536035" y="4773328"/>
            <a:ext cx="211376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>
                <a:latin typeface="Arial"/>
                <a:cs typeface="Arial"/>
              </a:rPr>
              <a:t>Row 3 removed from the table</a:t>
            </a: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8B6E1C71-DA5A-FEF1-22B5-051E2A1B79C1}"/>
              </a:ext>
            </a:extLst>
          </p:cNvPr>
          <p:cNvSpPr/>
          <p:nvPr/>
        </p:nvSpPr>
        <p:spPr>
          <a:xfrm>
            <a:off x="10220334" y="631618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648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Questions for you to investigate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315338-8982-5F6F-2475-5254B738DBFB}"/>
              </a:ext>
            </a:extLst>
          </p:cNvPr>
          <p:cNvSpPr txBox="1">
            <a:spLocks/>
          </p:cNvSpPr>
          <p:nvPr/>
        </p:nvSpPr>
        <p:spPr>
          <a:xfrm>
            <a:off x="887783" y="1697990"/>
            <a:ext cx="9332551" cy="273405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What will happen using the following commands: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68B2D-7621-789E-1753-210CB15E0EE3}"/>
              </a:ext>
            </a:extLst>
          </p:cNvPr>
          <p:cNvSpPr txBox="1"/>
          <p:nvPr/>
        </p:nvSpPr>
        <p:spPr>
          <a:xfrm>
            <a:off x="1563838" y="2728161"/>
            <a:ext cx="7886700" cy="57888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table_1.height = [];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kern="0" dirty="0">
                <a:solidFill>
                  <a:prstClr val="black"/>
                </a:solidFill>
                <a:latin typeface="Consolas" panose="020B0609020204030204" pitchFamily="49" charset="0"/>
              </a:rPr>
              <a:t>t</a:t>
            </a:r>
            <a:r>
              <a:rPr lang="en-GB" sz="1400" kern="0">
                <a:solidFill>
                  <a:prstClr val="black"/>
                </a:solidFill>
                <a:latin typeface="Consolas" panose="020B0609020204030204" pitchFamily="49" charset="0"/>
              </a:rPr>
              <a:t>able</a:t>
            </a:r>
            <a:r>
              <a:rPr lang="en-GB" sz="1400" kern="0" dirty="0">
                <a:solidFill>
                  <a:prstClr val="black"/>
                </a:solidFill>
                <a:latin typeface="Consolas" panose="020B0609020204030204" pitchFamily="49" charset="0"/>
              </a:rPr>
              <a:t>_1.age = [10;20;30;40;50];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8B6E1C71-DA5A-FEF1-22B5-051E2A1B79C1}"/>
              </a:ext>
            </a:extLst>
          </p:cNvPr>
          <p:cNvSpPr/>
          <p:nvPr/>
        </p:nvSpPr>
        <p:spPr>
          <a:xfrm>
            <a:off x="10220334" y="631618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858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8A52F304-E755-4D7D-9652-70CE9251DA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EA0B66-0A62-4679-A055-2E5FA8D7743D}">
  <ds:schemaRefs>
    <ds:schemaRef ds:uri="http://purl.org/dc/elements/1.1/"/>
    <ds:schemaRef ds:uri="1cc9bed8-8410-44eb-bf25-ca1ea4636418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dfc159fb-6789-415c-9027-b0bc58ba83c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1900</TotalTime>
  <Words>659</Words>
  <Application>Microsoft Office PowerPoint</Application>
  <PresentationFormat>Widescreen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Times New Roman</vt:lpstr>
      <vt:lpstr>Office Theme</vt:lpstr>
      <vt:lpstr>MATLAB Table Arrays  </vt:lpstr>
      <vt:lpstr>MATLAB tables</vt:lpstr>
      <vt:lpstr>Creating MATLAB tables</vt:lpstr>
      <vt:lpstr>Specifying column names</vt:lpstr>
      <vt:lpstr>Adding row names to table</vt:lpstr>
      <vt:lpstr>Indexing into a table</vt:lpstr>
      <vt:lpstr>Adding data to MATLAB tables</vt:lpstr>
      <vt:lpstr>Removing data from a table</vt:lpstr>
      <vt:lpstr>Questions for you to investigate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126</cp:revision>
  <dcterms:created xsi:type="dcterms:W3CDTF">2021-01-06T14:22:07Z</dcterms:created>
  <dcterms:modified xsi:type="dcterms:W3CDTF">2024-08-20T16:17:26Z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