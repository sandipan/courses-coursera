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86" d="100"/>
          <a:sy n="86" d="100"/>
        </p:scale>
        <p:origin x="96" y="564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5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13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23/06/2024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122" y="1645457"/>
            <a:ext cx="9050741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Matrices: Get Access to Elements in a Matrix</a:t>
            </a: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251" y="2366818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Get access to an element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A93EB-77E4-96EF-4673-54191F715024}"/>
              </a:ext>
            </a:extLst>
          </p:cNvPr>
          <p:cNvSpPr txBox="1">
            <a:spLocks/>
          </p:cNvSpPr>
          <p:nvPr/>
        </p:nvSpPr>
        <p:spPr>
          <a:xfrm>
            <a:off x="519593" y="1613678"/>
            <a:ext cx="9501486" cy="19086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Matrix indexing means to access a specific element or (a) set(s) of elements from a given matrix.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034F8-8A9E-31DC-F57A-DAC1E0F931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3161"/>
          <a:stretch/>
        </p:blipFill>
        <p:spPr>
          <a:xfrm>
            <a:off x="1758283" y="5341068"/>
            <a:ext cx="1635065" cy="3132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0F6137E-4E94-D3E4-9560-357D8A5151BB}"/>
              </a:ext>
            </a:extLst>
          </p:cNvPr>
          <p:cNvGrpSpPr/>
          <p:nvPr/>
        </p:nvGrpSpPr>
        <p:grpSpPr>
          <a:xfrm>
            <a:off x="1576514" y="3499071"/>
            <a:ext cx="9557211" cy="2871138"/>
            <a:chOff x="1576514" y="3499071"/>
            <a:chExt cx="9557211" cy="2871138"/>
          </a:xfrm>
        </p:grpSpPr>
        <p:sp>
          <p:nvSpPr>
            <p:cNvPr id="2" name="矩形 8">
              <a:extLst>
                <a:ext uri="{FF2B5EF4-FFF2-40B4-BE49-F238E27FC236}">
                  <a16:creationId xmlns:a16="http://schemas.microsoft.com/office/drawing/2014/main" id="{370D4C84-6F21-8C8F-713C-102CDFF91F6D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6810BF2-FC45-2AEC-F108-253B81A53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6514" y="3499071"/>
              <a:ext cx="4454171" cy="157214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19A7B66-7EF8-54D0-5612-F06C866CB2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077" b="3925"/>
          <a:stretch/>
        </p:blipFill>
        <p:spPr>
          <a:xfrm>
            <a:off x="1758283" y="5821562"/>
            <a:ext cx="1635065" cy="735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C8FB0F-5340-C164-F32F-8D4C98D77CCA}"/>
              </a:ext>
            </a:extLst>
          </p:cNvPr>
          <p:cNvSpPr txBox="1">
            <a:spLocks/>
          </p:cNvSpPr>
          <p:nvPr/>
        </p:nvSpPr>
        <p:spPr>
          <a:xfrm>
            <a:off x="519593" y="2411208"/>
            <a:ext cx="11554218" cy="55295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 index into a matrix, specify the desired row and column position in </a:t>
            </a:r>
            <a:r>
              <a:rPr lang="en-GB" u="sng" dirty="0"/>
              <a:t>parentheses.</a:t>
            </a:r>
          </a:p>
          <a:p>
            <a:r>
              <a:rPr lang="en-GB" dirty="0"/>
              <a:t>Example: retrieve the element located in row 3 of column 4.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Index of the first and last element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FFE089-AA48-5EAF-6EF3-F29B7433DB79}"/>
              </a:ext>
            </a:extLst>
          </p:cNvPr>
          <p:cNvSpPr txBox="1">
            <a:spLocks/>
          </p:cNvSpPr>
          <p:nvPr/>
        </p:nvSpPr>
        <p:spPr>
          <a:xfrm>
            <a:off x="526843" y="1611364"/>
            <a:ext cx="9059935" cy="42005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index of the first element in any row or column is “1”.</a:t>
            </a:r>
          </a:p>
          <a:p>
            <a:r>
              <a:rPr lang="en-GB" dirty="0"/>
              <a:t>The index of the last element in any row or column is “end”.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C7EC7A-11A8-E192-9595-EA11144763B2}"/>
              </a:ext>
            </a:extLst>
          </p:cNvPr>
          <p:cNvGrpSpPr/>
          <p:nvPr/>
        </p:nvGrpSpPr>
        <p:grpSpPr>
          <a:xfrm>
            <a:off x="3299104" y="2955047"/>
            <a:ext cx="7834621" cy="3415162"/>
            <a:chOff x="3299104" y="2955047"/>
            <a:chExt cx="7834621" cy="3415162"/>
          </a:xfrm>
        </p:grpSpPr>
        <p:sp>
          <p:nvSpPr>
            <p:cNvPr id="2" name="矩形 8">
              <a:extLst>
                <a:ext uri="{FF2B5EF4-FFF2-40B4-BE49-F238E27FC236}">
                  <a16:creationId xmlns:a16="http://schemas.microsoft.com/office/drawing/2014/main" id="{370D4C84-6F21-8C8F-713C-102CDFF91F6D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36BAE02-25AF-142F-762E-7D1237E15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9104" y="2955047"/>
              <a:ext cx="4232751" cy="159297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912D7E8-E356-7CA6-4671-3E54EDC6E0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80"/>
          <a:stretch/>
        </p:blipFill>
        <p:spPr>
          <a:xfrm>
            <a:off x="4846147" y="4967769"/>
            <a:ext cx="1427904" cy="10284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007E2B-CCAD-339A-82B9-FC840B1812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666"/>
          <a:stretch/>
        </p:blipFill>
        <p:spPr>
          <a:xfrm>
            <a:off x="6985091" y="4967769"/>
            <a:ext cx="1479697" cy="10284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753B12-F04F-7B37-E68F-3BEBF9FC1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9236" y="4967769"/>
            <a:ext cx="1410132" cy="10284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8998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colon operator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D3A5-BF2F-6048-84C1-0E7A80C47930}"/>
              </a:ext>
            </a:extLst>
          </p:cNvPr>
          <p:cNvSpPr txBox="1">
            <a:spLocks/>
          </p:cNvSpPr>
          <p:nvPr/>
        </p:nvSpPr>
        <p:spPr>
          <a:xfrm>
            <a:off x="524084" y="1616329"/>
            <a:ext cx="9489711" cy="262006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colon operator can be used to get access to multiple elements in a </a:t>
            </a:r>
            <a:r>
              <a:rPr lang="en-GB" dirty="0" err="1">
                <a:latin typeface="Consolas" panose="020B0609020204030204" pitchFamily="49" charset="0"/>
              </a:rPr>
              <a:t>from:to</a:t>
            </a:r>
            <a:r>
              <a:rPr lang="en-GB" dirty="0"/>
              <a:t> fashion.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8BA25A-624A-6693-4FFA-360575E92B74}"/>
              </a:ext>
            </a:extLst>
          </p:cNvPr>
          <p:cNvGrpSpPr/>
          <p:nvPr/>
        </p:nvGrpSpPr>
        <p:grpSpPr>
          <a:xfrm>
            <a:off x="3323215" y="2945023"/>
            <a:ext cx="7810510" cy="3425186"/>
            <a:chOff x="3323215" y="2945023"/>
            <a:chExt cx="7810510" cy="3425186"/>
          </a:xfrm>
        </p:grpSpPr>
        <p:sp>
          <p:nvSpPr>
            <p:cNvPr id="2" name="矩形 8">
              <a:extLst>
                <a:ext uri="{FF2B5EF4-FFF2-40B4-BE49-F238E27FC236}">
                  <a16:creationId xmlns:a16="http://schemas.microsoft.com/office/drawing/2014/main" id="{370D4C84-6F21-8C8F-713C-102CDFF91F6D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D324D3-3D19-FBE8-9D00-E97E422CB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3215" y="2945023"/>
              <a:ext cx="3550485" cy="133620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8565E16-E9F8-960C-EDE9-139CF103E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942" y="5369537"/>
            <a:ext cx="2166150" cy="880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EC2DC1-95F9-D6FE-FAF9-780F3E399C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b="8823"/>
          <a:stretch/>
        </p:blipFill>
        <p:spPr>
          <a:xfrm>
            <a:off x="1795942" y="4604741"/>
            <a:ext cx="2151927" cy="4507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42C3A3-FD17-1C73-67F8-F92EC5D57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8198" y="4604741"/>
            <a:ext cx="2323555" cy="4558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AF2540-0C00-748E-26C2-F01D303B7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8198" y="5369537"/>
            <a:ext cx="2102394" cy="12303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0C5962-B7DE-B711-ABEB-D7FFB0585AB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3889"/>
          <a:stretch/>
        </p:blipFill>
        <p:spPr>
          <a:xfrm>
            <a:off x="6873700" y="4604741"/>
            <a:ext cx="2160656" cy="492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8F379B-AA04-1628-F8E3-0DC53F5983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3700" y="5369536"/>
            <a:ext cx="2265834" cy="12893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711A7C3-3BA3-3FB2-C787-19BB6FB83435}"/>
              </a:ext>
            </a:extLst>
          </p:cNvPr>
          <p:cNvSpPr txBox="1">
            <a:spLocks/>
          </p:cNvSpPr>
          <p:nvPr/>
        </p:nvSpPr>
        <p:spPr>
          <a:xfrm>
            <a:off x="524084" y="2362287"/>
            <a:ext cx="10118780" cy="14806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Omitting both from</a:t>
            </a:r>
            <a:r>
              <a:rPr lang="en-GB" i="1" dirty="0"/>
              <a:t> </a:t>
            </a:r>
            <a:r>
              <a:rPr lang="en-GB" dirty="0"/>
              <a:t>and to</a:t>
            </a:r>
            <a:r>
              <a:rPr lang="en-GB" i="1" dirty="0"/>
              <a:t> </a:t>
            </a:r>
            <a:r>
              <a:rPr lang="en-GB" dirty="0"/>
              <a:t>will replace them with </a:t>
            </a:r>
            <a:r>
              <a:rPr lang="en-GB" dirty="0">
                <a:latin typeface="Consolas" panose="020B0609020204030204" pitchFamily="49" charset="0"/>
              </a:rPr>
              <a:t>1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</a:rPr>
              <a:t>end</a:t>
            </a:r>
            <a:r>
              <a:rPr lang="en-GB" dirty="0"/>
              <a:t>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91306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68222E32-3983-48C9-927E-810A5685CD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4BB36E-C801-427C-BF12-B43D92A8AA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FE0F32-C6A0-47DF-9ED5-621112EBEF4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1857</TotalTime>
  <Words>169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Times New Roman</vt:lpstr>
      <vt:lpstr>Office Theme</vt:lpstr>
      <vt:lpstr>MATLAB Matrices: Get Access to Elements in a Matrix </vt:lpstr>
      <vt:lpstr>Get access to an element</vt:lpstr>
      <vt:lpstr>Index of the first and last element </vt:lpstr>
      <vt:lpstr>The colon operator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Yushi Liu (PGR)</cp:lastModifiedBy>
  <cp:revision>71</cp:revision>
  <dcterms:created xsi:type="dcterms:W3CDTF">2021-01-06T14:22:07Z</dcterms:created>
  <dcterms:modified xsi:type="dcterms:W3CDTF">2024-06-23T01:10:59Z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