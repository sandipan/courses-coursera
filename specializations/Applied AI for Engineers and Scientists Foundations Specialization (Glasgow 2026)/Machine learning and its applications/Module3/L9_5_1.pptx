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494" r:id="rId6"/>
    <p:sldId id="496" r:id="rId7"/>
    <p:sldId id="497" r:id="rId8"/>
    <p:sldId id="498" r:id="rId9"/>
    <p:sldId id="499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60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14/08/2024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sz="2500" dirty="0">
                <a:solidFill>
                  <a:schemeClr val="tx1"/>
                </a:solidFill>
              </a:rPr>
              <a:t>Data Preparation Overview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What is data preparation?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2FE316-C69F-2EEB-9FCC-1DF8A19E3D4F}"/>
              </a:ext>
            </a:extLst>
          </p:cNvPr>
          <p:cNvSpPr txBox="1"/>
          <p:nvPr/>
        </p:nvSpPr>
        <p:spPr>
          <a:xfrm>
            <a:off x="794491" y="3429000"/>
            <a:ext cx="9988762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preparation include: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Removing missing values.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Identifying and correcting errors in the data.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Converting data types.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Transforming data into a suitable format for machine learning.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etc.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8CEC66-C198-42D8-DB7D-99B24E0D5546}"/>
              </a:ext>
            </a:extLst>
          </p:cNvPr>
          <p:cNvGrpSpPr/>
          <p:nvPr/>
        </p:nvGrpSpPr>
        <p:grpSpPr>
          <a:xfrm>
            <a:off x="1717902" y="2100737"/>
            <a:ext cx="8755862" cy="877849"/>
            <a:chOff x="912340" y="1414507"/>
            <a:chExt cx="8755862" cy="8778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7850714-65FC-E81E-CCEA-37A34ED0EE04}"/>
                </a:ext>
              </a:extLst>
            </p:cNvPr>
            <p:cNvGrpSpPr/>
            <p:nvPr/>
          </p:nvGrpSpPr>
          <p:grpSpPr>
            <a:xfrm>
              <a:off x="912340" y="1414507"/>
              <a:ext cx="5806989" cy="877849"/>
              <a:chOff x="2057400" y="1334393"/>
              <a:chExt cx="5806989" cy="877849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0CEE26D-0531-DDB1-6CC1-2FFBEB1C959D}"/>
                  </a:ext>
                </a:extLst>
              </p:cNvPr>
              <p:cNvSpPr/>
              <p:nvPr/>
            </p:nvSpPr>
            <p:spPr>
              <a:xfrm>
                <a:off x="2057400" y="1470837"/>
                <a:ext cx="1556951" cy="74140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00356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Raw data</a:t>
                </a:r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4F8475CF-7A51-8FC3-81B1-D858DA696A3F}"/>
                  </a:ext>
                </a:extLst>
              </p:cNvPr>
              <p:cNvSpPr/>
              <p:nvPr/>
            </p:nvSpPr>
            <p:spPr>
              <a:xfrm>
                <a:off x="6307438" y="1470836"/>
                <a:ext cx="1556951" cy="74140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00356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Data</a:t>
                </a: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E04D02CB-07EC-4025-8DF1-D8ADD450CA0A}"/>
                  </a:ext>
                </a:extLst>
              </p:cNvPr>
              <p:cNvCxnSpPr>
                <a:cxnSpLocks/>
                <a:stCxn id="6" idx="3"/>
                <a:endCxn id="7" idx="1"/>
              </p:cNvCxnSpPr>
              <p:nvPr/>
            </p:nvCxnSpPr>
            <p:spPr>
              <a:xfrm flipV="1">
                <a:off x="3614351" y="1841539"/>
                <a:ext cx="2693087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A67E2A-A9C0-9C1A-8489-323E79E0678C}"/>
                  </a:ext>
                </a:extLst>
              </p:cNvPr>
              <p:cNvSpPr txBox="1"/>
              <p:nvPr/>
            </p:nvSpPr>
            <p:spPr>
              <a:xfrm>
                <a:off x="3722414" y="1334393"/>
                <a:ext cx="24769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clean / transform</a:t>
                </a:r>
              </a:p>
            </p:txBody>
          </p: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9A1F97B-8665-96FE-ADEF-45297A2D2D6D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6719329" y="1921653"/>
              <a:ext cx="29488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FADF686-78EB-7DD5-3696-4C8C2B781E0A}"/>
              </a:ext>
            </a:extLst>
          </p:cNvPr>
          <p:cNvSpPr txBox="1"/>
          <p:nvPr/>
        </p:nvSpPr>
        <p:spPr>
          <a:xfrm>
            <a:off x="7841312" y="2146217"/>
            <a:ext cx="2632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process / analysis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57F989-24EF-438C-B24E-785FE2426F91}"/>
              </a:ext>
            </a:extLst>
          </p:cNvPr>
          <p:cNvSpPr/>
          <p:nvPr/>
        </p:nvSpPr>
        <p:spPr>
          <a:xfrm>
            <a:off x="1577859" y="1740297"/>
            <a:ext cx="6171857" cy="143338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preparation</a:t>
            </a:r>
          </a:p>
          <a:p>
            <a:endParaRPr 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275B7-F40C-81DB-3C30-7FAD75091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data cleaning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FE3DE98E-7096-57A4-2CA6-8F224441F74F}"/>
              </a:ext>
            </a:extLst>
          </p:cNvPr>
          <p:cNvSpPr txBox="1"/>
          <p:nvPr/>
        </p:nvSpPr>
        <p:spPr>
          <a:xfrm>
            <a:off x="807438" y="1845585"/>
            <a:ext cx="9593861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a data set, some data can be: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Incorrect/incorrectly formatted.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Missing/incomplete.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Duplicated.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Columns with a single value.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cleaning is for fixing these problems.</a:t>
            </a:r>
          </a:p>
        </p:txBody>
      </p:sp>
    </p:spTree>
    <p:extLst>
      <p:ext uri="{BB962C8B-B14F-4D97-AF65-F5344CB8AC3E}">
        <p14:creationId xmlns:p14="http://schemas.microsoft.com/office/powerpoint/2010/main" val="1618198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B68EF-F393-E577-9EC4-41D303A07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Remove outliers 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AB863664-C74B-60D9-1939-66D07F1C38A0}"/>
              </a:ext>
            </a:extLst>
          </p:cNvPr>
          <p:cNvSpPr txBox="1"/>
          <p:nvPr/>
        </p:nvSpPr>
        <p:spPr>
          <a:xfrm>
            <a:off x="447104" y="1897811"/>
            <a:ext cx="10297096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Outlier identification and removal</a:t>
            </a:r>
          </a:p>
          <a:p>
            <a:pPr>
              <a:spcBef>
                <a:spcPts val="600"/>
              </a:spcBef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Z-score method for Gaussian distributed data or near Gaussian distributed data.</a:t>
            </a:r>
          </a:p>
          <a:p>
            <a:pPr lvl="1">
              <a:spcBef>
                <a:spcPts val="600"/>
              </a:spcBef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percentile and interquartile range (IQR) method for Gaussian or non-Gaussian distributed data.</a:t>
            </a:r>
          </a:p>
        </p:txBody>
      </p:sp>
    </p:spTree>
    <p:extLst>
      <p:ext uri="{BB962C8B-B14F-4D97-AF65-F5344CB8AC3E}">
        <p14:creationId xmlns:p14="http://schemas.microsoft.com/office/powerpoint/2010/main" val="2622573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1122C-EB0A-EA30-4C2B-69ED2F656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transform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9E32DA4-F97E-B0C2-0CA7-0D89AD4380FF}"/>
              </a:ext>
            </a:extLst>
          </p:cNvPr>
          <p:cNvSpPr txBox="1"/>
          <p:nvPr/>
        </p:nvSpPr>
        <p:spPr>
          <a:xfrm>
            <a:off x="542748" y="1928589"/>
            <a:ext cx="9807751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transform techniques, to transform data to be Gaussian-like or other form to be easily learned. 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Power transform (e.g.,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Box-Cox transform)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skewness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normalization; data standardization.</a:t>
            </a:r>
          </a:p>
        </p:txBody>
      </p:sp>
    </p:spTree>
    <p:extLst>
      <p:ext uri="{BB962C8B-B14F-4D97-AF65-F5344CB8AC3E}">
        <p14:creationId xmlns:p14="http://schemas.microsoft.com/office/powerpoint/2010/main" val="279450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1122C-EB0A-EA30-4C2B-69ED2F656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Construct training and test data sets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9E32DA4-F97E-B0C2-0CA7-0D89AD4380FF}"/>
              </a:ext>
            </a:extLst>
          </p:cNvPr>
          <p:cNvSpPr txBox="1"/>
          <p:nvPr/>
        </p:nvSpPr>
        <p:spPr>
          <a:xfrm>
            <a:off x="992914" y="1867628"/>
            <a:ext cx="98077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single training and test set.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K-fold cross-validation.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Leave-one-out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cross-validation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Consider stratification. </a:t>
            </a:r>
          </a:p>
        </p:txBody>
      </p:sp>
    </p:spTree>
    <p:extLst>
      <p:ext uri="{BB962C8B-B14F-4D97-AF65-F5344CB8AC3E}">
        <p14:creationId xmlns:p14="http://schemas.microsoft.com/office/powerpoint/2010/main" val="269797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97EBF8-19CD-4E88-8093-05775828B3F4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3EC5E280-13C1-4CCB-A3EC-2AC6A0A641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F820E9-C922-4571-905E-8F489FCD2F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1891</TotalTime>
  <Words>203</Words>
  <Application>Microsoft Office PowerPoint</Application>
  <PresentationFormat>Widescreen</PresentationFormat>
  <Paragraphs>47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Data Preparation Overview</vt:lpstr>
      <vt:lpstr>What is data preparation?</vt:lpstr>
      <vt:lpstr>Basic data cleaning </vt:lpstr>
      <vt:lpstr>Remove outliers  </vt:lpstr>
      <vt:lpstr>Data transform</vt:lpstr>
      <vt:lpstr>Construct training and test data sets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63</cp:revision>
  <dcterms:created xsi:type="dcterms:W3CDTF">2021-01-06T14:22:07Z</dcterms:created>
  <dcterms:modified xsi:type="dcterms:W3CDTF">2024-08-14T14:33:02Z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