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Basic Data Cleaning Review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Basic data cleaning review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8A3CF90-EC90-A5FA-D5FF-548A0A47B908}"/>
              </a:ext>
            </a:extLst>
          </p:cNvPr>
          <p:cNvSpPr txBox="1"/>
          <p:nvPr/>
        </p:nvSpPr>
        <p:spPr>
          <a:xfrm>
            <a:off x="616939" y="1769385"/>
            <a:ext cx="806986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data set, some data can be: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Incorrect/incorrectly formatted.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Missing/incomplete.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Duplicated.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Abundant.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cleaning is for fixing these problems.</a:t>
            </a: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CD6FD79C-10EF-F30D-BF20-CBAD76681404}"/>
              </a:ext>
            </a:extLst>
          </p:cNvPr>
          <p:cNvSpPr/>
          <p:nvPr/>
        </p:nvSpPr>
        <p:spPr>
          <a:xfrm>
            <a:off x="5826139" y="6139720"/>
            <a:ext cx="6374374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data cleaning section in the MATLAB part for details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5ADE-9580-9076-F176-1265D22E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data cleaning review</a:t>
            </a:r>
            <a:br>
              <a:rPr lang="en-GB" dirty="0"/>
            </a:b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A9B293-6ECB-DE63-1036-9881CA6AF92D}"/>
              </a:ext>
            </a:extLst>
          </p:cNvPr>
          <p:cNvGrpSpPr/>
          <p:nvPr/>
        </p:nvGrpSpPr>
        <p:grpSpPr>
          <a:xfrm>
            <a:off x="1028700" y="1918789"/>
            <a:ext cx="6184900" cy="1347713"/>
            <a:chOff x="756638" y="1522305"/>
            <a:chExt cx="4311308" cy="1347713"/>
          </a:xfrm>
        </p:grpSpPr>
        <p:pic>
          <p:nvPicPr>
            <p:cNvPr id="4" name="Picture 3" descr="Table&#10;&#10;Description automatically generated">
              <a:extLst>
                <a:ext uri="{FF2B5EF4-FFF2-40B4-BE49-F238E27FC236}">
                  <a16:creationId xmlns:a16="http://schemas.microsoft.com/office/drawing/2014/main" id="{C1048FF8-7544-9689-73C1-F8F35BA48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638" y="1522305"/>
              <a:ext cx="4311308" cy="134771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C9AEAAF-D374-A124-1985-C545F65C511B}"/>
                </a:ext>
              </a:extLst>
            </p:cNvPr>
            <p:cNvSpPr/>
            <p:nvPr/>
          </p:nvSpPr>
          <p:spPr>
            <a:xfrm>
              <a:off x="2590410" y="1887509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" name="TextBox 4">
            <a:extLst>
              <a:ext uri="{FF2B5EF4-FFF2-40B4-BE49-F238E27FC236}">
                <a16:creationId xmlns:a16="http://schemas.microsoft.com/office/drawing/2014/main" id="{0BCBAC4F-AF09-1660-D8CA-744F1257864D}"/>
              </a:ext>
            </a:extLst>
          </p:cNvPr>
          <p:cNvSpPr txBox="1"/>
          <p:nvPr/>
        </p:nvSpPr>
        <p:spPr>
          <a:xfrm>
            <a:off x="511287" y="1438143"/>
            <a:ext cx="2305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Incorrect data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00B7333-2EC4-A3B1-33A6-C063AE9F4909}"/>
              </a:ext>
            </a:extLst>
          </p:cNvPr>
          <p:cNvSpPr txBox="1"/>
          <p:nvPr/>
        </p:nvSpPr>
        <p:spPr>
          <a:xfrm>
            <a:off x="511287" y="3382869"/>
            <a:ext cx="37978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ii. Missing/incomplete data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75C7DE-EF66-86CD-B637-483E6076C016}"/>
              </a:ext>
            </a:extLst>
          </p:cNvPr>
          <p:cNvGrpSpPr/>
          <p:nvPr/>
        </p:nvGrpSpPr>
        <p:grpSpPr>
          <a:xfrm>
            <a:off x="1028700" y="3878353"/>
            <a:ext cx="6184900" cy="1379340"/>
            <a:chOff x="585827" y="1552069"/>
            <a:chExt cx="4686706" cy="13793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AFBC31-C76D-CA65-3772-279A760F3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827" y="1552069"/>
              <a:ext cx="4686706" cy="13793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BC0F3B5-4BC0-EF02-6409-BF86162D4658}"/>
                </a:ext>
              </a:extLst>
            </p:cNvPr>
            <p:cNvSpPr/>
            <p:nvPr/>
          </p:nvSpPr>
          <p:spPr>
            <a:xfrm>
              <a:off x="1593547" y="1831991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9B25247-4067-0839-D138-FEF5119420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500"/>
          <a:stretch/>
        </p:blipFill>
        <p:spPr>
          <a:xfrm>
            <a:off x="1028700" y="5433919"/>
            <a:ext cx="6184900" cy="11667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3AF57E84-E17C-82C1-C8F1-9C9EA61EF49F}"/>
              </a:ext>
            </a:extLst>
          </p:cNvPr>
          <p:cNvSpPr/>
          <p:nvPr/>
        </p:nvSpPr>
        <p:spPr>
          <a:xfrm>
            <a:off x="7533818" y="4513774"/>
            <a:ext cx="612183" cy="1487838"/>
          </a:xfrm>
          <a:prstGeom prst="curvedLeftArrow">
            <a:avLst/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矩形 8">
            <a:extLst>
              <a:ext uri="{FF2B5EF4-FFF2-40B4-BE49-F238E27FC236}">
                <a16:creationId xmlns:a16="http://schemas.microsoft.com/office/drawing/2014/main" id="{7C2DEB88-2AC0-A786-532E-3F170925BE1D}"/>
              </a:ext>
            </a:extLst>
          </p:cNvPr>
          <p:cNvSpPr/>
          <p:nvPr/>
        </p:nvSpPr>
        <p:spPr>
          <a:xfrm>
            <a:off x="8026485" y="6262122"/>
            <a:ext cx="3733714" cy="338554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data cleaning section for details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89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F6FD-7A27-C636-8829-5AF2E5AE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data cleaning review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CB850B81-B3C2-6FDD-D5D2-BA02EA2CFE2A}"/>
              </a:ext>
            </a:extLst>
          </p:cNvPr>
          <p:cNvSpPr txBox="1"/>
          <p:nvPr/>
        </p:nvSpPr>
        <p:spPr>
          <a:xfrm>
            <a:off x="410509" y="1685494"/>
            <a:ext cx="27029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iii. Duplicated data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074E47-CE5C-A7E3-09D8-3F14B4A39298}"/>
              </a:ext>
            </a:extLst>
          </p:cNvPr>
          <p:cNvGrpSpPr/>
          <p:nvPr/>
        </p:nvGrpSpPr>
        <p:grpSpPr>
          <a:xfrm>
            <a:off x="988774" y="2253058"/>
            <a:ext cx="7736125" cy="1948131"/>
            <a:chOff x="844321" y="1623002"/>
            <a:chExt cx="5441152" cy="15629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DC82B7-C9E2-6683-6C44-2AB83436B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4321" y="1623002"/>
              <a:ext cx="5441152" cy="154699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DB16A2-17C7-6A75-ABF9-029F6D5D8C54}"/>
                </a:ext>
              </a:extLst>
            </p:cNvPr>
            <p:cNvSpPr/>
            <p:nvPr/>
          </p:nvSpPr>
          <p:spPr>
            <a:xfrm>
              <a:off x="1398763" y="2598281"/>
              <a:ext cx="4791719" cy="587679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9D7FD6-F311-1946-EF94-3D886AD72201}"/>
              </a:ext>
            </a:extLst>
          </p:cNvPr>
          <p:cNvGrpSpPr/>
          <p:nvPr/>
        </p:nvGrpSpPr>
        <p:grpSpPr>
          <a:xfrm>
            <a:off x="988774" y="4369096"/>
            <a:ext cx="7875826" cy="1719439"/>
            <a:chOff x="860237" y="4219165"/>
            <a:chExt cx="5380186" cy="15698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F22D6FE-20B9-3CC4-1893-FD177B968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0237" y="4219165"/>
              <a:ext cx="5380186" cy="156985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D55E21A-E41A-85C9-72E1-F728E8FB1C14}"/>
                </a:ext>
              </a:extLst>
            </p:cNvPr>
            <p:cNvSpPr/>
            <p:nvPr/>
          </p:nvSpPr>
          <p:spPr>
            <a:xfrm>
              <a:off x="1407601" y="5201343"/>
              <a:ext cx="4791719" cy="17657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33C13DF3-B8CD-E3D3-875B-718961BAABE3}"/>
              </a:ext>
            </a:extLst>
          </p:cNvPr>
          <p:cNvSpPr/>
          <p:nvPr/>
        </p:nvSpPr>
        <p:spPr>
          <a:xfrm>
            <a:off x="9113300" y="3217174"/>
            <a:ext cx="799787" cy="2053967"/>
          </a:xfrm>
          <a:prstGeom prst="curvedLeftArrow">
            <a:avLst>
              <a:gd name="adj1" fmla="val 19093"/>
              <a:gd name="adj2" fmla="val 49023"/>
              <a:gd name="adj3" fmla="val 25000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矩形 8">
            <a:extLst>
              <a:ext uri="{FF2B5EF4-FFF2-40B4-BE49-F238E27FC236}">
                <a16:creationId xmlns:a16="http://schemas.microsoft.com/office/drawing/2014/main" id="{7455FDFD-7783-3C01-BCA8-8E0AF72E4DC4}"/>
              </a:ext>
            </a:extLst>
          </p:cNvPr>
          <p:cNvSpPr/>
          <p:nvPr/>
        </p:nvSpPr>
        <p:spPr>
          <a:xfrm>
            <a:off x="7587262" y="6301248"/>
            <a:ext cx="4172937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data cleaning section for details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06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48C5-AA5F-B7A0-3331-EDB7A2A7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data cleaning review</a:t>
            </a:r>
            <a:br>
              <a:rPr lang="en-GB" dirty="0"/>
            </a:b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1664B4-440A-B875-0E6A-0597205FAAE7}"/>
              </a:ext>
            </a:extLst>
          </p:cNvPr>
          <p:cNvGrpSpPr/>
          <p:nvPr/>
        </p:nvGrpSpPr>
        <p:grpSpPr>
          <a:xfrm>
            <a:off x="685801" y="1395468"/>
            <a:ext cx="7622755" cy="2394941"/>
            <a:chOff x="835145" y="3551625"/>
            <a:chExt cx="5564949" cy="19112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420277-19AB-4626-8F7D-AD5A79626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5141" y="3938255"/>
              <a:ext cx="5104953" cy="147812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TextBox 13">
              <a:extLst>
                <a:ext uri="{FF2B5EF4-FFF2-40B4-BE49-F238E27FC236}">
                  <a16:creationId xmlns:a16="http://schemas.microsoft.com/office/drawing/2014/main" id="{C69F8E3D-EF4F-2D87-6178-9EBD4B883737}"/>
                </a:ext>
              </a:extLst>
            </p:cNvPr>
            <p:cNvSpPr txBox="1"/>
            <p:nvPr/>
          </p:nvSpPr>
          <p:spPr>
            <a:xfrm>
              <a:off x="835145" y="3551625"/>
              <a:ext cx="422064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iv. Column with a single value</a:t>
              </a:r>
            </a:p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ADB9A1-1240-6878-0A12-C6B649963E37}"/>
                </a:ext>
              </a:extLst>
            </p:cNvPr>
            <p:cNvSpPr/>
            <p:nvPr/>
          </p:nvSpPr>
          <p:spPr>
            <a:xfrm>
              <a:off x="4394016" y="4210221"/>
              <a:ext cx="658678" cy="1252637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C19E50F-9783-5C01-FE8D-58E73F9C6D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249"/>
          <a:stretch/>
        </p:blipFill>
        <p:spPr>
          <a:xfrm>
            <a:off x="1251705" y="4449856"/>
            <a:ext cx="6215895" cy="20958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688031BB-3FA7-5697-20A3-4D458107B44C}"/>
              </a:ext>
            </a:extLst>
          </p:cNvPr>
          <p:cNvSpPr/>
          <p:nvPr/>
        </p:nvSpPr>
        <p:spPr>
          <a:xfrm>
            <a:off x="2301938" y="3812452"/>
            <a:ext cx="137469" cy="685662"/>
          </a:xfrm>
          <a:prstGeom prst="downArrow">
            <a:avLst>
              <a:gd name="adj1" fmla="val 22852"/>
              <a:gd name="adj2" fmla="val 126917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1709DB5-0490-021E-C3BE-9E6C27D733D9}"/>
              </a:ext>
            </a:extLst>
          </p:cNvPr>
          <p:cNvSpPr/>
          <p:nvPr/>
        </p:nvSpPr>
        <p:spPr>
          <a:xfrm>
            <a:off x="3170749" y="3812452"/>
            <a:ext cx="137469" cy="705618"/>
          </a:xfrm>
          <a:prstGeom prst="downArrow">
            <a:avLst>
              <a:gd name="adj1" fmla="val 22852"/>
              <a:gd name="adj2" fmla="val 126917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8CCA43A-5CA6-5802-7D1C-39395D56B1F1}"/>
              </a:ext>
            </a:extLst>
          </p:cNvPr>
          <p:cNvSpPr/>
          <p:nvPr/>
        </p:nvSpPr>
        <p:spPr>
          <a:xfrm>
            <a:off x="4108294" y="3802474"/>
            <a:ext cx="144851" cy="715596"/>
          </a:xfrm>
          <a:prstGeom prst="downArrow">
            <a:avLst>
              <a:gd name="adj1" fmla="val 22852"/>
              <a:gd name="adj2" fmla="val 126917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06BB502-353B-D2C2-66AA-A514BBF99A32}"/>
              </a:ext>
            </a:extLst>
          </p:cNvPr>
          <p:cNvSpPr/>
          <p:nvPr/>
        </p:nvSpPr>
        <p:spPr>
          <a:xfrm rot="2327288">
            <a:off x="7232983" y="3695661"/>
            <a:ext cx="126311" cy="973816"/>
          </a:xfrm>
          <a:prstGeom prst="downArrow">
            <a:avLst>
              <a:gd name="adj1" fmla="val 22852"/>
              <a:gd name="adj2" fmla="val 126917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DE9328C0-0EE2-1FC5-F812-5BF06BBFD7F2}"/>
              </a:ext>
            </a:extLst>
          </p:cNvPr>
          <p:cNvSpPr/>
          <p:nvPr/>
        </p:nvSpPr>
        <p:spPr>
          <a:xfrm rot="2327288">
            <a:off x="6423585" y="3656363"/>
            <a:ext cx="126311" cy="973816"/>
          </a:xfrm>
          <a:prstGeom prst="downArrow">
            <a:avLst>
              <a:gd name="adj1" fmla="val 22852"/>
              <a:gd name="adj2" fmla="val 126917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4B1B41A-89C6-B2E1-0FD6-64E791D8297C}"/>
              </a:ext>
            </a:extLst>
          </p:cNvPr>
          <p:cNvSpPr/>
          <p:nvPr/>
        </p:nvSpPr>
        <p:spPr>
          <a:xfrm>
            <a:off x="5181173" y="3787964"/>
            <a:ext cx="144851" cy="734638"/>
          </a:xfrm>
          <a:prstGeom prst="downArrow">
            <a:avLst>
              <a:gd name="adj1" fmla="val 22852"/>
              <a:gd name="adj2" fmla="val 126917"/>
            </a:avLst>
          </a:prstGeom>
          <a:solidFill>
            <a:srgbClr val="0035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FC866FF4-4629-4946-9B84-82396D314D7D}"/>
              </a:ext>
            </a:extLst>
          </p:cNvPr>
          <p:cNvSpPr/>
          <p:nvPr/>
        </p:nvSpPr>
        <p:spPr>
          <a:xfrm>
            <a:off x="7650386" y="6324386"/>
            <a:ext cx="4172937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data cleaning section for details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54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EF09-7AD6-0D3B-DCFB-06FCFF00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data cleaning review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FBD31172-8AC1-7DF6-8574-4914580A0E5F}"/>
              </a:ext>
            </a:extLst>
          </p:cNvPr>
          <p:cNvSpPr txBox="1"/>
          <p:nvPr/>
        </p:nvSpPr>
        <p:spPr>
          <a:xfrm>
            <a:off x="393700" y="1653907"/>
            <a:ext cx="9118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Improving data quality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Inconsistencies and inaccuracies removed. 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 saved because errors are identified beforehand.</a:t>
            </a:r>
          </a:p>
          <a:p>
            <a:pPr lvl="1">
              <a:spcAft>
                <a:spcPts val="12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Optimizing model training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Cleaned data is easier to analyze, and the results are more accurate.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5873D117-1858-CD5A-19D9-4B883F6AE7B1}"/>
              </a:ext>
            </a:extLst>
          </p:cNvPr>
          <p:cNvSpPr/>
          <p:nvPr/>
        </p:nvSpPr>
        <p:spPr>
          <a:xfrm>
            <a:off x="7587262" y="6139720"/>
            <a:ext cx="4172937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See data cleaning section for details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10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CACC0460-01A6-4B0A-8AF4-57A0D2D25F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760C47-A264-4B3B-8AAC-D910CF2EF6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7860BFA-AB56-474F-9483-530E5B8D1753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1852</TotalTime>
  <Words>164</Words>
  <Application>Microsoft Office PowerPoint</Application>
  <PresentationFormat>Widescreen</PresentationFormat>
  <Paragraphs>37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Basic Data Cleaning Review</vt:lpstr>
      <vt:lpstr>Basic data cleaning review</vt:lpstr>
      <vt:lpstr>Basic data cleaning review </vt:lpstr>
      <vt:lpstr>Basic data cleaning review </vt:lpstr>
      <vt:lpstr>Basic data cleaning review </vt:lpstr>
      <vt:lpstr>Basic data cleaning review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58</cp:revision>
  <dcterms:created xsi:type="dcterms:W3CDTF">2021-01-06T14:22:07Z</dcterms:created>
  <dcterms:modified xsi:type="dcterms:W3CDTF">2024-07-10T09:17:15Z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