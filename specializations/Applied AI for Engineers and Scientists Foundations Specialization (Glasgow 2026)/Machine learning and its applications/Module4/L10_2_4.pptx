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47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73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62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74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94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78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Multi-class SVM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Multi-class SVM</a:t>
            </a:r>
          </a:p>
        </p:txBody>
      </p:sp>
      <p:sp>
        <p:nvSpPr>
          <p:cNvPr id="2" name="文本框 80">
            <a:extLst>
              <a:ext uri="{FF2B5EF4-FFF2-40B4-BE49-F238E27FC236}">
                <a16:creationId xmlns:a16="http://schemas.microsoft.com/office/drawing/2014/main" id="{DF077AFA-BCB7-8749-EF93-070CBBB4D820}"/>
              </a:ext>
            </a:extLst>
          </p:cNvPr>
          <p:cNvSpPr txBox="1"/>
          <p:nvPr/>
        </p:nvSpPr>
        <p:spPr>
          <a:xfrm>
            <a:off x="343858" y="1523189"/>
            <a:ext cx="9733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SVM is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classifier, it does not support multiclass classification natively.</a:t>
            </a:r>
          </a:p>
        </p:txBody>
      </p:sp>
      <p:sp>
        <p:nvSpPr>
          <p:cNvPr id="3" name="矩形 88">
            <a:extLst>
              <a:ext uri="{FF2B5EF4-FFF2-40B4-BE49-F238E27FC236}">
                <a16:creationId xmlns:a16="http://schemas.microsoft.com/office/drawing/2014/main" id="{27D1CB9D-6D47-36EF-6FA1-CDFC8DBC7FE5}"/>
              </a:ext>
            </a:extLst>
          </p:cNvPr>
          <p:cNvSpPr/>
          <p:nvPr/>
        </p:nvSpPr>
        <p:spPr>
          <a:xfrm>
            <a:off x="343858" y="2511645"/>
            <a:ext cx="868440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However, many classification problems are multiclass: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Handwritten digits recognition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Music recommendation: rock, pop, metal, or hip-hop</a:t>
            </a: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24DABFA9-6D52-42CE-6FD4-3AD0B3E2D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016" y="4391320"/>
            <a:ext cx="2428102" cy="1998560"/>
          </a:xfrm>
          <a:prstGeom prst="rect">
            <a:avLst/>
          </a:prstGeom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89F5CCD5-3BCF-74DC-F6D5-7B6E4B953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383" y="4803816"/>
            <a:ext cx="1426010" cy="920147"/>
          </a:xfrm>
          <a:prstGeom prst="rect">
            <a:avLst/>
          </a:prstGeom>
        </p:spPr>
      </p:pic>
      <p:cxnSp>
        <p:nvCxnSpPr>
          <p:cNvPr id="6" name="直接箭头连接符 9">
            <a:extLst>
              <a:ext uri="{FF2B5EF4-FFF2-40B4-BE49-F238E27FC236}">
                <a16:creationId xmlns:a16="http://schemas.microsoft.com/office/drawing/2014/main" id="{18C580AC-8E76-755E-3007-882BF53BAC49}"/>
              </a:ext>
            </a:extLst>
          </p:cNvPr>
          <p:cNvCxnSpPr>
            <a:cxnSpLocks/>
          </p:cNvCxnSpPr>
          <p:nvPr/>
        </p:nvCxnSpPr>
        <p:spPr>
          <a:xfrm>
            <a:off x="6707934" y="5263890"/>
            <a:ext cx="1159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10">
            <a:extLst>
              <a:ext uri="{FF2B5EF4-FFF2-40B4-BE49-F238E27FC236}">
                <a16:creationId xmlns:a16="http://schemas.microsoft.com/office/drawing/2014/main" id="{3ED28A76-C439-F347-54CA-D13099088239}"/>
              </a:ext>
            </a:extLst>
          </p:cNvPr>
          <p:cNvSpPr txBox="1"/>
          <p:nvPr/>
        </p:nvSpPr>
        <p:spPr>
          <a:xfrm>
            <a:off x="8105900" y="4007931"/>
            <a:ext cx="1607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classical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59BBC05A-CF42-31C5-EB1A-CF8C85DEE41B}"/>
              </a:ext>
            </a:extLst>
          </p:cNvPr>
          <p:cNvSpPr txBox="1"/>
          <p:nvPr/>
        </p:nvSpPr>
        <p:spPr>
          <a:xfrm>
            <a:off x="8113401" y="4497141"/>
            <a:ext cx="1083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rock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14">
            <a:extLst>
              <a:ext uri="{FF2B5EF4-FFF2-40B4-BE49-F238E27FC236}">
                <a16:creationId xmlns:a16="http://schemas.microsoft.com/office/drawing/2014/main" id="{C3640C66-1321-5BA4-F767-551D6F4957D1}"/>
              </a:ext>
            </a:extLst>
          </p:cNvPr>
          <p:cNvSpPr txBox="1"/>
          <p:nvPr/>
        </p:nvSpPr>
        <p:spPr>
          <a:xfrm>
            <a:off x="8113401" y="5054294"/>
            <a:ext cx="1083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5">
            <a:extLst>
              <a:ext uri="{FF2B5EF4-FFF2-40B4-BE49-F238E27FC236}">
                <a16:creationId xmlns:a16="http://schemas.microsoft.com/office/drawing/2014/main" id="{E2548C99-FF35-4549-8C6C-D6FBC39CAE75}"/>
              </a:ext>
            </a:extLst>
          </p:cNvPr>
          <p:cNvSpPr txBox="1"/>
          <p:nvPr/>
        </p:nvSpPr>
        <p:spPr>
          <a:xfrm>
            <a:off x="8113401" y="5569327"/>
            <a:ext cx="1083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metal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6">
            <a:extLst>
              <a:ext uri="{FF2B5EF4-FFF2-40B4-BE49-F238E27FC236}">
                <a16:creationId xmlns:a16="http://schemas.microsoft.com/office/drawing/2014/main" id="{99160109-D865-F5A6-62D0-3B7DBCD5433E}"/>
              </a:ext>
            </a:extLst>
          </p:cNvPr>
          <p:cNvSpPr txBox="1"/>
          <p:nvPr/>
        </p:nvSpPr>
        <p:spPr>
          <a:xfrm>
            <a:off x="8113401" y="6084360"/>
            <a:ext cx="136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hiphop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Multi-class SVM</a:t>
            </a:r>
          </a:p>
        </p:txBody>
      </p:sp>
      <p:grpSp>
        <p:nvGrpSpPr>
          <p:cNvPr id="2" name="组合 9">
            <a:extLst>
              <a:ext uri="{FF2B5EF4-FFF2-40B4-BE49-F238E27FC236}">
                <a16:creationId xmlns:a16="http://schemas.microsoft.com/office/drawing/2014/main" id="{20117A1E-04AE-3FED-5240-E9934B4A6285}"/>
              </a:ext>
            </a:extLst>
          </p:cNvPr>
          <p:cNvGrpSpPr/>
          <p:nvPr/>
        </p:nvGrpSpPr>
        <p:grpSpPr>
          <a:xfrm>
            <a:off x="1182374" y="4197199"/>
            <a:ext cx="2220067" cy="2124985"/>
            <a:chOff x="6451491" y="3735051"/>
            <a:chExt cx="2094470" cy="2124985"/>
          </a:xfrm>
        </p:grpSpPr>
        <p:cxnSp>
          <p:nvCxnSpPr>
            <p:cNvPr id="3" name="直接箭头连接符 11">
              <a:extLst>
                <a:ext uri="{FF2B5EF4-FFF2-40B4-BE49-F238E27FC236}">
                  <a16:creationId xmlns:a16="http://schemas.microsoft.com/office/drawing/2014/main" id="{3337DB40-93A4-443E-47D5-33B430435027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12">
              <a:extLst>
                <a:ext uri="{FF2B5EF4-FFF2-40B4-BE49-F238E27FC236}">
                  <a16:creationId xmlns:a16="http://schemas.microsoft.com/office/drawing/2014/main" id="{C797F04C-6DCE-90A4-657E-9CD4CA451176}"/>
                </a:ext>
              </a:extLst>
            </p:cNvPr>
            <p:cNvSpPr txBox="1"/>
            <p:nvPr/>
          </p:nvSpPr>
          <p:spPr>
            <a:xfrm>
              <a:off x="6735243" y="5398371"/>
              <a:ext cx="16275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one-vs-rest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13">
              <a:extLst>
                <a:ext uri="{FF2B5EF4-FFF2-40B4-BE49-F238E27FC236}">
                  <a16:creationId xmlns:a16="http://schemas.microsoft.com/office/drawing/2014/main" id="{BAE52CD8-51F8-71A9-FFBB-C92362CCB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14">
            <a:extLst>
              <a:ext uri="{FF2B5EF4-FFF2-40B4-BE49-F238E27FC236}">
                <a16:creationId xmlns:a16="http://schemas.microsoft.com/office/drawing/2014/main" id="{EFD928E5-717F-CC8A-1319-C16880FB9175}"/>
              </a:ext>
            </a:extLst>
          </p:cNvPr>
          <p:cNvGrpSpPr/>
          <p:nvPr/>
        </p:nvGrpSpPr>
        <p:grpSpPr>
          <a:xfrm>
            <a:off x="1352413" y="4612827"/>
            <a:ext cx="620928" cy="628193"/>
            <a:chOff x="6726182" y="4290197"/>
            <a:chExt cx="620928" cy="628193"/>
          </a:xfrm>
        </p:grpSpPr>
        <p:sp>
          <p:nvSpPr>
            <p:cNvPr id="7" name="椭圆 15">
              <a:extLst>
                <a:ext uri="{FF2B5EF4-FFF2-40B4-BE49-F238E27FC236}">
                  <a16:creationId xmlns:a16="http://schemas.microsoft.com/office/drawing/2014/main" id="{F6D9A00C-586B-1447-D66D-286CB82FC1AA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6">
              <a:extLst>
                <a:ext uri="{FF2B5EF4-FFF2-40B4-BE49-F238E27FC236}">
                  <a16:creationId xmlns:a16="http://schemas.microsoft.com/office/drawing/2014/main" id="{6F424E9E-326E-6FED-1FA3-A342018228A3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7">
              <a:extLst>
                <a:ext uri="{FF2B5EF4-FFF2-40B4-BE49-F238E27FC236}">
                  <a16:creationId xmlns:a16="http://schemas.microsoft.com/office/drawing/2014/main" id="{EC6BC196-B678-CF74-25BD-329420E02551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8">
              <a:extLst>
                <a:ext uri="{FF2B5EF4-FFF2-40B4-BE49-F238E27FC236}">
                  <a16:creationId xmlns:a16="http://schemas.microsoft.com/office/drawing/2014/main" id="{4F5DDD00-A338-950C-8CC9-3C8D0ECC1C1D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9">
              <a:extLst>
                <a:ext uri="{FF2B5EF4-FFF2-40B4-BE49-F238E27FC236}">
                  <a16:creationId xmlns:a16="http://schemas.microsoft.com/office/drawing/2014/main" id="{3CD6BA23-E24F-EA83-6707-F97C6FAF85F8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0">
              <a:extLst>
                <a:ext uri="{FF2B5EF4-FFF2-40B4-BE49-F238E27FC236}">
                  <a16:creationId xmlns:a16="http://schemas.microsoft.com/office/drawing/2014/main" id="{C34F2F00-988D-6E71-3FC2-E580B07428BB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21">
            <a:extLst>
              <a:ext uri="{FF2B5EF4-FFF2-40B4-BE49-F238E27FC236}">
                <a16:creationId xmlns:a16="http://schemas.microsoft.com/office/drawing/2014/main" id="{C6CAC049-BCCB-83FB-C18D-CC55DFAE6C54}"/>
              </a:ext>
            </a:extLst>
          </p:cNvPr>
          <p:cNvGrpSpPr/>
          <p:nvPr/>
        </p:nvGrpSpPr>
        <p:grpSpPr>
          <a:xfrm>
            <a:off x="1871400" y="5341002"/>
            <a:ext cx="630040" cy="417425"/>
            <a:chOff x="1912517" y="5250479"/>
            <a:chExt cx="630040" cy="417425"/>
          </a:xfrm>
        </p:grpSpPr>
        <p:sp>
          <p:nvSpPr>
            <p:cNvPr id="15" name="矩形 22">
              <a:extLst>
                <a:ext uri="{FF2B5EF4-FFF2-40B4-BE49-F238E27FC236}">
                  <a16:creationId xmlns:a16="http://schemas.microsoft.com/office/drawing/2014/main" id="{72D098DF-AA49-EA8F-BF44-94F1FE7BFFB9}"/>
                </a:ext>
              </a:extLst>
            </p:cNvPr>
            <p:cNvSpPr/>
            <p:nvPr/>
          </p:nvSpPr>
          <p:spPr>
            <a:xfrm>
              <a:off x="1986509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23">
              <a:extLst>
                <a:ext uri="{FF2B5EF4-FFF2-40B4-BE49-F238E27FC236}">
                  <a16:creationId xmlns:a16="http://schemas.microsoft.com/office/drawing/2014/main" id="{DE85CCCA-614E-8CCE-C315-7DE0A67C1BD4}"/>
                </a:ext>
              </a:extLst>
            </p:cNvPr>
            <p:cNvSpPr/>
            <p:nvPr/>
          </p:nvSpPr>
          <p:spPr>
            <a:xfrm>
              <a:off x="2138909" y="5435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24">
              <a:extLst>
                <a:ext uri="{FF2B5EF4-FFF2-40B4-BE49-F238E27FC236}">
                  <a16:creationId xmlns:a16="http://schemas.microsoft.com/office/drawing/2014/main" id="{5751F692-7613-D4DD-6029-A5E42C26A2F9}"/>
                </a:ext>
              </a:extLst>
            </p:cNvPr>
            <p:cNvSpPr/>
            <p:nvPr/>
          </p:nvSpPr>
          <p:spPr>
            <a:xfrm>
              <a:off x="2333525" y="54499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25">
              <a:extLst>
                <a:ext uri="{FF2B5EF4-FFF2-40B4-BE49-F238E27FC236}">
                  <a16:creationId xmlns:a16="http://schemas.microsoft.com/office/drawing/2014/main" id="{8667DE17-A96A-FBEE-692D-9E051B9A60D6}"/>
                </a:ext>
              </a:extLst>
            </p:cNvPr>
            <p:cNvSpPr/>
            <p:nvPr/>
          </p:nvSpPr>
          <p:spPr>
            <a:xfrm>
              <a:off x="1912517" y="550766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26">
              <a:extLst>
                <a:ext uri="{FF2B5EF4-FFF2-40B4-BE49-F238E27FC236}">
                  <a16:creationId xmlns:a16="http://schemas.microsoft.com/office/drawing/2014/main" id="{BC4A73FB-DE8E-C1FD-7274-EA49C39460EC}"/>
                </a:ext>
              </a:extLst>
            </p:cNvPr>
            <p:cNvSpPr/>
            <p:nvPr/>
          </p:nvSpPr>
          <p:spPr>
            <a:xfrm>
              <a:off x="2449887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7">
              <a:extLst>
                <a:ext uri="{FF2B5EF4-FFF2-40B4-BE49-F238E27FC236}">
                  <a16:creationId xmlns:a16="http://schemas.microsoft.com/office/drawing/2014/main" id="{D597AAF9-1CD5-F234-6BB0-7381EE007335}"/>
                </a:ext>
              </a:extLst>
            </p:cNvPr>
            <p:cNvSpPr/>
            <p:nvPr/>
          </p:nvSpPr>
          <p:spPr>
            <a:xfrm>
              <a:off x="2198068" y="525047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8">
              <a:extLst>
                <a:ext uri="{FF2B5EF4-FFF2-40B4-BE49-F238E27FC236}">
                  <a16:creationId xmlns:a16="http://schemas.microsoft.com/office/drawing/2014/main" id="{E1009269-15F3-6E65-051A-733203BCAB95}"/>
                </a:ext>
              </a:extLst>
            </p:cNvPr>
            <p:cNvSpPr/>
            <p:nvPr/>
          </p:nvSpPr>
          <p:spPr>
            <a:xfrm>
              <a:off x="2215852" y="557523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9">
            <a:extLst>
              <a:ext uri="{FF2B5EF4-FFF2-40B4-BE49-F238E27FC236}">
                <a16:creationId xmlns:a16="http://schemas.microsoft.com/office/drawing/2014/main" id="{B921AA63-1E73-DD08-4D5E-57A45F163D27}"/>
              </a:ext>
            </a:extLst>
          </p:cNvPr>
          <p:cNvGrpSpPr/>
          <p:nvPr/>
        </p:nvGrpSpPr>
        <p:grpSpPr>
          <a:xfrm>
            <a:off x="2524137" y="4585609"/>
            <a:ext cx="783042" cy="704123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23" name="等腰三角形 30">
              <a:extLst>
                <a:ext uri="{FF2B5EF4-FFF2-40B4-BE49-F238E27FC236}">
                  <a16:creationId xmlns:a16="http://schemas.microsoft.com/office/drawing/2014/main" id="{77D07062-E2A3-9C8C-AD2D-B18AEDB31EEC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等腰三角形 31">
              <a:extLst>
                <a:ext uri="{FF2B5EF4-FFF2-40B4-BE49-F238E27FC236}">
                  <a16:creationId xmlns:a16="http://schemas.microsoft.com/office/drawing/2014/main" id="{C47A0665-48A6-3D49-46B2-AE2F4285776E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等腰三角形 32">
              <a:extLst>
                <a:ext uri="{FF2B5EF4-FFF2-40B4-BE49-F238E27FC236}">
                  <a16:creationId xmlns:a16="http://schemas.microsoft.com/office/drawing/2014/main" id="{FEF29B2E-DEF8-0076-82AA-5E631BA34649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等腰三角形 33">
              <a:extLst>
                <a:ext uri="{FF2B5EF4-FFF2-40B4-BE49-F238E27FC236}">
                  <a16:creationId xmlns:a16="http://schemas.microsoft.com/office/drawing/2014/main" id="{36922810-A5C2-C42B-2971-CEA60393E0E2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等腰三角形 34">
              <a:extLst>
                <a:ext uri="{FF2B5EF4-FFF2-40B4-BE49-F238E27FC236}">
                  <a16:creationId xmlns:a16="http://schemas.microsoft.com/office/drawing/2014/main" id="{F9B32CC2-C5F4-2A20-EA78-BD30C1C475DF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等腰三角形 35">
              <a:extLst>
                <a:ext uri="{FF2B5EF4-FFF2-40B4-BE49-F238E27FC236}">
                  <a16:creationId xmlns:a16="http://schemas.microsoft.com/office/drawing/2014/main" id="{BB41875B-509C-ACF6-E0B8-074F40BC774B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等腰三角形 36">
              <a:extLst>
                <a:ext uri="{FF2B5EF4-FFF2-40B4-BE49-F238E27FC236}">
                  <a16:creationId xmlns:a16="http://schemas.microsoft.com/office/drawing/2014/main" id="{B8BBCFF1-72DF-F2B1-3BF9-835500696323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等腰三角形 37">
              <a:extLst>
                <a:ext uri="{FF2B5EF4-FFF2-40B4-BE49-F238E27FC236}">
                  <a16:creationId xmlns:a16="http://schemas.microsoft.com/office/drawing/2014/main" id="{942BE1CB-6CD8-5A54-3F84-F95D57EAA271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等腰三角形 38">
              <a:extLst>
                <a:ext uri="{FF2B5EF4-FFF2-40B4-BE49-F238E27FC236}">
                  <a16:creationId xmlns:a16="http://schemas.microsoft.com/office/drawing/2014/main" id="{60B409FB-7D04-4937-3762-C7BB17F74A33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9">
            <a:extLst>
              <a:ext uri="{FF2B5EF4-FFF2-40B4-BE49-F238E27FC236}">
                <a16:creationId xmlns:a16="http://schemas.microsoft.com/office/drawing/2014/main" id="{3E3F82CC-B98D-CFE6-F17F-C46ADA83FFA4}"/>
              </a:ext>
            </a:extLst>
          </p:cNvPr>
          <p:cNvGrpSpPr/>
          <p:nvPr/>
        </p:nvGrpSpPr>
        <p:grpSpPr>
          <a:xfrm>
            <a:off x="5188436" y="4247418"/>
            <a:ext cx="2348070" cy="2124632"/>
            <a:chOff x="6451491" y="3735051"/>
            <a:chExt cx="2215239" cy="2124632"/>
          </a:xfrm>
        </p:grpSpPr>
        <p:cxnSp>
          <p:nvCxnSpPr>
            <p:cNvPr id="33" name="直接箭头连接符 40">
              <a:extLst>
                <a:ext uri="{FF2B5EF4-FFF2-40B4-BE49-F238E27FC236}">
                  <a16:creationId xmlns:a16="http://schemas.microsoft.com/office/drawing/2014/main" id="{C71EDD91-8B55-D611-27FE-7EEB8FA7F554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41">
              <a:extLst>
                <a:ext uri="{FF2B5EF4-FFF2-40B4-BE49-F238E27FC236}">
                  <a16:creationId xmlns:a16="http://schemas.microsoft.com/office/drawing/2014/main" id="{EB0B0570-BA48-C17A-36CB-D16D0592FE47}"/>
                </a:ext>
              </a:extLst>
            </p:cNvPr>
            <p:cNvSpPr txBox="1"/>
            <p:nvPr/>
          </p:nvSpPr>
          <p:spPr>
            <a:xfrm>
              <a:off x="6971534" y="5398018"/>
              <a:ext cx="16951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one-vs-one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直接箭头连接符 42">
              <a:extLst>
                <a:ext uri="{FF2B5EF4-FFF2-40B4-BE49-F238E27FC236}">
                  <a16:creationId xmlns:a16="http://schemas.microsoft.com/office/drawing/2014/main" id="{732EE144-E8EA-F062-DDC4-92BD024E5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直接连接符 43">
            <a:extLst>
              <a:ext uri="{FF2B5EF4-FFF2-40B4-BE49-F238E27FC236}">
                <a16:creationId xmlns:a16="http://schemas.microsoft.com/office/drawing/2014/main" id="{E6018DC1-F2EB-F6FB-7802-354399090C68}"/>
              </a:ext>
            </a:extLst>
          </p:cNvPr>
          <p:cNvCxnSpPr/>
          <p:nvPr/>
        </p:nvCxnSpPr>
        <p:spPr>
          <a:xfrm>
            <a:off x="1681268" y="4523058"/>
            <a:ext cx="1343815" cy="1190010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44">
            <a:extLst>
              <a:ext uri="{FF2B5EF4-FFF2-40B4-BE49-F238E27FC236}">
                <a16:creationId xmlns:a16="http://schemas.microsoft.com/office/drawing/2014/main" id="{25FC9948-05C4-03CD-265E-FF3DA1B7A8C7}"/>
              </a:ext>
            </a:extLst>
          </p:cNvPr>
          <p:cNvCxnSpPr>
            <a:cxnSpLocks/>
          </p:cNvCxnSpPr>
          <p:nvPr/>
        </p:nvCxnSpPr>
        <p:spPr>
          <a:xfrm flipH="1">
            <a:off x="1538810" y="4358844"/>
            <a:ext cx="1347832" cy="1296738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45">
            <a:extLst>
              <a:ext uri="{FF2B5EF4-FFF2-40B4-BE49-F238E27FC236}">
                <a16:creationId xmlns:a16="http://schemas.microsoft.com/office/drawing/2014/main" id="{53A8F12E-A061-0E03-9C00-D18E37B3FCE3}"/>
              </a:ext>
            </a:extLst>
          </p:cNvPr>
          <p:cNvCxnSpPr>
            <a:cxnSpLocks/>
          </p:cNvCxnSpPr>
          <p:nvPr/>
        </p:nvCxnSpPr>
        <p:spPr>
          <a:xfrm flipH="1" flipV="1">
            <a:off x="1443721" y="5341002"/>
            <a:ext cx="1926802" cy="16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46">
            <a:extLst>
              <a:ext uri="{FF2B5EF4-FFF2-40B4-BE49-F238E27FC236}">
                <a16:creationId xmlns:a16="http://schemas.microsoft.com/office/drawing/2014/main" id="{6155CC8F-4307-63F4-038B-09F398F1A225}"/>
              </a:ext>
            </a:extLst>
          </p:cNvPr>
          <p:cNvGrpSpPr/>
          <p:nvPr/>
        </p:nvGrpSpPr>
        <p:grpSpPr>
          <a:xfrm>
            <a:off x="5395151" y="4663550"/>
            <a:ext cx="620928" cy="628193"/>
            <a:chOff x="6726182" y="4290197"/>
            <a:chExt cx="620928" cy="628193"/>
          </a:xfrm>
        </p:grpSpPr>
        <p:sp>
          <p:nvSpPr>
            <p:cNvPr id="40" name="椭圆 47">
              <a:extLst>
                <a:ext uri="{FF2B5EF4-FFF2-40B4-BE49-F238E27FC236}">
                  <a16:creationId xmlns:a16="http://schemas.microsoft.com/office/drawing/2014/main" id="{ADA9428C-C602-9C4B-EA5E-0A915628D10D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椭圆 48">
              <a:extLst>
                <a:ext uri="{FF2B5EF4-FFF2-40B4-BE49-F238E27FC236}">
                  <a16:creationId xmlns:a16="http://schemas.microsoft.com/office/drawing/2014/main" id="{89425182-BB5D-4866-2F5C-C4DAD0668A81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49">
              <a:extLst>
                <a:ext uri="{FF2B5EF4-FFF2-40B4-BE49-F238E27FC236}">
                  <a16:creationId xmlns:a16="http://schemas.microsoft.com/office/drawing/2014/main" id="{0F00E630-207F-AED7-E053-BD3EC053F1DC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50">
              <a:extLst>
                <a:ext uri="{FF2B5EF4-FFF2-40B4-BE49-F238E27FC236}">
                  <a16:creationId xmlns:a16="http://schemas.microsoft.com/office/drawing/2014/main" id="{FE26B159-DB2E-DBC5-1B34-7AE62F4681B8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51">
              <a:extLst>
                <a:ext uri="{FF2B5EF4-FFF2-40B4-BE49-F238E27FC236}">
                  <a16:creationId xmlns:a16="http://schemas.microsoft.com/office/drawing/2014/main" id="{929C14DC-9D05-52F1-0D6C-E129EE467174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52">
              <a:extLst>
                <a:ext uri="{FF2B5EF4-FFF2-40B4-BE49-F238E27FC236}">
                  <a16:creationId xmlns:a16="http://schemas.microsoft.com/office/drawing/2014/main" id="{002D7ED1-BA34-AC89-80B7-67302F7B883A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6" name="组合 53">
            <a:extLst>
              <a:ext uri="{FF2B5EF4-FFF2-40B4-BE49-F238E27FC236}">
                <a16:creationId xmlns:a16="http://schemas.microsoft.com/office/drawing/2014/main" id="{150B6B74-9783-BB94-C007-4780F05AFFDE}"/>
              </a:ext>
            </a:extLst>
          </p:cNvPr>
          <p:cNvGrpSpPr/>
          <p:nvPr/>
        </p:nvGrpSpPr>
        <p:grpSpPr>
          <a:xfrm>
            <a:off x="5914138" y="5391725"/>
            <a:ext cx="630040" cy="417425"/>
            <a:chOff x="1983286" y="5231886"/>
            <a:chExt cx="630040" cy="417425"/>
          </a:xfrm>
        </p:grpSpPr>
        <p:sp>
          <p:nvSpPr>
            <p:cNvPr id="47" name="矩形 54">
              <a:extLst>
                <a:ext uri="{FF2B5EF4-FFF2-40B4-BE49-F238E27FC236}">
                  <a16:creationId xmlns:a16="http://schemas.microsoft.com/office/drawing/2014/main" id="{00158BFD-42A1-D588-3AE3-51355E934FC4}"/>
                </a:ext>
              </a:extLst>
            </p:cNvPr>
            <p:cNvSpPr/>
            <p:nvPr/>
          </p:nvSpPr>
          <p:spPr>
            <a:xfrm>
              <a:off x="2057278" y="526482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55">
              <a:extLst>
                <a:ext uri="{FF2B5EF4-FFF2-40B4-BE49-F238E27FC236}">
                  <a16:creationId xmlns:a16="http://schemas.microsoft.com/office/drawing/2014/main" id="{DE5DBFAC-4ABA-9F24-BF5E-EEFA5D0DAE56}"/>
                </a:ext>
              </a:extLst>
            </p:cNvPr>
            <p:cNvSpPr/>
            <p:nvPr/>
          </p:nvSpPr>
          <p:spPr>
            <a:xfrm>
              <a:off x="2209678" y="541722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56">
              <a:extLst>
                <a:ext uri="{FF2B5EF4-FFF2-40B4-BE49-F238E27FC236}">
                  <a16:creationId xmlns:a16="http://schemas.microsoft.com/office/drawing/2014/main" id="{993FB1A1-35AF-35FF-0939-B5E722EA034E}"/>
                </a:ext>
              </a:extLst>
            </p:cNvPr>
            <p:cNvSpPr/>
            <p:nvPr/>
          </p:nvSpPr>
          <p:spPr>
            <a:xfrm>
              <a:off x="2404294" y="543138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矩形 57">
              <a:extLst>
                <a:ext uri="{FF2B5EF4-FFF2-40B4-BE49-F238E27FC236}">
                  <a16:creationId xmlns:a16="http://schemas.microsoft.com/office/drawing/2014/main" id="{AFDD35CE-75C0-47F3-9FC7-2D560A3C3388}"/>
                </a:ext>
              </a:extLst>
            </p:cNvPr>
            <p:cNvSpPr/>
            <p:nvPr/>
          </p:nvSpPr>
          <p:spPr>
            <a:xfrm>
              <a:off x="1983286" y="54890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58">
              <a:extLst>
                <a:ext uri="{FF2B5EF4-FFF2-40B4-BE49-F238E27FC236}">
                  <a16:creationId xmlns:a16="http://schemas.microsoft.com/office/drawing/2014/main" id="{31635F77-F8BD-9127-74D2-3C779C873750}"/>
                </a:ext>
              </a:extLst>
            </p:cNvPr>
            <p:cNvSpPr/>
            <p:nvPr/>
          </p:nvSpPr>
          <p:spPr>
            <a:xfrm>
              <a:off x="2520656" y="526482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59">
              <a:extLst>
                <a:ext uri="{FF2B5EF4-FFF2-40B4-BE49-F238E27FC236}">
                  <a16:creationId xmlns:a16="http://schemas.microsoft.com/office/drawing/2014/main" id="{F7AD6EFF-813F-99B1-050F-878584B3BCBD}"/>
                </a:ext>
              </a:extLst>
            </p:cNvPr>
            <p:cNvSpPr/>
            <p:nvPr/>
          </p:nvSpPr>
          <p:spPr>
            <a:xfrm>
              <a:off x="2268837" y="523188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60">
              <a:extLst>
                <a:ext uri="{FF2B5EF4-FFF2-40B4-BE49-F238E27FC236}">
                  <a16:creationId xmlns:a16="http://schemas.microsoft.com/office/drawing/2014/main" id="{770B83D9-2FFD-9460-86A3-4F1959086595}"/>
                </a:ext>
              </a:extLst>
            </p:cNvPr>
            <p:cNvSpPr/>
            <p:nvPr/>
          </p:nvSpPr>
          <p:spPr>
            <a:xfrm>
              <a:off x="2286621" y="555664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组合 61">
            <a:extLst>
              <a:ext uri="{FF2B5EF4-FFF2-40B4-BE49-F238E27FC236}">
                <a16:creationId xmlns:a16="http://schemas.microsoft.com/office/drawing/2014/main" id="{6A367577-6687-ED5F-07D1-841504163CE2}"/>
              </a:ext>
            </a:extLst>
          </p:cNvPr>
          <p:cNvGrpSpPr/>
          <p:nvPr/>
        </p:nvGrpSpPr>
        <p:grpSpPr>
          <a:xfrm>
            <a:off x="6566875" y="4636332"/>
            <a:ext cx="783042" cy="704123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55" name="等腰三角形 62">
              <a:extLst>
                <a:ext uri="{FF2B5EF4-FFF2-40B4-BE49-F238E27FC236}">
                  <a16:creationId xmlns:a16="http://schemas.microsoft.com/office/drawing/2014/main" id="{1487E036-1DAD-A978-AFDD-8AED8F7786D4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等腰三角形 63">
              <a:extLst>
                <a:ext uri="{FF2B5EF4-FFF2-40B4-BE49-F238E27FC236}">
                  <a16:creationId xmlns:a16="http://schemas.microsoft.com/office/drawing/2014/main" id="{992953A3-BBE8-E876-7387-8B768DD9B53C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等腰三角形 64">
              <a:extLst>
                <a:ext uri="{FF2B5EF4-FFF2-40B4-BE49-F238E27FC236}">
                  <a16:creationId xmlns:a16="http://schemas.microsoft.com/office/drawing/2014/main" id="{8DBC41B5-8560-320E-9692-85B9A4FFB663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等腰三角形 65">
              <a:extLst>
                <a:ext uri="{FF2B5EF4-FFF2-40B4-BE49-F238E27FC236}">
                  <a16:creationId xmlns:a16="http://schemas.microsoft.com/office/drawing/2014/main" id="{55725615-91F5-7A51-2E38-F5BB9636CBC8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等腰三角形 66">
              <a:extLst>
                <a:ext uri="{FF2B5EF4-FFF2-40B4-BE49-F238E27FC236}">
                  <a16:creationId xmlns:a16="http://schemas.microsoft.com/office/drawing/2014/main" id="{BB1764C1-DADB-36FC-6E82-7B61E93E1C58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等腰三角形 67">
              <a:extLst>
                <a:ext uri="{FF2B5EF4-FFF2-40B4-BE49-F238E27FC236}">
                  <a16:creationId xmlns:a16="http://schemas.microsoft.com/office/drawing/2014/main" id="{C8D5C0FB-D807-4CF8-FEB9-469FB338E78A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等腰三角形 68">
              <a:extLst>
                <a:ext uri="{FF2B5EF4-FFF2-40B4-BE49-F238E27FC236}">
                  <a16:creationId xmlns:a16="http://schemas.microsoft.com/office/drawing/2014/main" id="{98AAB634-5319-F516-E16A-46BB68BF328A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等腰三角形 69">
              <a:extLst>
                <a:ext uri="{FF2B5EF4-FFF2-40B4-BE49-F238E27FC236}">
                  <a16:creationId xmlns:a16="http://schemas.microsoft.com/office/drawing/2014/main" id="{82BC8399-40D4-F650-B448-AEB34A766900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等腰三角形 70">
              <a:extLst>
                <a:ext uri="{FF2B5EF4-FFF2-40B4-BE49-F238E27FC236}">
                  <a16:creationId xmlns:a16="http://schemas.microsoft.com/office/drawing/2014/main" id="{E5A6E343-EF3C-7EB9-54DF-464D0EEB6DCA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组合 71">
            <a:extLst>
              <a:ext uri="{FF2B5EF4-FFF2-40B4-BE49-F238E27FC236}">
                <a16:creationId xmlns:a16="http://schemas.microsoft.com/office/drawing/2014/main" id="{EF224A53-1737-016A-94B1-AEC0B8599005}"/>
              </a:ext>
            </a:extLst>
          </p:cNvPr>
          <p:cNvGrpSpPr/>
          <p:nvPr/>
        </p:nvGrpSpPr>
        <p:grpSpPr>
          <a:xfrm>
            <a:off x="5466614" y="4430325"/>
            <a:ext cx="1372333" cy="1311729"/>
            <a:chOff x="1535762" y="4270486"/>
            <a:chExt cx="1372333" cy="1311729"/>
          </a:xfrm>
        </p:grpSpPr>
        <p:cxnSp>
          <p:nvCxnSpPr>
            <p:cNvPr id="65" name="直接连接符 72">
              <a:extLst>
                <a:ext uri="{FF2B5EF4-FFF2-40B4-BE49-F238E27FC236}">
                  <a16:creationId xmlns:a16="http://schemas.microsoft.com/office/drawing/2014/main" id="{E6C27DC2-56F2-B8EB-71EA-26F1AFDA4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762" y="4270486"/>
              <a:ext cx="1347832" cy="1296738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3">
              <a:extLst>
                <a:ext uri="{FF2B5EF4-FFF2-40B4-BE49-F238E27FC236}">
                  <a16:creationId xmlns:a16="http://schemas.microsoft.com/office/drawing/2014/main" id="{A32A76D3-3B80-B2E7-072E-9175EA04F9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0263" y="4285477"/>
              <a:ext cx="1347832" cy="129673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74">
            <a:extLst>
              <a:ext uri="{FF2B5EF4-FFF2-40B4-BE49-F238E27FC236}">
                <a16:creationId xmlns:a16="http://schemas.microsoft.com/office/drawing/2014/main" id="{D2306383-7E60-BB72-2C54-1246DD838031}"/>
              </a:ext>
            </a:extLst>
          </p:cNvPr>
          <p:cNvGrpSpPr/>
          <p:nvPr/>
        </p:nvGrpSpPr>
        <p:grpSpPr>
          <a:xfrm rot="10800000">
            <a:off x="5678207" y="4500615"/>
            <a:ext cx="1249995" cy="1040734"/>
            <a:chOff x="5608155" y="4529756"/>
            <a:chExt cx="1249995" cy="1040734"/>
          </a:xfrm>
        </p:grpSpPr>
        <p:cxnSp>
          <p:nvCxnSpPr>
            <p:cNvPr id="68" name="直接连接符 75">
              <a:extLst>
                <a:ext uri="{FF2B5EF4-FFF2-40B4-BE49-F238E27FC236}">
                  <a16:creationId xmlns:a16="http://schemas.microsoft.com/office/drawing/2014/main" id="{1000E300-0C8B-34EB-9D35-DB5401AB4F40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5726723" y="4434272"/>
              <a:ext cx="1035944" cy="1226911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76">
              <a:extLst>
                <a:ext uri="{FF2B5EF4-FFF2-40B4-BE49-F238E27FC236}">
                  <a16:creationId xmlns:a16="http://schemas.microsoft.com/office/drawing/2014/main" id="{02618C64-AD38-0241-0231-DAF8372F74CA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5703639" y="4439062"/>
              <a:ext cx="1035944" cy="122691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77">
            <a:extLst>
              <a:ext uri="{FF2B5EF4-FFF2-40B4-BE49-F238E27FC236}">
                <a16:creationId xmlns:a16="http://schemas.microsoft.com/office/drawing/2014/main" id="{00081DA6-7F6F-303C-5968-832A3CEEA7B2}"/>
              </a:ext>
            </a:extLst>
          </p:cNvPr>
          <p:cNvGrpSpPr/>
          <p:nvPr/>
        </p:nvGrpSpPr>
        <p:grpSpPr>
          <a:xfrm rot="7998314">
            <a:off x="5744704" y="4379903"/>
            <a:ext cx="1245002" cy="1340024"/>
            <a:chOff x="1899755" y="4493176"/>
            <a:chExt cx="1249995" cy="1040734"/>
          </a:xfrm>
        </p:grpSpPr>
        <p:cxnSp>
          <p:nvCxnSpPr>
            <p:cNvPr id="71" name="直接连接符 78">
              <a:extLst>
                <a:ext uri="{FF2B5EF4-FFF2-40B4-BE49-F238E27FC236}">
                  <a16:creationId xmlns:a16="http://schemas.microsoft.com/office/drawing/2014/main" id="{BDD36F3B-2318-FF8A-67CF-FC950B15B293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2018323" y="4397692"/>
              <a:ext cx="1035944" cy="122691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9">
              <a:extLst>
                <a:ext uri="{FF2B5EF4-FFF2-40B4-BE49-F238E27FC236}">
                  <a16:creationId xmlns:a16="http://schemas.microsoft.com/office/drawing/2014/main" id="{E5DE0352-941A-CDBF-3623-2353FA79D61D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1995239" y="4402482"/>
              <a:ext cx="1035944" cy="122691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矩形 81">
            <a:extLst>
              <a:ext uri="{FF2B5EF4-FFF2-40B4-BE49-F238E27FC236}">
                <a16:creationId xmlns:a16="http://schemas.microsoft.com/office/drawing/2014/main" id="{3288CE53-F501-A0B0-5185-EA6AF2537EE0}"/>
              </a:ext>
            </a:extLst>
          </p:cNvPr>
          <p:cNvSpPr/>
          <p:nvPr/>
        </p:nvSpPr>
        <p:spPr>
          <a:xfrm>
            <a:off x="402049" y="2500586"/>
            <a:ext cx="83684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Two approaches of breaking: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One-vs-Rest: separate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class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One-vs-One: separate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two classes</a:t>
            </a:r>
          </a:p>
        </p:txBody>
      </p:sp>
      <p:sp>
        <p:nvSpPr>
          <p:cNvPr id="74" name="文本框 82">
            <a:extLst>
              <a:ext uri="{FF2B5EF4-FFF2-40B4-BE49-F238E27FC236}">
                <a16:creationId xmlns:a16="http://schemas.microsoft.com/office/drawing/2014/main" id="{0CB538C3-B7EB-99B9-B698-FAB09AC9DE23}"/>
              </a:ext>
            </a:extLst>
          </p:cNvPr>
          <p:cNvSpPr txBox="1"/>
          <p:nvPr/>
        </p:nvSpPr>
        <p:spPr>
          <a:xfrm>
            <a:off x="2625147" y="3972396"/>
            <a:ext cx="1424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83">
            <a:extLst>
              <a:ext uri="{FF2B5EF4-FFF2-40B4-BE49-F238E27FC236}">
                <a16:creationId xmlns:a16="http://schemas.microsoft.com/office/drawing/2014/main" id="{00BDC21B-FA31-7B99-515B-6079DE924593}"/>
              </a:ext>
            </a:extLst>
          </p:cNvPr>
          <p:cNvSpPr txBox="1"/>
          <p:nvPr/>
        </p:nvSpPr>
        <p:spPr>
          <a:xfrm>
            <a:off x="791790" y="3838944"/>
            <a:ext cx="163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green/rest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84">
            <a:extLst>
              <a:ext uri="{FF2B5EF4-FFF2-40B4-BE49-F238E27FC236}">
                <a16:creationId xmlns:a16="http://schemas.microsoft.com/office/drawing/2014/main" id="{C24D1D25-3547-0155-E4DC-CFD6AD243960}"/>
              </a:ext>
            </a:extLst>
          </p:cNvPr>
          <p:cNvSpPr txBox="1"/>
          <p:nvPr/>
        </p:nvSpPr>
        <p:spPr>
          <a:xfrm>
            <a:off x="3441310" y="5124583"/>
            <a:ext cx="1308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red/rest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85">
            <a:extLst>
              <a:ext uri="{FF2B5EF4-FFF2-40B4-BE49-F238E27FC236}">
                <a16:creationId xmlns:a16="http://schemas.microsoft.com/office/drawing/2014/main" id="{4AE6FEE3-852D-B771-DF0F-6C35E92B98B3}"/>
              </a:ext>
            </a:extLst>
          </p:cNvPr>
          <p:cNvSpPr txBox="1"/>
          <p:nvPr/>
        </p:nvSpPr>
        <p:spPr>
          <a:xfrm>
            <a:off x="4745919" y="3885960"/>
            <a:ext cx="1509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red/green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86">
            <a:extLst>
              <a:ext uri="{FF2B5EF4-FFF2-40B4-BE49-F238E27FC236}">
                <a16:creationId xmlns:a16="http://schemas.microsoft.com/office/drawing/2014/main" id="{75133BF9-3127-A433-DF61-FEFF67A1E6BE}"/>
              </a:ext>
            </a:extLst>
          </p:cNvPr>
          <p:cNvSpPr txBox="1"/>
          <p:nvPr/>
        </p:nvSpPr>
        <p:spPr>
          <a:xfrm>
            <a:off x="6560017" y="4092080"/>
            <a:ext cx="132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blue/red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87">
            <a:extLst>
              <a:ext uri="{FF2B5EF4-FFF2-40B4-BE49-F238E27FC236}">
                <a16:creationId xmlns:a16="http://schemas.microsoft.com/office/drawing/2014/main" id="{4E6F092A-41E3-3A6C-FFBE-D5EDC056100B}"/>
              </a:ext>
            </a:extLst>
          </p:cNvPr>
          <p:cNvSpPr txBox="1"/>
          <p:nvPr/>
        </p:nvSpPr>
        <p:spPr>
          <a:xfrm>
            <a:off x="6371272" y="5484283"/>
            <a:ext cx="1670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blue/green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矩形 88">
            <a:extLst>
              <a:ext uri="{FF2B5EF4-FFF2-40B4-BE49-F238E27FC236}">
                <a16:creationId xmlns:a16="http://schemas.microsoft.com/office/drawing/2014/main" id="{9A4FC4DF-8C7F-A04A-F86F-C7288F8355F4}"/>
              </a:ext>
            </a:extLst>
          </p:cNvPr>
          <p:cNvSpPr/>
          <p:nvPr/>
        </p:nvSpPr>
        <p:spPr>
          <a:xfrm>
            <a:off x="402050" y="1540051"/>
            <a:ext cx="74813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idea: breaking the multiclassification problem into multiple binary classification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241485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77" grpId="0"/>
      <p:bldP spid="78" grpId="0"/>
      <p:bldP spid="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One-vs-Rest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E51D62-4102-F707-7ACE-F3B8F0422BA0}"/>
              </a:ext>
            </a:extLst>
          </p:cNvPr>
          <p:cNvSpPr/>
          <p:nvPr/>
        </p:nvSpPr>
        <p:spPr>
          <a:xfrm>
            <a:off x="109222" y="1927426"/>
            <a:ext cx="81483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One-vs-Rest: separate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class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rest class</a:t>
            </a:r>
          </a:p>
        </p:txBody>
      </p:sp>
      <p:grpSp>
        <p:nvGrpSpPr>
          <p:cNvPr id="3" name="组合 89">
            <a:extLst>
              <a:ext uri="{FF2B5EF4-FFF2-40B4-BE49-F238E27FC236}">
                <a16:creationId xmlns:a16="http://schemas.microsoft.com/office/drawing/2014/main" id="{7DB71F27-D12E-1153-8505-4762B4650F81}"/>
              </a:ext>
            </a:extLst>
          </p:cNvPr>
          <p:cNvGrpSpPr/>
          <p:nvPr/>
        </p:nvGrpSpPr>
        <p:grpSpPr>
          <a:xfrm>
            <a:off x="7038990" y="2940496"/>
            <a:ext cx="3175873" cy="2729980"/>
            <a:chOff x="6451491" y="3735051"/>
            <a:chExt cx="2094470" cy="2001427"/>
          </a:xfrm>
        </p:grpSpPr>
        <p:cxnSp>
          <p:nvCxnSpPr>
            <p:cNvPr id="4" name="直接箭头连接符 90">
              <a:extLst>
                <a:ext uri="{FF2B5EF4-FFF2-40B4-BE49-F238E27FC236}">
                  <a16:creationId xmlns:a16="http://schemas.microsoft.com/office/drawing/2014/main" id="{00595214-24B7-3166-7A6B-032E04408EE4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91">
              <a:extLst>
                <a:ext uri="{FF2B5EF4-FFF2-40B4-BE49-F238E27FC236}">
                  <a16:creationId xmlns:a16="http://schemas.microsoft.com/office/drawing/2014/main" id="{18CA8F31-AD00-AC70-49F5-BDA6F3B1DDE1}"/>
                </a:ext>
              </a:extLst>
            </p:cNvPr>
            <p:cNvSpPr txBox="1"/>
            <p:nvPr/>
          </p:nvSpPr>
          <p:spPr>
            <a:xfrm>
              <a:off x="6971534" y="5398018"/>
              <a:ext cx="1189816" cy="33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one-vs-rest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直接箭头连接符 92">
              <a:extLst>
                <a:ext uri="{FF2B5EF4-FFF2-40B4-BE49-F238E27FC236}">
                  <a16:creationId xmlns:a16="http://schemas.microsoft.com/office/drawing/2014/main" id="{ED46F68E-EB94-6C45-5763-BC1CA3DB5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93">
            <a:extLst>
              <a:ext uri="{FF2B5EF4-FFF2-40B4-BE49-F238E27FC236}">
                <a16:creationId xmlns:a16="http://schemas.microsoft.com/office/drawing/2014/main" id="{249116C5-72F6-33E7-C074-D0EA332C3EA0}"/>
              </a:ext>
            </a:extLst>
          </p:cNvPr>
          <p:cNvGrpSpPr/>
          <p:nvPr/>
        </p:nvGrpSpPr>
        <p:grpSpPr>
          <a:xfrm>
            <a:off x="7282236" y="3507419"/>
            <a:ext cx="888256" cy="856866"/>
            <a:chOff x="6726182" y="4290197"/>
            <a:chExt cx="620928" cy="628193"/>
          </a:xfrm>
        </p:grpSpPr>
        <p:sp>
          <p:nvSpPr>
            <p:cNvPr id="9" name="椭圆 94">
              <a:extLst>
                <a:ext uri="{FF2B5EF4-FFF2-40B4-BE49-F238E27FC236}">
                  <a16:creationId xmlns:a16="http://schemas.microsoft.com/office/drawing/2014/main" id="{4E24680B-C68A-E4F4-E157-762DF814D168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95">
              <a:extLst>
                <a:ext uri="{FF2B5EF4-FFF2-40B4-BE49-F238E27FC236}">
                  <a16:creationId xmlns:a16="http://schemas.microsoft.com/office/drawing/2014/main" id="{DE3FB016-0313-A621-DFE0-99DE37190A0F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96">
              <a:extLst>
                <a:ext uri="{FF2B5EF4-FFF2-40B4-BE49-F238E27FC236}">
                  <a16:creationId xmlns:a16="http://schemas.microsoft.com/office/drawing/2014/main" id="{85D4DFC4-6A02-6E46-22C0-B980232860AA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97">
              <a:extLst>
                <a:ext uri="{FF2B5EF4-FFF2-40B4-BE49-F238E27FC236}">
                  <a16:creationId xmlns:a16="http://schemas.microsoft.com/office/drawing/2014/main" id="{05259036-A78F-1ABB-ADF0-1B6F5CE821B5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98">
              <a:extLst>
                <a:ext uri="{FF2B5EF4-FFF2-40B4-BE49-F238E27FC236}">
                  <a16:creationId xmlns:a16="http://schemas.microsoft.com/office/drawing/2014/main" id="{C5053C81-7C1B-38B3-A34F-E23E45766B44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99">
              <a:extLst>
                <a:ext uri="{FF2B5EF4-FFF2-40B4-BE49-F238E27FC236}">
                  <a16:creationId xmlns:a16="http://schemas.microsoft.com/office/drawing/2014/main" id="{4C8F658E-9810-52B1-60E0-15819949F550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组合 100">
            <a:extLst>
              <a:ext uri="{FF2B5EF4-FFF2-40B4-BE49-F238E27FC236}">
                <a16:creationId xmlns:a16="http://schemas.microsoft.com/office/drawing/2014/main" id="{00459453-7928-8587-D679-1DC73F9D5DBC}"/>
              </a:ext>
            </a:extLst>
          </p:cNvPr>
          <p:cNvGrpSpPr/>
          <p:nvPr/>
        </p:nvGrpSpPr>
        <p:grpSpPr>
          <a:xfrm>
            <a:off x="8024663" y="4500662"/>
            <a:ext cx="901291" cy="569375"/>
            <a:chOff x="1912517" y="5250479"/>
            <a:chExt cx="630040" cy="417425"/>
          </a:xfrm>
        </p:grpSpPr>
        <p:sp>
          <p:nvSpPr>
            <p:cNvPr id="16" name="矩形 101">
              <a:extLst>
                <a:ext uri="{FF2B5EF4-FFF2-40B4-BE49-F238E27FC236}">
                  <a16:creationId xmlns:a16="http://schemas.microsoft.com/office/drawing/2014/main" id="{11038757-BE25-AC06-FB07-AC8C257AAB1D}"/>
                </a:ext>
              </a:extLst>
            </p:cNvPr>
            <p:cNvSpPr/>
            <p:nvPr/>
          </p:nvSpPr>
          <p:spPr>
            <a:xfrm>
              <a:off x="1986509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02">
              <a:extLst>
                <a:ext uri="{FF2B5EF4-FFF2-40B4-BE49-F238E27FC236}">
                  <a16:creationId xmlns:a16="http://schemas.microsoft.com/office/drawing/2014/main" id="{277D9A95-A86F-214C-A2AB-A6ABD30F6110}"/>
                </a:ext>
              </a:extLst>
            </p:cNvPr>
            <p:cNvSpPr/>
            <p:nvPr/>
          </p:nvSpPr>
          <p:spPr>
            <a:xfrm>
              <a:off x="2138909" y="5435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03">
              <a:extLst>
                <a:ext uri="{FF2B5EF4-FFF2-40B4-BE49-F238E27FC236}">
                  <a16:creationId xmlns:a16="http://schemas.microsoft.com/office/drawing/2014/main" id="{10069A66-ACDA-39A3-596D-C64A5748CF48}"/>
                </a:ext>
              </a:extLst>
            </p:cNvPr>
            <p:cNvSpPr/>
            <p:nvPr/>
          </p:nvSpPr>
          <p:spPr>
            <a:xfrm>
              <a:off x="2333525" y="54499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04">
              <a:extLst>
                <a:ext uri="{FF2B5EF4-FFF2-40B4-BE49-F238E27FC236}">
                  <a16:creationId xmlns:a16="http://schemas.microsoft.com/office/drawing/2014/main" id="{7931E14A-38EE-BBBF-BDCA-8EBEE5220093}"/>
                </a:ext>
              </a:extLst>
            </p:cNvPr>
            <p:cNvSpPr/>
            <p:nvPr/>
          </p:nvSpPr>
          <p:spPr>
            <a:xfrm>
              <a:off x="1912517" y="550766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05">
              <a:extLst>
                <a:ext uri="{FF2B5EF4-FFF2-40B4-BE49-F238E27FC236}">
                  <a16:creationId xmlns:a16="http://schemas.microsoft.com/office/drawing/2014/main" id="{2CE0A9BB-D2F7-3135-E944-7CA28688F4F8}"/>
                </a:ext>
              </a:extLst>
            </p:cNvPr>
            <p:cNvSpPr/>
            <p:nvPr/>
          </p:nvSpPr>
          <p:spPr>
            <a:xfrm>
              <a:off x="2449887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106">
              <a:extLst>
                <a:ext uri="{FF2B5EF4-FFF2-40B4-BE49-F238E27FC236}">
                  <a16:creationId xmlns:a16="http://schemas.microsoft.com/office/drawing/2014/main" id="{91086D6E-32E5-2AAA-09EC-89874E0F2136}"/>
                </a:ext>
              </a:extLst>
            </p:cNvPr>
            <p:cNvSpPr/>
            <p:nvPr/>
          </p:nvSpPr>
          <p:spPr>
            <a:xfrm>
              <a:off x="2198068" y="525047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107">
              <a:extLst>
                <a:ext uri="{FF2B5EF4-FFF2-40B4-BE49-F238E27FC236}">
                  <a16:creationId xmlns:a16="http://schemas.microsoft.com/office/drawing/2014/main" id="{5C4AC778-BA35-D29F-1D13-3093EF689B7C}"/>
                </a:ext>
              </a:extLst>
            </p:cNvPr>
            <p:cNvSpPr/>
            <p:nvPr/>
          </p:nvSpPr>
          <p:spPr>
            <a:xfrm>
              <a:off x="2215852" y="557523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108">
            <a:extLst>
              <a:ext uri="{FF2B5EF4-FFF2-40B4-BE49-F238E27FC236}">
                <a16:creationId xmlns:a16="http://schemas.microsoft.com/office/drawing/2014/main" id="{59243F71-2DE7-7D06-9CD3-BB2186DFA6D2}"/>
              </a:ext>
            </a:extLst>
          </p:cNvPr>
          <p:cNvGrpSpPr/>
          <p:nvPr/>
        </p:nvGrpSpPr>
        <p:grpSpPr>
          <a:xfrm>
            <a:off x="8958423" y="3470293"/>
            <a:ext cx="1120165" cy="960436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24" name="等腰三角形 109">
              <a:extLst>
                <a:ext uri="{FF2B5EF4-FFF2-40B4-BE49-F238E27FC236}">
                  <a16:creationId xmlns:a16="http://schemas.microsoft.com/office/drawing/2014/main" id="{5286BC34-B7DC-233E-7B9A-391C939277B4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等腰三角形 110">
              <a:extLst>
                <a:ext uri="{FF2B5EF4-FFF2-40B4-BE49-F238E27FC236}">
                  <a16:creationId xmlns:a16="http://schemas.microsoft.com/office/drawing/2014/main" id="{C27B7D5F-56B7-0F5C-FCA2-9621952C9237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等腰三角形 111">
              <a:extLst>
                <a:ext uri="{FF2B5EF4-FFF2-40B4-BE49-F238E27FC236}">
                  <a16:creationId xmlns:a16="http://schemas.microsoft.com/office/drawing/2014/main" id="{3EF254B7-D75D-3275-E92D-6347F2541D84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等腰三角形 112">
              <a:extLst>
                <a:ext uri="{FF2B5EF4-FFF2-40B4-BE49-F238E27FC236}">
                  <a16:creationId xmlns:a16="http://schemas.microsoft.com/office/drawing/2014/main" id="{2EE2096F-C0AF-8E45-DD3B-76B7CED8AE08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等腰三角形 113">
              <a:extLst>
                <a:ext uri="{FF2B5EF4-FFF2-40B4-BE49-F238E27FC236}">
                  <a16:creationId xmlns:a16="http://schemas.microsoft.com/office/drawing/2014/main" id="{120C31A3-B1A9-FF67-0515-B46ED634853B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等腰三角形 114">
              <a:extLst>
                <a:ext uri="{FF2B5EF4-FFF2-40B4-BE49-F238E27FC236}">
                  <a16:creationId xmlns:a16="http://schemas.microsoft.com/office/drawing/2014/main" id="{345EA75A-8970-3036-5450-3B8776AB1D3C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等腰三角形 115">
              <a:extLst>
                <a:ext uri="{FF2B5EF4-FFF2-40B4-BE49-F238E27FC236}">
                  <a16:creationId xmlns:a16="http://schemas.microsoft.com/office/drawing/2014/main" id="{CF24A164-7875-F997-B261-6A1258330E3E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等腰三角形 116">
              <a:extLst>
                <a:ext uri="{FF2B5EF4-FFF2-40B4-BE49-F238E27FC236}">
                  <a16:creationId xmlns:a16="http://schemas.microsoft.com/office/drawing/2014/main" id="{035AB985-2BB4-7918-2845-6400273FDDD6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等腰三角形 117">
              <a:extLst>
                <a:ext uri="{FF2B5EF4-FFF2-40B4-BE49-F238E27FC236}">
                  <a16:creationId xmlns:a16="http://schemas.microsoft.com/office/drawing/2014/main" id="{EEDB2E0E-F73A-43F8-4096-5A85EB941FA8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直接连接符 118">
            <a:extLst>
              <a:ext uri="{FF2B5EF4-FFF2-40B4-BE49-F238E27FC236}">
                <a16:creationId xmlns:a16="http://schemas.microsoft.com/office/drawing/2014/main" id="{01EFA8A6-C216-9917-2B8A-51A5CB3C67E3}"/>
              </a:ext>
            </a:extLst>
          </p:cNvPr>
          <p:cNvCxnSpPr/>
          <p:nvPr/>
        </p:nvCxnSpPr>
        <p:spPr>
          <a:xfrm>
            <a:off x="7752673" y="3384973"/>
            <a:ext cx="1922368" cy="1623194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19">
            <a:extLst>
              <a:ext uri="{FF2B5EF4-FFF2-40B4-BE49-F238E27FC236}">
                <a16:creationId xmlns:a16="http://schemas.microsoft.com/office/drawing/2014/main" id="{BE474A86-1CD9-C048-F94D-1B1CB3E20B2D}"/>
              </a:ext>
            </a:extLst>
          </p:cNvPr>
          <p:cNvCxnSpPr>
            <a:cxnSpLocks/>
          </p:cNvCxnSpPr>
          <p:nvPr/>
        </p:nvCxnSpPr>
        <p:spPr>
          <a:xfrm flipH="1">
            <a:off x="7548882" y="3160982"/>
            <a:ext cx="1928114" cy="1768773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120">
            <a:extLst>
              <a:ext uri="{FF2B5EF4-FFF2-40B4-BE49-F238E27FC236}">
                <a16:creationId xmlns:a16="http://schemas.microsoft.com/office/drawing/2014/main" id="{C218F34F-91D9-13FF-F504-10EDC9AC3E8E}"/>
              </a:ext>
            </a:extLst>
          </p:cNvPr>
          <p:cNvCxnSpPr>
            <a:cxnSpLocks/>
          </p:cNvCxnSpPr>
          <p:nvPr/>
        </p:nvCxnSpPr>
        <p:spPr>
          <a:xfrm flipH="1" flipV="1">
            <a:off x="7322239" y="4472740"/>
            <a:ext cx="2756349" cy="22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121">
            <a:extLst>
              <a:ext uri="{FF2B5EF4-FFF2-40B4-BE49-F238E27FC236}">
                <a16:creationId xmlns:a16="http://schemas.microsoft.com/office/drawing/2014/main" id="{C66883A1-6A2E-2E55-030B-ED9D7A5BAE6B}"/>
              </a:ext>
            </a:extLst>
          </p:cNvPr>
          <p:cNvSpPr txBox="1"/>
          <p:nvPr/>
        </p:nvSpPr>
        <p:spPr>
          <a:xfrm>
            <a:off x="9387164" y="2696957"/>
            <a:ext cx="1450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122">
            <a:extLst>
              <a:ext uri="{FF2B5EF4-FFF2-40B4-BE49-F238E27FC236}">
                <a16:creationId xmlns:a16="http://schemas.microsoft.com/office/drawing/2014/main" id="{7F711027-3B13-3660-A7FF-88AF1651CC01}"/>
              </a:ext>
            </a:extLst>
          </p:cNvPr>
          <p:cNvSpPr txBox="1"/>
          <p:nvPr/>
        </p:nvSpPr>
        <p:spPr>
          <a:xfrm>
            <a:off x="7221823" y="2803194"/>
            <a:ext cx="1704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green/rest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123">
            <a:extLst>
              <a:ext uri="{FF2B5EF4-FFF2-40B4-BE49-F238E27FC236}">
                <a16:creationId xmlns:a16="http://schemas.microsoft.com/office/drawing/2014/main" id="{9647CE35-C095-FA28-71E0-DDF75CFE43D2}"/>
              </a:ext>
            </a:extLst>
          </p:cNvPr>
          <p:cNvSpPr txBox="1"/>
          <p:nvPr/>
        </p:nvSpPr>
        <p:spPr>
          <a:xfrm>
            <a:off x="10160341" y="4302802"/>
            <a:ext cx="1378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red/rest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4">
                <a:extLst>
                  <a:ext uri="{FF2B5EF4-FFF2-40B4-BE49-F238E27FC236}">
                    <a16:creationId xmlns:a16="http://schemas.microsoft.com/office/drawing/2014/main" id="{77168576-D862-4B94-C10B-6040B699197C}"/>
                  </a:ext>
                </a:extLst>
              </p:cNvPr>
              <p:cNvSpPr txBox="1"/>
              <p:nvPr/>
            </p:nvSpPr>
            <p:spPr>
              <a:xfrm>
                <a:off x="443624" y="1533695"/>
                <a:ext cx="58184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 have an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problem.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文本框 4">
                <a:extLst>
                  <a:ext uri="{FF2B5EF4-FFF2-40B4-BE49-F238E27FC236}">
                    <a16:creationId xmlns:a16="http://schemas.microsoft.com/office/drawing/2014/main" id="{77168576-D862-4B94-C10B-6040B6991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24" y="1533695"/>
                <a:ext cx="5818410" cy="461665"/>
              </a:xfrm>
              <a:prstGeom prst="rect">
                <a:avLst/>
              </a:prstGeom>
              <a:blipFill>
                <a:blip r:embed="rId3"/>
                <a:stretch>
                  <a:fillRect l="-1677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7">
                <a:extLst>
                  <a:ext uri="{FF2B5EF4-FFF2-40B4-BE49-F238E27FC236}">
                    <a16:creationId xmlns:a16="http://schemas.microsoft.com/office/drawing/2014/main" id="{11E01BF0-100C-86C1-BB77-0166CA69FFE2}"/>
                  </a:ext>
                </a:extLst>
              </p:cNvPr>
              <p:cNvSpPr/>
              <p:nvPr/>
            </p:nvSpPr>
            <p:spPr>
              <a:xfrm>
                <a:off x="447137" y="3575848"/>
                <a:ext cx="568057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SVM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learns:  class = 1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SVM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learns:  class = 2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SVM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learns:  class =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" name="矩形 7">
                <a:extLst>
                  <a:ext uri="{FF2B5EF4-FFF2-40B4-BE49-F238E27FC236}">
                    <a16:creationId xmlns:a16="http://schemas.microsoft.com/office/drawing/2014/main" id="{11E01BF0-100C-86C1-BB77-0166CA69F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37" y="3575848"/>
                <a:ext cx="5680576" cy="1569660"/>
              </a:xfrm>
              <a:prstGeom prst="rect">
                <a:avLst/>
              </a:prstGeom>
              <a:blipFill>
                <a:blip r:embed="rId4"/>
                <a:stretch>
                  <a:fillRect l="-1609" t="-2724" b="-8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10">
                <a:extLst>
                  <a:ext uri="{FF2B5EF4-FFF2-40B4-BE49-F238E27FC236}">
                    <a16:creationId xmlns:a16="http://schemas.microsoft.com/office/drawing/2014/main" id="{31F3EE29-4FB3-1610-9E94-AC4C9C6A482F}"/>
                  </a:ext>
                </a:extLst>
              </p:cNvPr>
              <p:cNvSpPr/>
              <p:nvPr/>
            </p:nvSpPr>
            <p:spPr>
              <a:xfrm>
                <a:off x="443624" y="2621176"/>
                <a:ext cx="464156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Learning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SVMs are learned.</a:t>
                </a:r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矩形 10">
                <a:extLst>
                  <a:ext uri="{FF2B5EF4-FFF2-40B4-BE49-F238E27FC236}">
                    <a16:creationId xmlns:a16="http://schemas.microsoft.com/office/drawing/2014/main" id="{31F3EE29-4FB3-1610-9E94-AC4C9C6A4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24" y="2621176"/>
                <a:ext cx="4641560" cy="461665"/>
              </a:xfrm>
              <a:prstGeom prst="rect">
                <a:avLst/>
              </a:prstGeom>
              <a:blipFill>
                <a:blip r:embed="rId5"/>
                <a:stretch>
                  <a:fillRect l="-2102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五边形 125">
            <a:extLst>
              <a:ext uri="{FF2B5EF4-FFF2-40B4-BE49-F238E27FC236}">
                <a16:creationId xmlns:a16="http://schemas.microsoft.com/office/drawing/2014/main" id="{FD922AEE-9EA0-3CED-3B02-C7259E7A8744}"/>
              </a:ext>
            </a:extLst>
          </p:cNvPr>
          <p:cNvSpPr/>
          <p:nvPr/>
        </p:nvSpPr>
        <p:spPr>
          <a:xfrm>
            <a:off x="8202523" y="3336443"/>
            <a:ext cx="200624" cy="191070"/>
          </a:xfrm>
          <a:prstGeom prst="pen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79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One-vs-Rest</a:t>
            </a:r>
          </a:p>
        </p:txBody>
      </p:sp>
      <p:grpSp>
        <p:nvGrpSpPr>
          <p:cNvPr id="2" name="组合 89">
            <a:extLst>
              <a:ext uri="{FF2B5EF4-FFF2-40B4-BE49-F238E27FC236}">
                <a16:creationId xmlns:a16="http://schemas.microsoft.com/office/drawing/2014/main" id="{77EC4BDB-3815-F52E-A3CD-D0692C6CCC4A}"/>
              </a:ext>
            </a:extLst>
          </p:cNvPr>
          <p:cNvGrpSpPr/>
          <p:nvPr/>
        </p:nvGrpSpPr>
        <p:grpSpPr>
          <a:xfrm>
            <a:off x="3330914" y="2884695"/>
            <a:ext cx="3175873" cy="2729980"/>
            <a:chOff x="6451491" y="3735051"/>
            <a:chExt cx="2094470" cy="2001427"/>
          </a:xfrm>
        </p:grpSpPr>
        <p:cxnSp>
          <p:nvCxnSpPr>
            <p:cNvPr id="3" name="直接箭头连接符 90">
              <a:extLst>
                <a:ext uri="{FF2B5EF4-FFF2-40B4-BE49-F238E27FC236}">
                  <a16:creationId xmlns:a16="http://schemas.microsoft.com/office/drawing/2014/main" id="{E1D5A090-CF00-9722-603E-A0C7F63454D3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91">
              <a:extLst>
                <a:ext uri="{FF2B5EF4-FFF2-40B4-BE49-F238E27FC236}">
                  <a16:creationId xmlns:a16="http://schemas.microsoft.com/office/drawing/2014/main" id="{1B0BE534-8444-6805-6569-73D92673F968}"/>
                </a:ext>
              </a:extLst>
            </p:cNvPr>
            <p:cNvSpPr txBox="1"/>
            <p:nvPr/>
          </p:nvSpPr>
          <p:spPr>
            <a:xfrm>
              <a:off x="6971534" y="5398018"/>
              <a:ext cx="1189816" cy="33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one-vs-rest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92">
              <a:extLst>
                <a:ext uri="{FF2B5EF4-FFF2-40B4-BE49-F238E27FC236}">
                  <a16:creationId xmlns:a16="http://schemas.microsoft.com/office/drawing/2014/main" id="{B334B805-C529-8486-4614-BEC3710BA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93">
            <a:extLst>
              <a:ext uri="{FF2B5EF4-FFF2-40B4-BE49-F238E27FC236}">
                <a16:creationId xmlns:a16="http://schemas.microsoft.com/office/drawing/2014/main" id="{894113A3-669D-99EA-2C66-3DEE62E0AA0E}"/>
              </a:ext>
            </a:extLst>
          </p:cNvPr>
          <p:cNvGrpSpPr/>
          <p:nvPr/>
        </p:nvGrpSpPr>
        <p:grpSpPr>
          <a:xfrm>
            <a:off x="3574160" y="3451618"/>
            <a:ext cx="888256" cy="856866"/>
            <a:chOff x="6726182" y="4290197"/>
            <a:chExt cx="620928" cy="628193"/>
          </a:xfrm>
        </p:grpSpPr>
        <p:sp>
          <p:nvSpPr>
            <p:cNvPr id="7" name="椭圆 94">
              <a:extLst>
                <a:ext uri="{FF2B5EF4-FFF2-40B4-BE49-F238E27FC236}">
                  <a16:creationId xmlns:a16="http://schemas.microsoft.com/office/drawing/2014/main" id="{8518FF49-9E15-04E8-D6E2-DD9ACFA4BE2A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95">
              <a:extLst>
                <a:ext uri="{FF2B5EF4-FFF2-40B4-BE49-F238E27FC236}">
                  <a16:creationId xmlns:a16="http://schemas.microsoft.com/office/drawing/2014/main" id="{583C67D3-D542-3F88-0AAE-90AE7A4B3993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96">
              <a:extLst>
                <a:ext uri="{FF2B5EF4-FFF2-40B4-BE49-F238E27FC236}">
                  <a16:creationId xmlns:a16="http://schemas.microsoft.com/office/drawing/2014/main" id="{8AFB29ED-E756-BF02-E0E9-5CB123FCD174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97">
              <a:extLst>
                <a:ext uri="{FF2B5EF4-FFF2-40B4-BE49-F238E27FC236}">
                  <a16:creationId xmlns:a16="http://schemas.microsoft.com/office/drawing/2014/main" id="{D6EEB1A6-4805-3810-BABB-8C576317B6F6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98">
              <a:extLst>
                <a:ext uri="{FF2B5EF4-FFF2-40B4-BE49-F238E27FC236}">
                  <a16:creationId xmlns:a16="http://schemas.microsoft.com/office/drawing/2014/main" id="{5D33FEBE-ABC6-F3A5-6CA2-8EBA7CE2E482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99">
              <a:extLst>
                <a:ext uri="{FF2B5EF4-FFF2-40B4-BE49-F238E27FC236}">
                  <a16:creationId xmlns:a16="http://schemas.microsoft.com/office/drawing/2014/main" id="{1F501057-AE15-073D-4F44-8E9CD42B4963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00">
            <a:extLst>
              <a:ext uri="{FF2B5EF4-FFF2-40B4-BE49-F238E27FC236}">
                <a16:creationId xmlns:a16="http://schemas.microsoft.com/office/drawing/2014/main" id="{035A9936-AF47-C536-AC08-94BC66E80B18}"/>
              </a:ext>
            </a:extLst>
          </p:cNvPr>
          <p:cNvGrpSpPr/>
          <p:nvPr/>
        </p:nvGrpSpPr>
        <p:grpSpPr>
          <a:xfrm>
            <a:off x="4316587" y="4444861"/>
            <a:ext cx="901291" cy="569375"/>
            <a:chOff x="1912517" y="5250479"/>
            <a:chExt cx="630040" cy="417425"/>
          </a:xfrm>
        </p:grpSpPr>
        <p:sp>
          <p:nvSpPr>
            <p:cNvPr id="15" name="矩形 101">
              <a:extLst>
                <a:ext uri="{FF2B5EF4-FFF2-40B4-BE49-F238E27FC236}">
                  <a16:creationId xmlns:a16="http://schemas.microsoft.com/office/drawing/2014/main" id="{6CFF4451-1178-4AF5-5051-97568B7A0452}"/>
                </a:ext>
              </a:extLst>
            </p:cNvPr>
            <p:cNvSpPr/>
            <p:nvPr/>
          </p:nvSpPr>
          <p:spPr>
            <a:xfrm>
              <a:off x="1986509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02">
              <a:extLst>
                <a:ext uri="{FF2B5EF4-FFF2-40B4-BE49-F238E27FC236}">
                  <a16:creationId xmlns:a16="http://schemas.microsoft.com/office/drawing/2014/main" id="{210C3148-3069-A9A9-97E4-132E2879E242}"/>
                </a:ext>
              </a:extLst>
            </p:cNvPr>
            <p:cNvSpPr/>
            <p:nvPr/>
          </p:nvSpPr>
          <p:spPr>
            <a:xfrm>
              <a:off x="2138909" y="5435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03">
              <a:extLst>
                <a:ext uri="{FF2B5EF4-FFF2-40B4-BE49-F238E27FC236}">
                  <a16:creationId xmlns:a16="http://schemas.microsoft.com/office/drawing/2014/main" id="{E6031241-BECC-7A90-FBAA-8CFE8281EA6F}"/>
                </a:ext>
              </a:extLst>
            </p:cNvPr>
            <p:cNvSpPr/>
            <p:nvPr/>
          </p:nvSpPr>
          <p:spPr>
            <a:xfrm>
              <a:off x="2333525" y="54499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04">
              <a:extLst>
                <a:ext uri="{FF2B5EF4-FFF2-40B4-BE49-F238E27FC236}">
                  <a16:creationId xmlns:a16="http://schemas.microsoft.com/office/drawing/2014/main" id="{80744268-4B7A-FB16-9D05-C582D8135CEB}"/>
                </a:ext>
              </a:extLst>
            </p:cNvPr>
            <p:cNvSpPr/>
            <p:nvPr/>
          </p:nvSpPr>
          <p:spPr>
            <a:xfrm>
              <a:off x="1912517" y="550766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05">
              <a:extLst>
                <a:ext uri="{FF2B5EF4-FFF2-40B4-BE49-F238E27FC236}">
                  <a16:creationId xmlns:a16="http://schemas.microsoft.com/office/drawing/2014/main" id="{FC6118AB-9968-C1A9-53BD-D321FED384AC}"/>
                </a:ext>
              </a:extLst>
            </p:cNvPr>
            <p:cNvSpPr/>
            <p:nvPr/>
          </p:nvSpPr>
          <p:spPr>
            <a:xfrm>
              <a:off x="2449887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06">
              <a:extLst>
                <a:ext uri="{FF2B5EF4-FFF2-40B4-BE49-F238E27FC236}">
                  <a16:creationId xmlns:a16="http://schemas.microsoft.com/office/drawing/2014/main" id="{28657E82-D2AC-BD1E-9F77-201B98973DD2}"/>
                </a:ext>
              </a:extLst>
            </p:cNvPr>
            <p:cNvSpPr/>
            <p:nvPr/>
          </p:nvSpPr>
          <p:spPr>
            <a:xfrm>
              <a:off x="2198068" y="525047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107">
              <a:extLst>
                <a:ext uri="{FF2B5EF4-FFF2-40B4-BE49-F238E27FC236}">
                  <a16:creationId xmlns:a16="http://schemas.microsoft.com/office/drawing/2014/main" id="{A0A2DB79-D1C9-7610-21E2-0594CB284C76}"/>
                </a:ext>
              </a:extLst>
            </p:cNvPr>
            <p:cNvSpPr/>
            <p:nvPr/>
          </p:nvSpPr>
          <p:spPr>
            <a:xfrm>
              <a:off x="2215852" y="557523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108">
            <a:extLst>
              <a:ext uri="{FF2B5EF4-FFF2-40B4-BE49-F238E27FC236}">
                <a16:creationId xmlns:a16="http://schemas.microsoft.com/office/drawing/2014/main" id="{C05A295B-D7CD-7ADE-75D4-E9C4BF17EF24}"/>
              </a:ext>
            </a:extLst>
          </p:cNvPr>
          <p:cNvGrpSpPr/>
          <p:nvPr/>
        </p:nvGrpSpPr>
        <p:grpSpPr>
          <a:xfrm>
            <a:off x="5250347" y="3414492"/>
            <a:ext cx="1120165" cy="960436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23" name="等腰三角形 109">
              <a:extLst>
                <a:ext uri="{FF2B5EF4-FFF2-40B4-BE49-F238E27FC236}">
                  <a16:creationId xmlns:a16="http://schemas.microsoft.com/office/drawing/2014/main" id="{B7465433-0E96-1F87-EEA1-56670B31FF14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等腰三角形 110">
              <a:extLst>
                <a:ext uri="{FF2B5EF4-FFF2-40B4-BE49-F238E27FC236}">
                  <a16:creationId xmlns:a16="http://schemas.microsoft.com/office/drawing/2014/main" id="{93CB1D0C-6BA3-508A-C56F-A0FEB47A8225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等腰三角形 111">
              <a:extLst>
                <a:ext uri="{FF2B5EF4-FFF2-40B4-BE49-F238E27FC236}">
                  <a16:creationId xmlns:a16="http://schemas.microsoft.com/office/drawing/2014/main" id="{4A0C380E-C783-04C4-F9F3-9E93FB4F290E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等腰三角形 112">
              <a:extLst>
                <a:ext uri="{FF2B5EF4-FFF2-40B4-BE49-F238E27FC236}">
                  <a16:creationId xmlns:a16="http://schemas.microsoft.com/office/drawing/2014/main" id="{C6FF3699-CC64-0C6C-56E8-F96EF9F3FBB3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等腰三角形 113">
              <a:extLst>
                <a:ext uri="{FF2B5EF4-FFF2-40B4-BE49-F238E27FC236}">
                  <a16:creationId xmlns:a16="http://schemas.microsoft.com/office/drawing/2014/main" id="{7B918067-5697-8867-4F1F-3A10082446FD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等腰三角形 114">
              <a:extLst>
                <a:ext uri="{FF2B5EF4-FFF2-40B4-BE49-F238E27FC236}">
                  <a16:creationId xmlns:a16="http://schemas.microsoft.com/office/drawing/2014/main" id="{D2380552-7F30-3E4A-AB2B-CE583F0381A7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等腰三角形 115">
              <a:extLst>
                <a:ext uri="{FF2B5EF4-FFF2-40B4-BE49-F238E27FC236}">
                  <a16:creationId xmlns:a16="http://schemas.microsoft.com/office/drawing/2014/main" id="{D2328345-0C0B-0382-5EFF-1B3A5A959D00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等腰三角形 116">
              <a:extLst>
                <a:ext uri="{FF2B5EF4-FFF2-40B4-BE49-F238E27FC236}">
                  <a16:creationId xmlns:a16="http://schemas.microsoft.com/office/drawing/2014/main" id="{0835BD3C-63EC-989F-9656-7A8B295F16B8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等腰三角形 117">
              <a:extLst>
                <a:ext uri="{FF2B5EF4-FFF2-40B4-BE49-F238E27FC236}">
                  <a16:creationId xmlns:a16="http://schemas.microsoft.com/office/drawing/2014/main" id="{C3F955C6-CBFE-FE40-1A02-398EA91D91E3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2" name="直接连接符 118">
            <a:extLst>
              <a:ext uri="{FF2B5EF4-FFF2-40B4-BE49-F238E27FC236}">
                <a16:creationId xmlns:a16="http://schemas.microsoft.com/office/drawing/2014/main" id="{90409B83-1883-389F-6360-30F2469BA563}"/>
              </a:ext>
            </a:extLst>
          </p:cNvPr>
          <p:cNvCxnSpPr/>
          <p:nvPr/>
        </p:nvCxnSpPr>
        <p:spPr>
          <a:xfrm>
            <a:off x="4044597" y="3329172"/>
            <a:ext cx="1922368" cy="1623194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19">
            <a:extLst>
              <a:ext uri="{FF2B5EF4-FFF2-40B4-BE49-F238E27FC236}">
                <a16:creationId xmlns:a16="http://schemas.microsoft.com/office/drawing/2014/main" id="{39F3E5A7-1B65-A616-F78B-6C2854D18484}"/>
              </a:ext>
            </a:extLst>
          </p:cNvPr>
          <p:cNvCxnSpPr>
            <a:cxnSpLocks/>
          </p:cNvCxnSpPr>
          <p:nvPr/>
        </p:nvCxnSpPr>
        <p:spPr>
          <a:xfrm flipH="1">
            <a:off x="3840806" y="3105181"/>
            <a:ext cx="1928114" cy="1768773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20">
            <a:extLst>
              <a:ext uri="{FF2B5EF4-FFF2-40B4-BE49-F238E27FC236}">
                <a16:creationId xmlns:a16="http://schemas.microsoft.com/office/drawing/2014/main" id="{835AEFEC-DD00-E9B2-EC31-230A304F178E}"/>
              </a:ext>
            </a:extLst>
          </p:cNvPr>
          <p:cNvCxnSpPr>
            <a:cxnSpLocks/>
          </p:cNvCxnSpPr>
          <p:nvPr/>
        </p:nvCxnSpPr>
        <p:spPr>
          <a:xfrm flipH="1" flipV="1">
            <a:off x="3704779" y="4444861"/>
            <a:ext cx="2756349" cy="22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121">
            <a:extLst>
              <a:ext uri="{FF2B5EF4-FFF2-40B4-BE49-F238E27FC236}">
                <a16:creationId xmlns:a16="http://schemas.microsoft.com/office/drawing/2014/main" id="{E2F8A821-6C9C-95FC-03AD-095C380DABDB}"/>
              </a:ext>
            </a:extLst>
          </p:cNvPr>
          <p:cNvSpPr txBox="1"/>
          <p:nvPr/>
        </p:nvSpPr>
        <p:spPr>
          <a:xfrm>
            <a:off x="5540167" y="2735233"/>
            <a:ext cx="145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122">
            <a:extLst>
              <a:ext uri="{FF2B5EF4-FFF2-40B4-BE49-F238E27FC236}">
                <a16:creationId xmlns:a16="http://schemas.microsoft.com/office/drawing/2014/main" id="{534A2579-5833-77E6-849B-4DA28BD84B82}"/>
              </a:ext>
            </a:extLst>
          </p:cNvPr>
          <p:cNvSpPr txBox="1"/>
          <p:nvPr/>
        </p:nvSpPr>
        <p:spPr>
          <a:xfrm>
            <a:off x="3469695" y="2883449"/>
            <a:ext cx="1641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green/rest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123">
            <a:extLst>
              <a:ext uri="{FF2B5EF4-FFF2-40B4-BE49-F238E27FC236}">
                <a16:creationId xmlns:a16="http://schemas.microsoft.com/office/drawing/2014/main" id="{E16B8E94-870F-6738-58F7-40F8AA1D4D0E}"/>
              </a:ext>
            </a:extLst>
          </p:cNvPr>
          <p:cNvSpPr txBox="1"/>
          <p:nvPr/>
        </p:nvSpPr>
        <p:spPr>
          <a:xfrm>
            <a:off x="5788365" y="4415637"/>
            <a:ext cx="1339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red/rest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124">
            <a:extLst>
              <a:ext uri="{FF2B5EF4-FFF2-40B4-BE49-F238E27FC236}">
                <a16:creationId xmlns:a16="http://schemas.microsoft.com/office/drawing/2014/main" id="{0DE74D45-6BC4-147B-97DC-920F1790F3E9}"/>
              </a:ext>
            </a:extLst>
          </p:cNvPr>
          <p:cNvSpPr/>
          <p:nvPr/>
        </p:nvSpPr>
        <p:spPr>
          <a:xfrm>
            <a:off x="372099" y="1566227"/>
            <a:ext cx="106100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predict with each of the build SVMs and then find which one puts the prediction the farthest into the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region.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五边形 125">
            <a:extLst>
              <a:ext uri="{FF2B5EF4-FFF2-40B4-BE49-F238E27FC236}">
                <a16:creationId xmlns:a16="http://schemas.microsoft.com/office/drawing/2014/main" id="{FD0895BF-D699-A4B5-30A7-838372176CA4}"/>
              </a:ext>
            </a:extLst>
          </p:cNvPr>
          <p:cNvSpPr/>
          <p:nvPr/>
        </p:nvSpPr>
        <p:spPr>
          <a:xfrm>
            <a:off x="4494447" y="3280642"/>
            <a:ext cx="200624" cy="191070"/>
          </a:xfrm>
          <a:prstGeom prst="pen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138">
            <a:extLst>
              <a:ext uri="{FF2B5EF4-FFF2-40B4-BE49-F238E27FC236}">
                <a16:creationId xmlns:a16="http://schemas.microsoft.com/office/drawing/2014/main" id="{E0000032-BB4D-DCFF-615D-541D1ABE9C80}"/>
              </a:ext>
            </a:extLst>
          </p:cNvPr>
          <p:cNvSpPr txBox="1"/>
          <p:nvPr/>
        </p:nvSpPr>
        <p:spPr>
          <a:xfrm>
            <a:off x="7190812" y="3807414"/>
            <a:ext cx="2987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negative region of blue/rest SVM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13">
            <a:extLst>
              <a:ext uri="{FF2B5EF4-FFF2-40B4-BE49-F238E27FC236}">
                <a16:creationId xmlns:a16="http://schemas.microsoft.com/office/drawing/2014/main" id="{84BCA34C-3E94-0C98-EDA6-0CACBFAFD559}"/>
              </a:ext>
            </a:extLst>
          </p:cNvPr>
          <p:cNvSpPr/>
          <p:nvPr/>
        </p:nvSpPr>
        <p:spPr>
          <a:xfrm rot="2847861">
            <a:off x="4656681" y="3037485"/>
            <a:ext cx="951114" cy="2627542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56">
            <a:extLst>
              <a:ext uri="{FF2B5EF4-FFF2-40B4-BE49-F238E27FC236}">
                <a16:creationId xmlns:a16="http://schemas.microsoft.com/office/drawing/2014/main" id="{F5519219-2D55-257A-CEC4-8E4F433832FD}"/>
              </a:ext>
            </a:extLst>
          </p:cNvPr>
          <p:cNvSpPr/>
          <p:nvPr/>
        </p:nvSpPr>
        <p:spPr>
          <a:xfrm rot="2847861">
            <a:off x="4001931" y="2322044"/>
            <a:ext cx="951114" cy="262754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57">
            <a:extLst>
              <a:ext uri="{FF2B5EF4-FFF2-40B4-BE49-F238E27FC236}">
                <a16:creationId xmlns:a16="http://schemas.microsoft.com/office/drawing/2014/main" id="{B8F13CB3-ABC3-AC9E-BC07-B7633C64B75C}"/>
              </a:ext>
            </a:extLst>
          </p:cNvPr>
          <p:cNvSpPr txBox="1"/>
          <p:nvPr/>
        </p:nvSpPr>
        <p:spPr>
          <a:xfrm>
            <a:off x="517363" y="3150718"/>
            <a:ext cx="2647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positive region of blue/rest SVM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直接箭头连接符 15">
            <a:extLst>
              <a:ext uri="{FF2B5EF4-FFF2-40B4-BE49-F238E27FC236}">
                <a16:creationId xmlns:a16="http://schemas.microsoft.com/office/drawing/2014/main" id="{5ADDA568-590A-F0F1-5C8C-7A4C4ADB6135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231731" y="3989908"/>
            <a:ext cx="959081" cy="23300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17">
            <a:extLst>
              <a:ext uri="{FF2B5EF4-FFF2-40B4-BE49-F238E27FC236}">
                <a16:creationId xmlns:a16="http://schemas.microsoft.com/office/drawing/2014/main" id="{EEAEC804-A5D0-50EA-A9C3-26833F021DE9}"/>
              </a:ext>
            </a:extLst>
          </p:cNvPr>
          <p:cNvCxnSpPr/>
          <p:nvPr/>
        </p:nvCxnSpPr>
        <p:spPr>
          <a:xfrm flipH="1" flipV="1">
            <a:off x="2837872" y="3627747"/>
            <a:ext cx="875916" cy="3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25">
            <a:extLst>
              <a:ext uri="{FF2B5EF4-FFF2-40B4-BE49-F238E27FC236}">
                <a16:creationId xmlns:a16="http://schemas.microsoft.com/office/drawing/2014/main" id="{DF3DECDE-38C1-1513-2D0F-6CC90B9DFDF1}"/>
              </a:ext>
            </a:extLst>
          </p:cNvPr>
          <p:cNvSpPr txBox="1"/>
          <p:nvPr/>
        </p:nvSpPr>
        <p:spPr>
          <a:xfrm>
            <a:off x="372099" y="5507627"/>
            <a:ext cx="11424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a One-vs-Rest SVM: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Positive region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the region where the positive class (the “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”) are located.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Negative region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the region that contains 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other classes (the “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”).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45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9" grpId="0" animBg="1"/>
      <p:bldP spid="40" grpId="0"/>
      <p:bldP spid="41" grpId="0" animBg="1"/>
      <p:bldP spid="42" grpId="0" animBg="1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One-vs-Rest</a:t>
            </a:r>
          </a:p>
        </p:txBody>
      </p:sp>
      <p:grpSp>
        <p:nvGrpSpPr>
          <p:cNvPr id="2" name="组合 89">
            <a:extLst>
              <a:ext uri="{FF2B5EF4-FFF2-40B4-BE49-F238E27FC236}">
                <a16:creationId xmlns:a16="http://schemas.microsoft.com/office/drawing/2014/main" id="{A9491002-200D-2194-9D86-313E197FED1B}"/>
              </a:ext>
            </a:extLst>
          </p:cNvPr>
          <p:cNvGrpSpPr/>
          <p:nvPr/>
        </p:nvGrpSpPr>
        <p:grpSpPr>
          <a:xfrm>
            <a:off x="1566217" y="2561793"/>
            <a:ext cx="3175873" cy="2729980"/>
            <a:chOff x="6451491" y="3735051"/>
            <a:chExt cx="2094470" cy="2001427"/>
          </a:xfrm>
        </p:grpSpPr>
        <p:cxnSp>
          <p:nvCxnSpPr>
            <p:cNvPr id="3" name="直接箭头连接符 90">
              <a:extLst>
                <a:ext uri="{FF2B5EF4-FFF2-40B4-BE49-F238E27FC236}">
                  <a16:creationId xmlns:a16="http://schemas.microsoft.com/office/drawing/2014/main" id="{8BEDE57F-07A9-58C4-D1CF-EEE45D5396C2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91">
              <a:extLst>
                <a:ext uri="{FF2B5EF4-FFF2-40B4-BE49-F238E27FC236}">
                  <a16:creationId xmlns:a16="http://schemas.microsoft.com/office/drawing/2014/main" id="{D471C3BC-E2D1-2171-9AEE-6147BE80FDDC}"/>
                </a:ext>
              </a:extLst>
            </p:cNvPr>
            <p:cNvSpPr txBox="1"/>
            <p:nvPr/>
          </p:nvSpPr>
          <p:spPr>
            <a:xfrm>
              <a:off x="6971534" y="5398018"/>
              <a:ext cx="1189816" cy="33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one-vs-rest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92">
              <a:extLst>
                <a:ext uri="{FF2B5EF4-FFF2-40B4-BE49-F238E27FC236}">
                  <a16:creationId xmlns:a16="http://schemas.microsoft.com/office/drawing/2014/main" id="{ACEBA7E5-0E92-BAE4-AD54-04D0E8008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93">
            <a:extLst>
              <a:ext uri="{FF2B5EF4-FFF2-40B4-BE49-F238E27FC236}">
                <a16:creationId xmlns:a16="http://schemas.microsoft.com/office/drawing/2014/main" id="{BCFB30A7-EB4A-63B9-DF27-8752B09366D5}"/>
              </a:ext>
            </a:extLst>
          </p:cNvPr>
          <p:cNvGrpSpPr/>
          <p:nvPr/>
        </p:nvGrpSpPr>
        <p:grpSpPr>
          <a:xfrm>
            <a:off x="1809463" y="3128716"/>
            <a:ext cx="888256" cy="856866"/>
            <a:chOff x="6726182" y="4290197"/>
            <a:chExt cx="620928" cy="628193"/>
          </a:xfrm>
        </p:grpSpPr>
        <p:sp>
          <p:nvSpPr>
            <p:cNvPr id="7" name="椭圆 94">
              <a:extLst>
                <a:ext uri="{FF2B5EF4-FFF2-40B4-BE49-F238E27FC236}">
                  <a16:creationId xmlns:a16="http://schemas.microsoft.com/office/drawing/2014/main" id="{1E1EDF17-77A6-868F-7F1F-82C1F172457F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95">
              <a:extLst>
                <a:ext uri="{FF2B5EF4-FFF2-40B4-BE49-F238E27FC236}">
                  <a16:creationId xmlns:a16="http://schemas.microsoft.com/office/drawing/2014/main" id="{68A71A57-B4C4-D39E-F232-597C1BFAC2DF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96">
              <a:extLst>
                <a:ext uri="{FF2B5EF4-FFF2-40B4-BE49-F238E27FC236}">
                  <a16:creationId xmlns:a16="http://schemas.microsoft.com/office/drawing/2014/main" id="{AC57F974-94CA-E8FA-D1AA-8E05A5EB707F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97">
              <a:extLst>
                <a:ext uri="{FF2B5EF4-FFF2-40B4-BE49-F238E27FC236}">
                  <a16:creationId xmlns:a16="http://schemas.microsoft.com/office/drawing/2014/main" id="{4F8380B5-1AFC-092A-E797-23FDAE469573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98">
              <a:extLst>
                <a:ext uri="{FF2B5EF4-FFF2-40B4-BE49-F238E27FC236}">
                  <a16:creationId xmlns:a16="http://schemas.microsoft.com/office/drawing/2014/main" id="{FBB0CA70-CA5D-887A-0212-CB28E0DB3B62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99">
              <a:extLst>
                <a:ext uri="{FF2B5EF4-FFF2-40B4-BE49-F238E27FC236}">
                  <a16:creationId xmlns:a16="http://schemas.microsoft.com/office/drawing/2014/main" id="{656E134E-FE0E-7875-996E-ECA29B8C6208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00">
            <a:extLst>
              <a:ext uri="{FF2B5EF4-FFF2-40B4-BE49-F238E27FC236}">
                <a16:creationId xmlns:a16="http://schemas.microsoft.com/office/drawing/2014/main" id="{EA9DAC9D-841E-D3E4-3147-91C0AEC860CD}"/>
              </a:ext>
            </a:extLst>
          </p:cNvPr>
          <p:cNvGrpSpPr/>
          <p:nvPr/>
        </p:nvGrpSpPr>
        <p:grpSpPr>
          <a:xfrm>
            <a:off x="2551890" y="4121959"/>
            <a:ext cx="901291" cy="569375"/>
            <a:chOff x="1912517" y="5250479"/>
            <a:chExt cx="630040" cy="417425"/>
          </a:xfrm>
        </p:grpSpPr>
        <p:sp>
          <p:nvSpPr>
            <p:cNvPr id="15" name="矩形 101">
              <a:extLst>
                <a:ext uri="{FF2B5EF4-FFF2-40B4-BE49-F238E27FC236}">
                  <a16:creationId xmlns:a16="http://schemas.microsoft.com/office/drawing/2014/main" id="{E2605DC0-35A5-2C40-A7F1-585A7DA3F69A}"/>
                </a:ext>
              </a:extLst>
            </p:cNvPr>
            <p:cNvSpPr/>
            <p:nvPr/>
          </p:nvSpPr>
          <p:spPr>
            <a:xfrm>
              <a:off x="1986509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02">
              <a:extLst>
                <a:ext uri="{FF2B5EF4-FFF2-40B4-BE49-F238E27FC236}">
                  <a16:creationId xmlns:a16="http://schemas.microsoft.com/office/drawing/2014/main" id="{CBDFF839-436B-8010-57DA-B244ED555493}"/>
                </a:ext>
              </a:extLst>
            </p:cNvPr>
            <p:cNvSpPr/>
            <p:nvPr/>
          </p:nvSpPr>
          <p:spPr>
            <a:xfrm>
              <a:off x="2138909" y="5435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03">
              <a:extLst>
                <a:ext uri="{FF2B5EF4-FFF2-40B4-BE49-F238E27FC236}">
                  <a16:creationId xmlns:a16="http://schemas.microsoft.com/office/drawing/2014/main" id="{1D77A593-59BC-5440-1202-C785A0C2A3E6}"/>
                </a:ext>
              </a:extLst>
            </p:cNvPr>
            <p:cNvSpPr/>
            <p:nvPr/>
          </p:nvSpPr>
          <p:spPr>
            <a:xfrm>
              <a:off x="2333525" y="54499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04">
              <a:extLst>
                <a:ext uri="{FF2B5EF4-FFF2-40B4-BE49-F238E27FC236}">
                  <a16:creationId xmlns:a16="http://schemas.microsoft.com/office/drawing/2014/main" id="{F676768F-078D-FF7C-03D7-5AFFC72A36D8}"/>
                </a:ext>
              </a:extLst>
            </p:cNvPr>
            <p:cNvSpPr/>
            <p:nvPr/>
          </p:nvSpPr>
          <p:spPr>
            <a:xfrm>
              <a:off x="1912517" y="550766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05">
              <a:extLst>
                <a:ext uri="{FF2B5EF4-FFF2-40B4-BE49-F238E27FC236}">
                  <a16:creationId xmlns:a16="http://schemas.microsoft.com/office/drawing/2014/main" id="{6E61D7C8-ACBD-C9B4-5A70-0E52244A66C4}"/>
                </a:ext>
              </a:extLst>
            </p:cNvPr>
            <p:cNvSpPr/>
            <p:nvPr/>
          </p:nvSpPr>
          <p:spPr>
            <a:xfrm>
              <a:off x="2449887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06">
              <a:extLst>
                <a:ext uri="{FF2B5EF4-FFF2-40B4-BE49-F238E27FC236}">
                  <a16:creationId xmlns:a16="http://schemas.microsoft.com/office/drawing/2014/main" id="{FC1B8FC9-84A5-91E9-BBFA-BD970BB12C7C}"/>
                </a:ext>
              </a:extLst>
            </p:cNvPr>
            <p:cNvSpPr/>
            <p:nvPr/>
          </p:nvSpPr>
          <p:spPr>
            <a:xfrm>
              <a:off x="2198068" y="525047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107">
              <a:extLst>
                <a:ext uri="{FF2B5EF4-FFF2-40B4-BE49-F238E27FC236}">
                  <a16:creationId xmlns:a16="http://schemas.microsoft.com/office/drawing/2014/main" id="{5C447AF8-B093-98C8-F26E-EBBE0E7DE6F7}"/>
                </a:ext>
              </a:extLst>
            </p:cNvPr>
            <p:cNvSpPr/>
            <p:nvPr/>
          </p:nvSpPr>
          <p:spPr>
            <a:xfrm>
              <a:off x="2215852" y="557523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108">
            <a:extLst>
              <a:ext uri="{FF2B5EF4-FFF2-40B4-BE49-F238E27FC236}">
                <a16:creationId xmlns:a16="http://schemas.microsoft.com/office/drawing/2014/main" id="{DEDBD2BA-A7FD-5A11-DB79-1B06521FCDB7}"/>
              </a:ext>
            </a:extLst>
          </p:cNvPr>
          <p:cNvGrpSpPr/>
          <p:nvPr/>
        </p:nvGrpSpPr>
        <p:grpSpPr>
          <a:xfrm>
            <a:off x="3485650" y="3091590"/>
            <a:ext cx="1120165" cy="960436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23" name="等腰三角形 109">
              <a:extLst>
                <a:ext uri="{FF2B5EF4-FFF2-40B4-BE49-F238E27FC236}">
                  <a16:creationId xmlns:a16="http://schemas.microsoft.com/office/drawing/2014/main" id="{25EBB551-6993-3D16-5EBC-44BDACCC601C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等腰三角形 110">
              <a:extLst>
                <a:ext uri="{FF2B5EF4-FFF2-40B4-BE49-F238E27FC236}">
                  <a16:creationId xmlns:a16="http://schemas.microsoft.com/office/drawing/2014/main" id="{BCC24467-4381-2DD5-C09E-B2CAB8E8CDD0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等腰三角形 111">
              <a:extLst>
                <a:ext uri="{FF2B5EF4-FFF2-40B4-BE49-F238E27FC236}">
                  <a16:creationId xmlns:a16="http://schemas.microsoft.com/office/drawing/2014/main" id="{D5772408-5966-91BB-FC2D-6CBB120EF492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等腰三角形 112">
              <a:extLst>
                <a:ext uri="{FF2B5EF4-FFF2-40B4-BE49-F238E27FC236}">
                  <a16:creationId xmlns:a16="http://schemas.microsoft.com/office/drawing/2014/main" id="{E74C61E6-74D2-0C67-7B29-20A7BECCE870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等腰三角形 113">
              <a:extLst>
                <a:ext uri="{FF2B5EF4-FFF2-40B4-BE49-F238E27FC236}">
                  <a16:creationId xmlns:a16="http://schemas.microsoft.com/office/drawing/2014/main" id="{18849E2A-FDBB-85A4-6911-B84E4B5C8D07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等腰三角形 114">
              <a:extLst>
                <a:ext uri="{FF2B5EF4-FFF2-40B4-BE49-F238E27FC236}">
                  <a16:creationId xmlns:a16="http://schemas.microsoft.com/office/drawing/2014/main" id="{7FA8F743-8853-85E0-DC27-AD7AB1EBB08B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等腰三角形 115">
              <a:extLst>
                <a:ext uri="{FF2B5EF4-FFF2-40B4-BE49-F238E27FC236}">
                  <a16:creationId xmlns:a16="http://schemas.microsoft.com/office/drawing/2014/main" id="{75765A50-AE2D-39D9-2D14-CC89EEE42C4F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等腰三角形 116">
              <a:extLst>
                <a:ext uri="{FF2B5EF4-FFF2-40B4-BE49-F238E27FC236}">
                  <a16:creationId xmlns:a16="http://schemas.microsoft.com/office/drawing/2014/main" id="{6F4A8EB0-87E2-1995-C72F-80CAD62F589F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等腰三角形 117">
              <a:extLst>
                <a:ext uri="{FF2B5EF4-FFF2-40B4-BE49-F238E27FC236}">
                  <a16:creationId xmlns:a16="http://schemas.microsoft.com/office/drawing/2014/main" id="{5434BB6F-96A2-607D-7AA7-A50192BD91DB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2" name="直接连接符 118">
            <a:extLst>
              <a:ext uri="{FF2B5EF4-FFF2-40B4-BE49-F238E27FC236}">
                <a16:creationId xmlns:a16="http://schemas.microsoft.com/office/drawing/2014/main" id="{33EF50A5-7037-A737-92A1-5439C1A10AB3}"/>
              </a:ext>
            </a:extLst>
          </p:cNvPr>
          <p:cNvCxnSpPr/>
          <p:nvPr/>
        </p:nvCxnSpPr>
        <p:spPr>
          <a:xfrm>
            <a:off x="2279900" y="3006270"/>
            <a:ext cx="1922368" cy="1623194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19">
            <a:extLst>
              <a:ext uri="{FF2B5EF4-FFF2-40B4-BE49-F238E27FC236}">
                <a16:creationId xmlns:a16="http://schemas.microsoft.com/office/drawing/2014/main" id="{C3953132-0C3D-BBEC-C908-FC9F3A309BD5}"/>
              </a:ext>
            </a:extLst>
          </p:cNvPr>
          <p:cNvCxnSpPr>
            <a:cxnSpLocks/>
          </p:cNvCxnSpPr>
          <p:nvPr/>
        </p:nvCxnSpPr>
        <p:spPr>
          <a:xfrm flipH="1">
            <a:off x="2076109" y="2782279"/>
            <a:ext cx="1928114" cy="1768773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20">
            <a:extLst>
              <a:ext uri="{FF2B5EF4-FFF2-40B4-BE49-F238E27FC236}">
                <a16:creationId xmlns:a16="http://schemas.microsoft.com/office/drawing/2014/main" id="{C67AF3A3-1A59-CE2D-16AA-3B533ED286B8}"/>
              </a:ext>
            </a:extLst>
          </p:cNvPr>
          <p:cNvCxnSpPr>
            <a:cxnSpLocks/>
          </p:cNvCxnSpPr>
          <p:nvPr/>
        </p:nvCxnSpPr>
        <p:spPr>
          <a:xfrm flipH="1" flipV="1">
            <a:off x="1940082" y="4121959"/>
            <a:ext cx="2756349" cy="22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121">
            <a:extLst>
              <a:ext uri="{FF2B5EF4-FFF2-40B4-BE49-F238E27FC236}">
                <a16:creationId xmlns:a16="http://schemas.microsoft.com/office/drawing/2014/main" id="{45ED6410-2D1C-8D53-E0C2-A80321CC953D}"/>
              </a:ext>
            </a:extLst>
          </p:cNvPr>
          <p:cNvSpPr txBox="1"/>
          <p:nvPr/>
        </p:nvSpPr>
        <p:spPr>
          <a:xfrm>
            <a:off x="3515155" y="2378759"/>
            <a:ext cx="13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blue/rest</a:t>
            </a:r>
          </a:p>
        </p:txBody>
      </p:sp>
      <p:sp>
        <p:nvSpPr>
          <p:cNvPr id="36" name="文本框 122">
            <a:extLst>
              <a:ext uri="{FF2B5EF4-FFF2-40B4-BE49-F238E27FC236}">
                <a16:creationId xmlns:a16="http://schemas.microsoft.com/office/drawing/2014/main" id="{5CD3A4D9-6158-033B-AC9B-726D19F6F139}"/>
              </a:ext>
            </a:extLst>
          </p:cNvPr>
          <p:cNvSpPr txBox="1"/>
          <p:nvPr/>
        </p:nvSpPr>
        <p:spPr>
          <a:xfrm>
            <a:off x="1455580" y="2514009"/>
            <a:ext cx="1581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green/rest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123">
            <a:extLst>
              <a:ext uri="{FF2B5EF4-FFF2-40B4-BE49-F238E27FC236}">
                <a16:creationId xmlns:a16="http://schemas.microsoft.com/office/drawing/2014/main" id="{D9E0508B-A5A7-A957-AE16-93203EDA1798}"/>
              </a:ext>
            </a:extLst>
          </p:cNvPr>
          <p:cNvSpPr txBox="1"/>
          <p:nvPr/>
        </p:nvSpPr>
        <p:spPr>
          <a:xfrm>
            <a:off x="4626538" y="4117163"/>
            <a:ext cx="127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red/rest</a:t>
            </a:r>
          </a:p>
        </p:txBody>
      </p:sp>
      <p:sp>
        <p:nvSpPr>
          <p:cNvPr id="38" name="矩形 124">
            <a:extLst>
              <a:ext uri="{FF2B5EF4-FFF2-40B4-BE49-F238E27FC236}">
                <a16:creationId xmlns:a16="http://schemas.microsoft.com/office/drawing/2014/main" id="{324CE6E4-31F9-903F-A82C-A52AD1AE095D}"/>
              </a:ext>
            </a:extLst>
          </p:cNvPr>
          <p:cNvSpPr/>
          <p:nvPr/>
        </p:nvSpPr>
        <p:spPr>
          <a:xfrm>
            <a:off x="316114" y="1566227"/>
            <a:ext cx="111138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predict with each of the build SVMs and then find which one puts the prediction the farthest into the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region.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五边形 125">
            <a:extLst>
              <a:ext uri="{FF2B5EF4-FFF2-40B4-BE49-F238E27FC236}">
                <a16:creationId xmlns:a16="http://schemas.microsoft.com/office/drawing/2014/main" id="{DF6087B8-131E-4521-823A-D909C22207A6}"/>
              </a:ext>
            </a:extLst>
          </p:cNvPr>
          <p:cNvSpPr/>
          <p:nvPr/>
        </p:nvSpPr>
        <p:spPr>
          <a:xfrm>
            <a:off x="2729750" y="2957740"/>
            <a:ext cx="200624" cy="191070"/>
          </a:xfrm>
          <a:prstGeom prst="pen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138">
            <a:extLst>
              <a:ext uri="{FF2B5EF4-FFF2-40B4-BE49-F238E27FC236}">
                <a16:creationId xmlns:a16="http://schemas.microsoft.com/office/drawing/2014/main" id="{0151DE8B-D4AD-5D2C-C991-CA0D0C46486C}"/>
              </a:ext>
            </a:extLst>
          </p:cNvPr>
          <p:cNvSpPr txBox="1"/>
          <p:nvPr/>
        </p:nvSpPr>
        <p:spPr>
          <a:xfrm>
            <a:off x="5596282" y="2845115"/>
            <a:ext cx="41072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negative region of red/rest SVM, distance ignored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接箭头连接符 2">
            <a:extLst>
              <a:ext uri="{FF2B5EF4-FFF2-40B4-BE49-F238E27FC236}">
                <a16:creationId xmlns:a16="http://schemas.microsoft.com/office/drawing/2014/main" id="{1B8FF356-7347-04F3-42EB-96782B2F64FC}"/>
              </a:ext>
            </a:extLst>
          </p:cNvPr>
          <p:cNvCxnSpPr>
            <a:stCxn id="39" idx="2"/>
          </p:cNvCxnSpPr>
          <p:nvPr/>
        </p:nvCxnSpPr>
        <p:spPr>
          <a:xfrm flipH="1">
            <a:off x="2618173" y="3148810"/>
            <a:ext cx="149893" cy="170905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51">
            <a:extLst>
              <a:ext uri="{FF2B5EF4-FFF2-40B4-BE49-F238E27FC236}">
                <a16:creationId xmlns:a16="http://schemas.microsoft.com/office/drawing/2014/main" id="{3CDDB489-1A22-C3D9-E963-3B25E26FBA97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2892058" y="3148810"/>
            <a:ext cx="349026" cy="330992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10">
            <a:extLst>
              <a:ext uri="{FF2B5EF4-FFF2-40B4-BE49-F238E27FC236}">
                <a16:creationId xmlns:a16="http://schemas.microsoft.com/office/drawing/2014/main" id="{C742C482-3498-74DD-44CF-D14BB4966F36}"/>
              </a:ext>
            </a:extLst>
          </p:cNvPr>
          <p:cNvCxnSpPr>
            <a:stCxn id="39" idx="3"/>
          </p:cNvCxnSpPr>
          <p:nvPr/>
        </p:nvCxnSpPr>
        <p:spPr>
          <a:xfrm>
            <a:off x="2830062" y="3148810"/>
            <a:ext cx="0" cy="97314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12">
            <a:extLst>
              <a:ext uri="{FF2B5EF4-FFF2-40B4-BE49-F238E27FC236}">
                <a16:creationId xmlns:a16="http://schemas.microsoft.com/office/drawing/2014/main" id="{07BCD01F-ABF6-90ED-C88F-169A1AE9C9F0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2836186" y="3260614"/>
            <a:ext cx="2760096" cy="418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14">
            <a:extLst>
              <a:ext uri="{FF2B5EF4-FFF2-40B4-BE49-F238E27FC236}">
                <a16:creationId xmlns:a16="http://schemas.microsoft.com/office/drawing/2014/main" id="{10776332-E7CE-4CBF-1BC7-5FDBF1DBE103}"/>
              </a:ext>
            </a:extLst>
          </p:cNvPr>
          <p:cNvSpPr txBox="1"/>
          <p:nvPr/>
        </p:nvSpPr>
        <p:spPr>
          <a:xfrm>
            <a:off x="1096303" y="5586517"/>
            <a:ext cx="4380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point is predicted as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09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9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One-vs-One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9">
                <a:extLst>
                  <a:ext uri="{FF2B5EF4-FFF2-40B4-BE49-F238E27FC236}">
                    <a16:creationId xmlns:a16="http://schemas.microsoft.com/office/drawing/2014/main" id="{DCC5EBD2-D0CE-99E9-33D8-020D25EB94EC}"/>
                  </a:ext>
                </a:extLst>
              </p:cNvPr>
              <p:cNvSpPr/>
              <p:nvPr/>
            </p:nvSpPr>
            <p:spPr>
              <a:xfrm>
                <a:off x="407707" y="2181132"/>
                <a:ext cx="7536172" cy="10004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One-vs-One: separate 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every pair of classes. </a:t>
                </a:r>
              </a:p>
              <a:p>
                <a:pPr marL="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will be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combinations.</a:t>
                </a:r>
                <a:endPara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矩形 9">
                <a:extLst>
                  <a:ext uri="{FF2B5EF4-FFF2-40B4-BE49-F238E27FC236}">
                    <a16:creationId xmlns:a16="http://schemas.microsoft.com/office/drawing/2014/main" id="{DCC5EBD2-D0CE-99E9-33D8-020D25EB94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7" y="2181132"/>
                <a:ext cx="7536172" cy="1000402"/>
              </a:xfrm>
              <a:prstGeom prst="rect">
                <a:avLst/>
              </a:prstGeom>
              <a:blipFill>
                <a:blip r:embed="rId3"/>
                <a:stretch>
                  <a:fillRect l="-1133" t="-4268" b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B48E9BB3-6F0E-67E3-FF69-F02DCAD5CBA5}"/>
                  </a:ext>
                </a:extLst>
              </p:cNvPr>
              <p:cNvSpPr txBox="1"/>
              <p:nvPr/>
            </p:nvSpPr>
            <p:spPr>
              <a:xfrm>
                <a:off x="407706" y="1527008"/>
                <a:ext cx="59003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 have an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problem.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B48E9BB3-6F0E-67E3-FF69-F02DCAD5C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6" y="1527008"/>
                <a:ext cx="5900351" cy="461665"/>
              </a:xfrm>
              <a:prstGeom prst="rect">
                <a:avLst/>
              </a:prstGeom>
              <a:blipFill>
                <a:blip r:embed="rId4"/>
                <a:stretch>
                  <a:fillRect l="-1653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">
            <a:extLst>
              <a:ext uri="{FF2B5EF4-FFF2-40B4-BE49-F238E27FC236}">
                <a16:creationId xmlns:a16="http://schemas.microsoft.com/office/drawing/2014/main" id="{FF4E2459-1052-DA23-8E72-910862EA41B5}"/>
              </a:ext>
            </a:extLst>
          </p:cNvPr>
          <p:cNvGrpSpPr/>
          <p:nvPr/>
        </p:nvGrpSpPr>
        <p:grpSpPr>
          <a:xfrm>
            <a:off x="7448714" y="2879828"/>
            <a:ext cx="4031568" cy="3444558"/>
            <a:chOff x="4197869" y="2327715"/>
            <a:chExt cx="2614573" cy="2283147"/>
          </a:xfrm>
        </p:grpSpPr>
        <p:grpSp>
          <p:nvGrpSpPr>
            <p:cNvPr id="5" name="组合 11">
              <a:extLst>
                <a:ext uri="{FF2B5EF4-FFF2-40B4-BE49-F238E27FC236}">
                  <a16:creationId xmlns:a16="http://schemas.microsoft.com/office/drawing/2014/main" id="{F62DCCAB-E2E8-DC1F-1BBE-16FBE2D6F45A}"/>
                </a:ext>
              </a:extLst>
            </p:cNvPr>
            <p:cNvGrpSpPr/>
            <p:nvPr/>
          </p:nvGrpSpPr>
          <p:grpSpPr>
            <a:xfrm>
              <a:off x="4422529" y="2517844"/>
              <a:ext cx="2220059" cy="2093018"/>
              <a:chOff x="6451491" y="3735051"/>
              <a:chExt cx="2094470" cy="2093018"/>
            </a:xfrm>
          </p:grpSpPr>
          <p:cxnSp>
            <p:nvCxnSpPr>
              <p:cNvPr id="44" name="直接箭头连接符 12">
                <a:extLst>
                  <a:ext uri="{FF2B5EF4-FFF2-40B4-BE49-F238E27FC236}">
                    <a16:creationId xmlns:a16="http://schemas.microsoft.com/office/drawing/2014/main" id="{421FFBAF-E8EF-F1E6-FCD9-444CC7D52A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1491" y="5368035"/>
                <a:ext cx="209447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13">
                <a:extLst>
                  <a:ext uri="{FF2B5EF4-FFF2-40B4-BE49-F238E27FC236}">
                    <a16:creationId xmlns:a16="http://schemas.microsoft.com/office/drawing/2014/main" id="{A5C148E8-18C1-B23B-1124-0E4AFB2AE21A}"/>
                  </a:ext>
                </a:extLst>
              </p:cNvPr>
              <p:cNvSpPr txBox="1"/>
              <p:nvPr/>
            </p:nvSpPr>
            <p:spPr>
              <a:xfrm>
                <a:off x="6762892" y="5522065"/>
                <a:ext cx="1189816" cy="306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one-vs-one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6" name="直接箭头连接符 14">
                <a:extLst>
                  <a:ext uri="{FF2B5EF4-FFF2-40B4-BE49-F238E27FC236}">
                    <a16:creationId xmlns:a16="http://schemas.microsoft.com/office/drawing/2014/main" id="{774F988A-FFC2-BEA7-FEC5-1E2F5FFFBB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58136" y="3735051"/>
                <a:ext cx="0" cy="183899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15">
              <a:extLst>
                <a:ext uri="{FF2B5EF4-FFF2-40B4-BE49-F238E27FC236}">
                  <a16:creationId xmlns:a16="http://schemas.microsoft.com/office/drawing/2014/main" id="{26DA0568-CDDA-946A-4511-3235C326FD29}"/>
                </a:ext>
              </a:extLst>
            </p:cNvPr>
            <p:cNvGrpSpPr/>
            <p:nvPr/>
          </p:nvGrpSpPr>
          <p:grpSpPr>
            <a:xfrm>
              <a:off x="4629245" y="2933976"/>
              <a:ext cx="620928" cy="628193"/>
              <a:chOff x="6726182" y="4290197"/>
              <a:chExt cx="620928" cy="628193"/>
            </a:xfrm>
          </p:grpSpPr>
          <p:sp>
            <p:nvSpPr>
              <p:cNvPr id="38" name="椭圆 16">
                <a:extLst>
                  <a:ext uri="{FF2B5EF4-FFF2-40B4-BE49-F238E27FC236}">
                    <a16:creationId xmlns:a16="http://schemas.microsoft.com/office/drawing/2014/main" id="{D2C325AE-49E1-C431-2937-AABE12D5FF3B}"/>
                  </a:ext>
                </a:extLst>
              </p:cNvPr>
              <p:cNvSpPr/>
              <p:nvPr/>
            </p:nvSpPr>
            <p:spPr>
              <a:xfrm>
                <a:off x="6972288" y="4290197"/>
                <a:ext cx="111211" cy="11121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椭圆 17">
                <a:extLst>
                  <a:ext uri="{FF2B5EF4-FFF2-40B4-BE49-F238E27FC236}">
                    <a16:creationId xmlns:a16="http://schemas.microsoft.com/office/drawing/2014/main" id="{0060642A-743A-1B0B-DB25-1F29C9725268}"/>
                  </a:ext>
                </a:extLst>
              </p:cNvPr>
              <p:cNvSpPr/>
              <p:nvPr/>
            </p:nvSpPr>
            <p:spPr>
              <a:xfrm>
                <a:off x="7124688" y="4442597"/>
                <a:ext cx="111211" cy="11121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椭圆 18">
                <a:extLst>
                  <a:ext uri="{FF2B5EF4-FFF2-40B4-BE49-F238E27FC236}">
                    <a16:creationId xmlns:a16="http://schemas.microsoft.com/office/drawing/2014/main" id="{F5CD44CD-B9B2-6004-7CEB-F2F40DC83B09}"/>
                  </a:ext>
                </a:extLst>
              </p:cNvPr>
              <p:cNvSpPr/>
              <p:nvPr/>
            </p:nvSpPr>
            <p:spPr>
              <a:xfrm>
                <a:off x="6781788" y="4594997"/>
                <a:ext cx="111211" cy="11121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椭圆 19">
                <a:extLst>
                  <a:ext uri="{FF2B5EF4-FFF2-40B4-BE49-F238E27FC236}">
                    <a16:creationId xmlns:a16="http://schemas.microsoft.com/office/drawing/2014/main" id="{0022F66F-86B7-AB40-0E9C-3D477C176D68}"/>
                  </a:ext>
                </a:extLst>
              </p:cNvPr>
              <p:cNvSpPr/>
              <p:nvPr/>
            </p:nvSpPr>
            <p:spPr>
              <a:xfrm>
                <a:off x="7011418" y="4699029"/>
                <a:ext cx="111211" cy="11121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椭圆 20">
                <a:extLst>
                  <a:ext uri="{FF2B5EF4-FFF2-40B4-BE49-F238E27FC236}">
                    <a16:creationId xmlns:a16="http://schemas.microsoft.com/office/drawing/2014/main" id="{7074EB62-6812-4976-8080-234A4B9F95EA}"/>
                  </a:ext>
                </a:extLst>
              </p:cNvPr>
              <p:cNvSpPr/>
              <p:nvPr/>
            </p:nvSpPr>
            <p:spPr>
              <a:xfrm>
                <a:off x="7235899" y="4571782"/>
                <a:ext cx="111211" cy="11121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椭圆 21">
                <a:extLst>
                  <a:ext uri="{FF2B5EF4-FFF2-40B4-BE49-F238E27FC236}">
                    <a16:creationId xmlns:a16="http://schemas.microsoft.com/office/drawing/2014/main" id="{09605E29-2E44-AAD3-D04C-87EA74EAF436}"/>
                  </a:ext>
                </a:extLst>
              </p:cNvPr>
              <p:cNvSpPr/>
              <p:nvPr/>
            </p:nvSpPr>
            <p:spPr>
              <a:xfrm>
                <a:off x="6726182" y="4807179"/>
                <a:ext cx="111211" cy="11121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组合 22">
              <a:extLst>
                <a:ext uri="{FF2B5EF4-FFF2-40B4-BE49-F238E27FC236}">
                  <a16:creationId xmlns:a16="http://schemas.microsoft.com/office/drawing/2014/main" id="{C97E3843-719B-C7D6-E633-C113A7BD0779}"/>
                </a:ext>
              </a:extLst>
            </p:cNvPr>
            <p:cNvGrpSpPr/>
            <p:nvPr/>
          </p:nvGrpSpPr>
          <p:grpSpPr>
            <a:xfrm>
              <a:off x="5148232" y="3662151"/>
              <a:ext cx="630040" cy="417425"/>
              <a:chOff x="1983286" y="5231886"/>
              <a:chExt cx="630040" cy="417425"/>
            </a:xfrm>
          </p:grpSpPr>
          <p:sp>
            <p:nvSpPr>
              <p:cNvPr id="31" name="矩形 23">
                <a:extLst>
                  <a:ext uri="{FF2B5EF4-FFF2-40B4-BE49-F238E27FC236}">
                    <a16:creationId xmlns:a16="http://schemas.microsoft.com/office/drawing/2014/main" id="{86693637-7C67-DCB6-4768-6DC493A1C934}"/>
                  </a:ext>
                </a:extLst>
              </p:cNvPr>
              <p:cNvSpPr/>
              <p:nvPr/>
            </p:nvSpPr>
            <p:spPr>
              <a:xfrm>
                <a:off x="2057278" y="5264826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24">
                <a:extLst>
                  <a:ext uri="{FF2B5EF4-FFF2-40B4-BE49-F238E27FC236}">
                    <a16:creationId xmlns:a16="http://schemas.microsoft.com/office/drawing/2014/main" id="{B18D9C89-DD38-9016-25BE-1BDA301FE34C}"/>
                  </a:ext>
                </a:extLst>
              </p:cNvPr>
              <p:cNvSpPr/>
              <p:nvPr/>
            </p:nvSpPr>
            <p:spPr>
              <a:xfrm>
                <a:off x="2209678" y="5417226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25">
                <a:extLst>
                  <a:ext uri="{FF2B5EF4-FFF2-40B4-BE49-F238E27FC236}">
                    <a16:creationId xmlns:a16="http://schemas.microsoft.com/office/drawing/2014/main" id="{84599162-A274-D6FA-A1B2-93E50313695A}"/>
                  </a:ext>
                </a:extLst>
              </p:cNvPr>
              <p:cNvSpPr/>
              <p:nvPr/>
            </p:nvSpPr>
            <p:spPr>
              <a:xfrm>
                <a:off x="2404294" y="5431389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26">
                <a:extLst>
                  <a:ext uri="{FF2B5EF4-FFF2-40B4-BE49-F238E27FC236}">
                    <a16:creationId xmlns:a16="http://schemas.microsoft.com/office/drawing/2014/main" id="{C2AC75FB-23F2-8025-41EA-4C9C327B992F}"/>
                  </a:ext>
                </a:extLst>
              </p:cNvPr>
              <p:cNvSpPr/>
              <p:nvPr/>
            </p:nvSpPr>
            <p:spPr>
              <a:xfrm>
                <a:off x="1983286" y="5489076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7">
                <a:extLst>
                  <a:ext uri="{FF2B5EF4-FFF2-40B4-BE49-F238E27FC236}">
                    <a16:creationId xmlns:a16="http://schemas.microsoft.com/office/drawing/2014/main" id="{ECF29747-1BD3-2FB6-9ED1-CD2774066C50}"/>
                  </a:ext>
                </a:extLst>
              </p:cNvPr>
              <p:cNvSpPr/>
              <p:nvPr/>
            </p:nvSpPr>
            <p:spPr>
              <a:xfrm>
                <a:off x="2520656" y="5264826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28">
                <a:extLst>
                  <a:ext uri="{FF2B5EF4-FFF2-40B4-BE49-F238E27FC236}">
                    <a16:creationId xmlns:a16="http://schemas.microsoft.com/office/drawing/2014/main" id="{EA85BEE9-A3CF-276B-56FE-C5CBB5582C3A}"/>
                  </a:ext>
                </a:extLst>
              </p:cNvPr>
              <p:cNvSpPr/>
              <p:nvPr/>
            </p:nvSpPr>
            <p:spPr>
              <a:xfrm>
                <a:off x="2268837" y="5231886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29">
                <a:extLst>
                  <a:ext uri="{FF2B5EF4-FFF2-40B4-BE49-F238E27FC236}">
                    <a16:creationId xmlns:a16="http://schemas.microsoft.com/office/drawing/2014/main" id="{30A1BCE6-A9DF-14C2-1CD0-F165B1AC6A7F}"/>
                  </a:ext>
                </a:extLst>
              </p:cNvPr>
              <p:cNvSpPr/>
              <p:nvPr/>
            </p:nvSpPr>
            <p:spPr>
              <a:xfrm>
                <a:off x="2286621" y="5556641"/>
                <a:ext cx="92670" cy="9267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组合 30">
              <a:extLst>
                <a:ext uri="{FF2B5EF4-FFF2-40B4-BE49-F238E27FC236}">
                  <a16:creationId xmlns:a16="http://schemas.microsoft.com/office/drawing/2014/main" id="{43D34D63-212F-17B3-A3EB-3F8E8FC5702B}"/>
                </a:ext>
              </a:extLst>
            </p:cNvPr>
            <p:cNvGrpSpPr/>
            <p:nvPr/>
          </p:nvGrpSpPr>
          <p:grpSpPr>
            <a:xfrm>
              <a:off x="5800969" y="2906758"/>
              <a:ext cx="783042" cy="704123"/>
              <a:chOff x="7378979" y="4065631"/>
              <a:chExt cx="783042" cy="704123"/>
            </a:xfrm>
          </p:grpSpPr>
          <p:sp>
            <p:nvSpPr>
              <p:cNvPr id="22" name="等腰三角形 31">
                <a:extLst>
                  <a:ext uri="{FF2B5EF4-FFF2-40B4-BE49-F238E27FC236}">
                    <a16:creationId xmlns:a16="http://schemas.microsoft.com/office/drawing/2014/main" id="{C0091110-A9BF-7F50-76FA-A3C4127A69D2}"/>
                  </a:ext>
                </a:extLst>
              </p:cNvPr>
              <p:cNvSpPr/>
              <p:nvPr/>
            </p:nvSpPr>
            <p:spPr>
              <a:xfrm>
                <a:off x="7378979" y="4192902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等腰三角形 32">
                <a:extLst>
                  <a:ext uri="{FF2B5EF4-FFF2-40B4-BE49-F238E27FC236}">
                    <a16:creationId xmlns:a16="http://schemas.microsoft.com/office/drawing/2014/main" id="{D17A9FCB-1E9D-5D61-47D1-0E64EB506D73}"/>
                  </a:ext>
                </a:extLst>
              </p:cNvPr>
              <p:cNvSpPr/>
              <p:nvPr/>
            </p:nvSpPr>
            <p:spPr>
              <a:xfrm>
                <a:off x="7531379" y="4345302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等腰三角形 33">
                <a:extLst>
                  <a:ext uri="{FF2B5EF4-FFF2-40B4-BE49-F238E27FC236}">
                    <a16:creationId xmlns:a16="http://schemas.microsoft.com/office/drawing/2014/main" id="{6D7DCB48-BB14-7275-14D9-BE5DB3D3BF3B}"/>
                  </a:ext>
                </a:extLst>
              </p:cNvPr>
              <p:cNvSpPr/>
              <p:nvPr/>
            </p:nvSpPr>
            <p:spPr>
              <a:xfrm>
                <a:off x="7632214" y="4497871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等腰三角形 34">
                <a:extLst>
                  <a:ext uri="{FF2B5EF4-FFF2-40B4-BE49-F238E27FC236}">
                    <a16:creationId xmlns:a16="http://schemas.microsoft.com/office/drawing/2014/main" id="{C4D89A99-3FE0-D994-B320-1FBD0EF5F8E0}"/>
                  </a:ext>
                </a:extLst>
              </p:cNvPr>
              <p:cNvSpPr/>
              <p:nvPr/>
            </p:nvSpPr>
            <p:spPr>
              <a:xfrm>
                <a:off x="7755076" y="4176865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等腰三角形 35">
                <a:extLst>
                  <a:ext uri="{FF2B5EF4-FFF2-40B4-BE49-F238E27FC236}">
                    <a16:creationId xmlns:a16="http://schemas.microsoft.com/office/drawing/2014/main" id="{F2787F77-3377-5464-821C-865FD15AE81F}"/>
                  </a:ext>
                </a:extLst>
              </p:cNvPr>
              <p:cNvSpPr/>
              <p:nvPr/>
            </p:nvSpPr>
            <p:spPr>
              <a:xfrm>
                <a:off x="7862997" y="4431314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等腰三角形 36">
                <a:extLst>
                  <a:ext uri="{FF2B5EF4-FFF2-40B4-BE49-F238E27FC236}">
                    <a16:creationId xmlns:a16="http://schemas.microsoft.com/office/drawing/2014/main" id="{9D487AB8-6157-12CC-F780-1E32FD2B0730}"/>
                  </a:ext>
                </a:extLst>
              </p:cNvPr>
              <p:cNvSpPr/>
              <p:nvPr/>
            </p:nvSpPr>
            <p:spPr>
              <a:xfrm>
                <a:off x="7594331" y="4065631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等腰三角形 37">
                <a:extLst>
                  <a:ext uri="{FF2B5EF4-FFF2-40B4-BE49-F238E27FC236}">
                    <a16:creationId xmlns:a16="http://schemas.microsoft.com/office/drawing/2014/main" id="{86F3CFC6-AFF6-5FDA-6811-69B5CEF9474F}"/>
                  </a:ext>
                </a:extLst>
              </p:cNvPr>
              <p:cNvSpPr/>
              <p:nvPr/>
            </p:nvSpPr>
            <p:spPr>
              <a:xfrm>
                <a:off x="7791341" y="4607237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等腰三角形 38">
                <a:extLst>
                  <a:ext uri="{FF2B5EF4-FFF2-40B4-BE49-F238E27FC236}">
                    <a16:creationId xmlns:a16="http://schemas.microsoft.com/office/drawing/2014/main" id="{E9E31520-D50E-FCC6-1AED-AF20B8496C2B}"/>
                  </a:ext>
                </a:extLst>
              </p:cNvPr>
              <p:cNvSpPr/>
              <p:nvPr/>
            </p:nvSpPr>
            <p:spPr>
              <a:xfrm>
                <a:off x="8001507" y="4657731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等腰三角形 39">
                <a:extLst>
                  <a:ext uri="{FF2B5EF4-FFF2-40B4-BE49-F238E27FC236}">
                    <a16:creationId xmlns:a16="http://schemas.microsoft.com/office/drawing/2014/main" id="{A79F55EB-5F82-D7F6-1F57-658A5F1E824C}"/>
                  </a:ext>
                </a:extLst>
              </p:cNvPr>
              <p:cNvSpPr/>
              <p:nvPr/>
            </p:nvSpPr>
            <p:spPr>
              <a:xfrm>
                <a:off x="8032074" y="4246567"/>
                <a:ext cx="129947" cy="112023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组合 40">
              <a:extLst>
                <a:ext uri="{FF2B5EF4-FFF2-40B4-BE49-F238E27FC236}">
                  <a16:creationId xmlns:a16="http://schemas.microsoft.com/office/drawing/2014/main" id="{4D0F8C6E-4B7F-FB40-6E54-14A8AFB90228}"/>
                </a:ext>
              </a:extLst>
            </p:cNvPr>
            <p:cNvGrpSpPr/>
            <p:nvPr/>
          </p:nvGrpSpPr>
          <p:grpSpPr>
            <a:xfrm>
              <a:off x="4700708" y="2700751"/>
              <a:ext cx="1372333" cy="1311729"/>
              <a:chOff x="1535762" y="4270486"/>
              <a:chExt cx="1372333" cy="1311729"/>
            </a:xfrm>
          </p:grpSpPr>
          <p:cxnSp>
            <p:nvCxnSpPr>
              <p:cNvPr id="20" name="直接连接符 41">
                <a:extLst>
                  <a:ext uri="{FF2B5EF4-FFF2-40B4-BE49-F238E27FC236}">
                    <a16:creationId xmlns:a16="http://schemas.microsoft.com/office/drawing/2014/main" id="{A9D10D1E-BF84-69C8-2389-C2165A72CC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5762" y="4270486"/>
                <a:ext cx="1347832" cy="129673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42">
                <a:extLst>
                  <a:ext uri="{FF2B5EF4-FFF2-40B4-BE49-F238E27FC236}">
                    <a16:creationId xmlns:a16="http://schemas.microsoft.com/office/drawing/2014/main" id="{B585C348-9AB2-5D10-C0CB-A49B364687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60263" y="4285477"/>
                <a:ext cx="1347832" cy="129673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43">
              <a:extLst>
                <a:ext uri="{FF2B5EF4-FFF2-40B4-BE49-F238E27FC236}">
                  <a16:creationId xmlns:a16="http://schemas.microsoft.com/office/drawing/2014/main" id="{7D81E0B1-81B3-160A-5E4F-473DD1AFA2FD}"/>
                </a:ext>
              </a:extLst>
            </p:cNvPr>
            <p:cNvGrpSpPr/>
            <p:nvPr/>
          </p:nvGrpSpPr>
          <p:grpSpPr>
            <a:xfrm rot="10800000">
              <a:off x="4912301" y="2771041"/>
              <a:ext cx="1249995" cy="1040734"/>
              <a:chOff x="5608155" y="4529756"/>
              <a:chExt cx="1249995" cy="1040734"/>
            </a:xfrm>
          </p:grpSpPr>
          <p:cxnSp>
            <p:nvCxnSpPr>
              <p:cNvPr id="18" name="直接连接符 44">
                <a:extLst>
                  <a:ext uri="{FF2B5EF4-FFF2-40B4-BE49-F238E27FC236}">
                    <a16:creationId xmlns:a16="http://schemas.microsoft.com/office/drawing/2014/main" id="{3FF2C5C7-A6BA-D769-5BA0-81670E7488E0}"/>
                  </a:ext>
                </a:extLst>
              </p:cNvPr>
              <p:cNvCxnSpPr>
                <a:cxnSpLocks/>
              </p:cNvCxnSpPr>
              <p:nvPr/>
            </p:nvCxnSpPr>
            <p:spPr>
              <a:xfrm rot="7877323" flipH="1">
                <a:off x="5726723" y="4434272"/>
                <a:ext cx="1035944" cy="1226911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45">
                <a:extLst>
                  <a:ext uri="{FF2B5EF4-FFF2-40B4-BE49-F238E27FC236}">
                    <a16:creationId xmlns:a16="http://schemas.microsoft.com/office/drawing/2014/main" id="{19A57070-F154-1C3B-4E71-6B1D6BD24565}"/>
                  </a:ext>
                </a:extLst>
              </p:cNvPr>
              <p:cNvCxnSpPr>
                <a:cxnSpLocks/>
              </p:cNvCxnSpPr>
              <p:nvPr/>
            </p:nvCxnSpPr>
            <p:spPr>
              <a:xfrm rot="7877323" flipH="1">
                <a:off x="5703639" y="4439062"/>
                <a:ext cx="1035944" cy="1226911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46">
              <a:extLst>
                <a:ext uri="{FF2B5EF4-FFF2-40B4-BE49-F238E27FC236}">
                  <a16:creationId xmlns:a16="http://schemas.microsoft.com/office/drawing/2014/main" id="{37768961-40F0-3420-BBEF-66FA8BFA366A}"/>
                </a:ext>
              </a:extLst>
            </p:cNvPr>
            <p:cNvGrpSpPr/>
            <p:nvPr/>
          </p:nvGrpSpPr>
          <p:grpSpPr>
            <a:xfrm rot="7998314">
              <a:off x="4978798" y="2650329"/>
              <a:ext cx="1245002" cy="1340024"/>
              <a:chOff x="1899755" y="4493176"/>
              <a:chExt cx="1249995" cy="1040734"/>
            </a:xfrm>
          </p:grpSpPr>
          <p:cxnSp>
            <p:nvCxnSpPr>
              <p:cNvPr id="16" name="直接连接符 47">
                <a:extLst>
                  <a:ext uri="{FF2B5EF4-FFF2-40B4-BE49-F238E27FC236}">
                    <a16:creationId xmlns:a16="http://schemas.microsoft.com/office/drawing/2014/main" id="{0D253B09-7339-0F57-A373-FCCF582AC40C}"/>
                  </a:ext>
                </a:extLst>
              </p:cNvPr>
              <p:cNvCxnSpPr>
                <a:cxnSpLocks/>
              </p:cNvCxnSpPr>
              <p:nvPr/>
            </p:nvCxnSpPr>
            <p:spPr>
              <a:xfrm rot="7877323" flipH="1">
                <a:off x="2018323" y="4397692"/>
                <a:ext cx="1035944" cy="122691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48">
                <a:extLst>
                  <a:ext uri="{FF2B5EF4-FFF2-40B4-BE49-F238E27FC236}">
                    <a16:creationId xmlns:a16="http://schemas.microsoft.com/office/drawing/2014/main" id="{E62AC017-DED7-7FD6-628E-645FF1460065}"/>
                  </a:ext>
                </a:extLst>
              </p:cNvPr>
              <p:cNvCxnSpPr>
                <a:cxnSpLocks/>
              </p:cNvCxnSpPr>
              <p:nvPr/>
            </p:nvCxnSpPr>
            <p:spPr>
              <a:xfrm rot="7877323" flipH="1">
                <a:off x="1995239" y="4402482"/>
                <a:ext cx="1035944" cy="1226911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49">
              <a:extLst>
                <a:ext uri="{FF2B5EF4-FFF2-40B4-BE49-F238E27FC236}">
                  <a16:creationId xmlns:a16="http://schemas.microsoft.com/office/drawing/2014/main" id="{7F07687F-F56F-A82D-8AF5-989885E852F6}"/>
                </a:ext>
              </a:extLst>
            </p:cNvPr>
            <p:cNvSpPr txBox="1"/>
            <p:nvPr/>
          </p:nvSpPr>
          <p:spPr>
            <a:xfrm>
              <a:off x="4197869" y="2327715"/>
              <a:ext cx="1018331" cy="306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red/green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50">
              <a:extLst>
                <a:ext uri="{FF2B5EF4-FFF2-40B4-BE49-F238E27FC236}">
                  <a16:creationId xmlns:a16="http://schemas.microsoft.com/office/drawing/2014/main" id="{EF154061-6569-CED5-FE6A-22C676B8460A}"/>
                </a:ext>
              </a:extLst>
            </p:cNvPr>
            <p:cNvSpPr txBox="1"/>
            <p:nvPr/>
          </p:nvSpPr>
          <p:spPr>
            <a:xfrm>
              <a:off x="5794111" y="2362506"/>
              <a:ext cx="1018331" cy="306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blue/red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51">
              <a:extLst>
                <a:ext uri="{FF2B5EF4-FFF2-40B4-BE49-F238E27FC236}">
                  <a16:creationId xmlns:a16="http://schemas.microsoft.com/office/drawing/2014/main" id="{CCD4995A-ED81-927C-DDAF-D895F1588054}"/>
                </a:ext>
              </a:extLst>
            </p:cNvPr>
            <p:cNvSpPr txBox="1"/>
            <p:nvPr/>
          </p:nvSpPr>
          <p:spPr>
            <a:xfrm>
              <a:off x="5572382" y="4073211"/>
              <a:ext cx="1129276" cy="306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blue/green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52">
                <a:extLst>
                  <a:ext uri="{FF2B5EF4-FFF2-40B4-BE49-F238E27FC236}">
                    <a16:creationId xmlns:a16="http://schemas.microsoft.com/office/drawing/2014/main" id="{D09A905E-FB9F-7EB7-5D2C-2BE7F46E8AC2}"/>
                  </a:ext>
                </a:extLst>
              </p:cNvPr>
              <p:cNvSpPr/>
              <p:nvPr/>
            </p:nvSpPr>
            <p:spPr>
              <a:xfrm>
                <a:off x="407705" y="4341334"/>
                <a:ext cx="7161057" cy="1739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SVM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learns:  class = 1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SVM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learns:  class = 1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SVM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learns:  class =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矩形 52">
                <a:extLst>
                  <a:ext uri="{FF2B5EF4-FFF2-40B4-BE49-F238E27FC236}">
                    <a16:creationId xmlns:a16="http://schemas.microsoft.com/office/drawing/2014/main" id="{D09A905E-FB9F-7EB7-5D2C-2BE7F46E8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5" y="4341334"/>
                <a:ext cx="7161057" cy="1739066"/>
              </a:xfrm>
              <a:prstGeom prst="rect">
                <a:avLst/>
              </a:prstGeom>
              <a:blipFill>
                <a:blip r:embed="rId5"/>
                <a:stretch>
                  <a:fillRect l="-1362" t="-2456" b="-2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53">
                <a:extLst>
                  <a:ext uri="{FF2B5EF4-FFF2-40B4-BE49-F238E27FC236}">
                    <a16:creationId xmlns:a16="http://schemas.microsoft.com/office/drawing/2014/main" id="{222CAD33-000F-8974-7D99-23E03656F406}"/>
                  </a:ext>
                </a:extLst>
              </p:cNvPr>
              <p:cNvSpPr/>
              <p:nvPr/>
            </p:nvSpPr>
            <p:spPr>
              <a:xfrm>
                <a:off x="407705" y="3213090"/>
                <a:ext cx="5227983" cy="631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Learning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SVMs are learned.</a:t>
                </a:r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矩形 53">
                <a:extLst>
                  <a:ext uri="{FF2B5EF4-FFF2-40B4-BE49-F238E27FC236}">
                    <a16:creationId xmlns:a16="http://schemas.microsoft.com/office/drawing/2014/main" id="{222CAD33-000F-8974-7D99-23E03656F4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5" y="3213090"/>
                <a:ext cx="5227983" cy="631070"/>
              </a:xfrm>
              <a:prstGeom prst="rect">
                <a:avLst/>
              </a:prstGeom>
              <a:blipFill>
                <a:blip r:embed="rId6"/>
                <a:stretch>
                  <a:fillRect l="-1867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3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One-vs-One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0">
                <a:extLst>
                  <a:ext uri="{FF2B5EF4-FFF2-40B4-BE49-F238E27FC236}">
                    <a16:creationId xmlns:a16="http://schemas.microsoft.com/office/drawing/2014/main" id="{93253529-729A-B5E0-2CE1-6B38A4FF3AA2}"/>
                  </a:ext>
                </a:extLst>
              </p:cNvPr>
              <p:cNvSpPr txBox="1"/>
              <p:nvPr/>
            </p:nvSpPr>
            <p:spPr>
              <a:xfrm>
                <a:off x="344563" y="1499016"/>
                <a:ext cx="59003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 have an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 problem.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0">
                <a:extLst>
                  <a:ext uri="{FF2B5EF4-FFF2-40B4-BE49-F238E27FC236}">
                    <a16:creationId xmlns:a16="http://schemas.microsoft.com/office/drawing/2014/main" id="{93253529-729A-B5E0-2CE1-6B38A4FF3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63" y="1499016"/>
                <a:ext cx="5900351" cy="461665"/>
              </a:xfrm>
              <a:prstGeom prst="rect">
                <a:avLst/>
              </a:prstGeom>
              <a:blipFill>
                <a:blip r:embed="rId3"/>
                <a:stretch>
                  <a:fillRect l="-165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11">
            <a:extLst>
              <a:ext uri="{FF2B5EF4-FFF2-40B4-BE49-F238E27FC236}">
                <a16:creationId xmlns:a16="http://schemas.microsoft.com/office/drawing/2014/main" id="{8D7B9F08-A231-17DA-8322-C7FEE763B889}"/>
              </a:ext>
            </a:extLst>
          </p:cNvPr>
          <p:cNvGrpSpPr/>
          <p:nvPr/>
        </p:nvGrpSpPr>
        <p:grpSpPr>
          <a:xfrm>
            <a:off x="6877864" y="2427977"/>
            <a:ext cx="4090554" cy="3720653"/>
            <a:chOff x="6451491" y="3735051"/>
            <a:chExt cx="2094470" cy="2063836"/>
          </a:xfrm>
        </p:grpSpPr>
        <p:cxnSp>
          <p:nvCxnSpPr>
            <p:cNvPr id="4" name="直接箭头连接符 12">
              <a:extLst>
                <a:ext uri="{FF2B5EF4-FFF2-40B4-BE49-F238E27FC236}">
                  <a16:creationId xmlns:a16="http://schemas.microsoft.com/office/drawing/2014/main" id="{3D1E317B-DF23-AEC6-7C35-9940420BE9A0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13">
              <a:extLst>
                <a:ext uri="{FF2B5EF4-FFF2-40B4-BE49-F238E27FC236}">
                  <a16:creationId xmlns:a16="http://schemas.microsoft.com/office/drawing/2014/main" id="{9C6E7B1F-BF46-343B-0190-CB58A6A41F78}"/>
                </a:ext>
              </a:extLst>
            </p:cNvPr>
            <p:cNvSpPr txBox="1"/>
            <p:nvPr/>
          </p:nvSpPr>
          <p:spPr>
            <a:xfrm>
              <a:off x="7025852" y="5542803"/>
              <a:ext cx="1189816" cy="256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one-vs-one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直接箭头连接符 14">
              <a:extLst>
                <a:ext uri="{FF2B5EF4-FFF2-40B4-BE49-F238E27FC236}">
                  <a16:creationId xmlns:a16="http://schemas.microsoft.com/office/drawing/2014/main" id="{4FDE2A3A-2A1C-89CB-6422-EECCA7F7D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15">
            <a:extLst>
              <a:ext uri="{FF2B5EF4-FFF2-40B4-BE49-F238E27FC236}">
                <a16:creationId xmlns:a16="http://schemas.microsoft.com/office/drawing/2014/main" id="{7F097093-7DA7-6C9C-21AD-D426FBE828F3}"/>
              </a:ext>
            </a:extLst>
          </p:cNvPr>
          <p:cNvGrpSpPr/>
          <p:nvPr/>
        </p:nvGrpSpPr>
        <p:grpSpPr>
          <a:xfrm>
            <a:off x="7258747" y="3178175"/>
            <a:ext cx="1144086" cy="1132497"/>
            <a:chOff x="6726182" y="4290197"/>
            <a:chExt cx="620928" cy="628193"/>
          </a:xfrm>
        </p:grpSpPr>
        <p:sp>
          <p:nvSpPr>
            <p:cNvPr id="9" name="椭圆 16">
              <a:extLst>
                <a:ext uri="{FF2B5EF4-FFF2-40B4-BE49-F238E27FC236}">
                  <a16:creationId xmlns:a16="http://schemas.microsoft.com/office/drawing/2014/main" id="{FB9AA44F-6C15-6817-E14D-D7F2C9949DCF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7">
              <a:extLst>
                <a:ext uri="{FF2B5EF4-FFF2-40B4-BE49-F238E27FC236}">
                  <a16:creationId xmlns:a16="http://schemas.microsoft.com/office/drawing/2014/main" id="{DB0E8BF6-4E28-3AC7-768B-2256BA79B8A7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8">
              <a:extLst>
                <a:ext uri="{FF2B5EF4-FFF2-40B4-BE49-F238E27FC236}">
                  <a16:creationId xmlns:a16="http://schemas.microsoft.com/office/drawing/2014/main" id="{CB526ECB-8A9E-B5EF-606D-E99B7E007363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9">
              <a:extLst>
                <a:ext uri="{FF2B5EF4-FFF2-40B4-BE49-F238E27FC236}">
                  <a16:creationId xmlns:a16="http://schemas.microsoft.com/office/drawing/2014/main" id="{08AA0C5E-4241-ABAC-31A4-77C597B18C78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0">
              <a:extLst>
                <a:ext uri="{FF2B5EF4-FFF2-40B4-BE49-F238E27FC236}">
                  <a16:creationId xmlns:a16="http://schemas.microsoft.com/office/drawing/2014/main" id="{0D8F8CCE-9D83-363A-9414-7031ECE47437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1">
              <a:extLst>
                <a:ext uri="{FF2B5EF4-FFF2-40B4-BE49-F238E27FC236}">
                  <a16:creationId xmlns:a16="http://schemas.microsoft.com/office/drawing/2014/main" id="{D4ADA641-7BC0-D0B4-BA3B-016645E14E76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组合 22">
            <a:extLst>
              <a:ext uri="{FF2B5EF4-FFF2-40B4-BE49-F238E27FC236}">
                <a16:creationId xmlns:a16="http://schemas.microsoft.com/office/drawing/2014/main" id="{54ED77DC-5054-2789-BD27-EF3FC52DA520}"/>
              </a:ext>
            </a:extLst>
          </p:cNvPr>
          <p:cNvGrpSpPr/>
          <p:nvPr/>
        </p:nvGrpSpPr>
        <p:grpSpPr>
          <a:xfrm>
            <a:off x="8215003" y="4490918"/>
            <a:ext cx="1160876" cy="752528"/>
            <a:chOff x="1983286" y="5231886"/>
            <a:chExt cx="630040" cy="417425"/>
          </a:xfrm>
        </p:grpSpPr>
        <p:sp>
          <p:nvSpPr>
            <p:cNvPr id="16" name="矩形 23">
              <a:extLst>
                <a:ext uri="{FF2B5EF4-FFF2-40B4-BE49-F238E27FC236}">
                  <a16:creationId xmlns:a16="http://schemas.microsoft.com/office/drawing/2014/main" id="{BF6023E3-BB78-476F-A7E2-F0AA9B045ACB}"/>
                </a:ext>
              </a:extLst>
            </p:cNvPr>
            <p:cNvSpPr/>
            <p:nvPr/>
          </p:nvSpPr>
          <p:spPr>
            <a:xfrm>
              <a:off x="2057278" y="526482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24">
              <a:extLst>
                <a:ext uri="{FF2B5EF4-FFF2-40B4-BE49-F238E27FC236}">
                  <a16:creationId xmlns:a16="http://schemas.microsoft.com/office/drawing/2014/main" id="{6B6CABAD-F3BB-BB99-82AD-E919F9CA8BE1}"/>
                </a:ext>
              </a:extLst>
            </p:cNvPr>
            <p:cNvSpPr/>
            <p:nvPr/>
          </p:nvSpPr>
          <p:spPr>
            <a:xfrm>
              <a:off x="2209678" y="541722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25">
              <a:extLst>
                <a:ext uri="{FF2B5EF4-FFF2-40B4-BE49-F238E27FC236}">
                  <a16:creationId xmlns:a16="http://schemas.microsoft.com/office/drawing/2014/main" id="{4C12B199-0839-79FA-4332-D6275432455C}"/>
                </a:ext>
              </a:extLst>
            </p:cNvPr>
            <p:cNvSpPr/>
            <p:nvPr/>
          </p:nvSpPr>
          <p:spPr>
            <a:xfrm>
              <a:off x="2404294" y="543138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26">
              <a:extLst>
                <a:ext uri="{FF2B5EF4-FFF2-40B4-BE49-F238E27FC236}">
                  <a16:creationId xmlns:a16="http://schemas.microsoft.com/office/drawing/2014/main" id="{5875BB72-D064-A6EF-3ED6-A4882EF0AB38}"/>
                </a:ext>
              </a:extLst>
            </p:cNvPr>
            <p:cNvSpPr/>
            <p:nvPr/>
          </p:nvSpPr>
          <p:spPr>
            <a:xfrm>
              <a:off x="1983286" y="54890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7">
              <a:extLst>
                <a:ext uri="{FF2B5EF4-FFF2-40B4-BE49-F238E27FC236}">
                  <a16:creationId xmlns:a16="http://schemas.microsoft.com/office/drawing/2014/main" id="{D838E651-2724-507F-00D0-D5B54AB64868}"/>
                </a:ext>
              </a:extLst>
            </p:cNvPr>
            <p:cNvSpPr/>
            <p:nvPr/>
          </p:nvSpPr>
          <p:spPr>
            <a:xfrm>
              <a:off x="2520656" y="526482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8">
              <a:extLst>
                <a:ext uri="{FF2B5EF4-FFF2-40B4-BE49-F238E27FC236}">
                  <a16:creationId xmlns:a16="http://schemas.microsoft.com/office/drawing/2014/main" id="{A23D3757-228B-3D2C-0825-4F721976CB79}"/>
                </a:ext>
              </a:extLst>
            </p:cNvPr>
            <p:cNvSpPr/>
            <p:nvPr/>
          </p:nvSpPr>
          <p:spPr>
            <a:xfrm>
              <a:off x="2268837" y="523188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9">
              <a:extLst>
                <a:ext uri="{FF2B5EF4-FFF2-40B4-BE49-F238E27FC236}">
                  <a16:creationId xmlns:a16="http://schemas.microsoft.com/office/drawing/2014/main" id="{A58B0301-7F47-8051-C363-12A7B0DCD6B8}"/>
                </a:ext>
              </a:extLst>
            </p:cNvPr>
            <p:cNvSpPr/>
            <p:nvPr/>
          </p:nvSpPr>
          <p:spPr>
            <a:xfrm>
              <a:off x="2286621" y="555664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30">
            <a:extLst>
              <a:ext uri="{FF2B5EF4-FFF2-40B4-BE49-F238E27FC236}">
                <a16:creationId xmlns:a16="http://schemas.microsoft.com/office/drawing/2014/main" id="{5722DABF-EA31-4E63-791B-53D1B11CB609}"/>
              </a:ext>
            </a:extLst>
          </p:cNvPr>
          <p:cNvGrpSpPr/>
          <p:nvPr/>
        </p:nvGrpSpPr>
        <p:grpSpPr>
          <a:xfrm>
            <a:off x="9417699" y="3129107"/>
            <a:ext cx="1442788" cy="1269383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24" name="等腰三角形 31">
              <a:extLst>
                <a:ext uri="{FF2B5EF4-FFF2-40B4-BE49-F238E27FC236}">
                  <a16:creationId xmlns:a16="http://schemas.microsoft.com/office/drawing/2014/main" id="{E28ACA21-F3B8-8E07-F4D4-7BAADF47B523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等腰三角形 32">
              <a:extLst>
                <a:ext uri="{FF2B5EF4-FFF2-40B4-BE49-F238E27FC236}">
                  <a16:creationId xmlns:a16="http://schemas.microsoft.com/office/drawing/2014/main" id="{A9E48EA7-E190-C451-3052-14EE584857F7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等腰三角形 33">
              <a:extLst>
                <a:ext uri="{FF2B5EF4-FFF2-40B4-BE49-F238E27FC236}">
                  <a16:creationId xmlns:a16="http://schemas.microsoft.com/office/drawing/2014/main" id="{0040BE44-AE62-A798-F2AE-815FD3895BBB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等腰三角形 34">
              <a:extLst>
                <a:ext uri="{FF2B5EF4-FFF2-40B4-BE49-F238E27FC236}">
                  <a16:creationId xmlns:a16="http://schemas.microsoft.com/office/drawing/2014/main" id="{013807F1-0074-5967-5802-C10FFD7A8169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等腰三角形 35">
              <a:extLst>
                <a:ext uri="{FF2B5EF4-FFF2-40B4-BE49-F238E27FC236}">
                  <a16:creationId xmlns:a16="http://schemas.microsoft.com/office/drawing/2014/main" id="{68B739A6-320A-3F34-9985-C08C4D34692A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等腰三角形 36">
              <a:extLst>
                <a:ext uri="{FF2B5EF4-FFF2-40B4-BE49-F238E27FC236}">
                  <a16:creationId xmlns:a16="http://schemas.microsoft.com/office/drawing/2014/main" id="{4B9AD8A3-F20D-0F9F-6395-ACFC290F60C8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等腰三角形 37">
              <a:extLst>
                <a:ext uri="{FF2B5EF4-FFF2-40B4-BE49-F238E27FC236}">
                  <a16:creationId xmlns:a16="http://schemas.microsoft.com/office/drawing/2014/main" id="{8BF9AB1F-8FB0-9279-2697-3D2A80948110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等腰三角形 38">
              <a:extLst>
                <a:ext uri="{FF2B5EF4-FFF2-40B4-BE49-F238E27FC236}">
                  <a16:creationId xmlns:a16="http://schemas.microsoft.com/office/drawing/2014/main" id="{55C60226-B7CB-F09C-6CF3-C5C5A97993AE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等腰三角形 39">
              <a:extLst>
                <a:ext uri="{FF2B5EF4-FFF2-40B4-BE49-F238E27FC236}">
                  <a16:creationId xmlns:a16="http://schemas.microsoft.com/office/drawing/2014/main" id="{1B92B8B9-3BE2-759A-655B-DCCEB49F80F0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40">
            <a:extLst>
              <a:ext uri="{FF2B5EF4-FFF2-40B4-BE49-F238E27FC236}">
                <a16:creationId xmlns:a16="http://schemas.microsoft.com/office/drawing/2014/main" id="{8FAAD76D-84C0-7304-000A-36BA22334205}"/>
              </a:ext>
            </a:extLst>
          </p:cNvPr>
          <p:cNvGrpSpPr/>
          <p:nvPr/>
        </p:nvGrpSpPr>
        <p:grpSpPr>
          <a:xfrm>
            <a:off x="7390421" y="2757720"/>
            <a:ext cx="2528582" cy="2364766"/>
            <a:chOff x="1535762" y="4270486"/>
            <a:chExt cx="1372333" cy="1311729"/>
          </a:xfrm>
        </p:grpSpPr>
        <p:cxnSp>
          <p:nvCxnSpPr>
            <p:cNvPr id="34" name="直接连接符 41">
              <a:extLst>
                <a:ext uri="{FF2B5EF4-FFF2-40B4-BE49-F238E27FC236}">
                  <a16:creationId xmlns:a16="http://schemas.microsoft.com/office/drawing/2014/main" id="{9BC02E8E-55A4-BBE6-61CB-EA7D61F5D9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762" y="4270486"/>
              <a:ext cx="1347832" cy="1296738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2">
              <a:extLst>
                <a:ext uri="{FF2B5EF4-FFF2-40B4-BE49-F238E27FC236}">
                  <a16:creationId xmlns:a16="http://schemas.microsoft.com/office/drawing/2014/main" id="{BA58AB88-9D24-CA26-873F-3EA1F7261E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0263" y="4285477"/>
              <a:ext cx="1347832" cy="129673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43">
            <a:extLst>
              <a:ext uri="{FF2B5EF4-FFF2-40B4-BE49-F238E27FC236}">
                <a16:creationId xmlns:a16="http://schemas.microsoft.com/office/drawing/2014/main" id="{F8F528B2-164F-E6E8-9CED-AA1692CACA3A}"/>
              </a:ext>
            </a:extLst>
          </p:cNvPr>
          <p:cNvGrpSpPr/>
          <p:nvPr/>
        </p:nvGrpSpPr>
        <p:grpSpPr>
          <a:xfrm rot="10800000">
            <a:off x="7780290" y="2884438"/>
            <a:ext cx="2303169" cy="1876220"/>
            <a:chOff x="5608155" y="4529756"/>
            <a:chExt cx="1249995" cy="1040734"/>
          </a:xfrm>
        </p:grpSpPr>
        <p:cxnSp>
          <p:nvCxnSpPr>
            <p:cNvPr id="37" name="直接连接符 44">
              <a:extLst>
                <a:ext uri="{FF2B5EF4-FFF2-40B4-BE49-F238E27FC236}">
                  <a16:creationId xmlns:a16="http://schemas.microsoft.com/office/drawing/2014/main" id="{A82D6F42-9714-B511-C229-B1334C9C60B5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5726723" y="4434272"/>
              <a:ext cx="1035944" cy="1226911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45">
              <a:extLst>
                <a:ext uri="{FF2B5EF4-FFF2-40B4-BE49-F238E27FC236}">
                  <a16:creationId xmlns:a16="http://schemas.microsoft.com/office/drawing/2014/main" id="{BFBD51C8-9CF6-ABA8-A67F-31717267B431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5703639" y="4439062"/>
              <a:ext cx="1035944" cy="122691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46">
            <a:extLst>
              <a:ext uri="{FF2B5EF4-FFF2-40B4-BE49-F238E27FC236}">
                <a16:creationId xmlns:a16="http://schemas.microsoft.com/office/drawing/2014/main" id="{FC6AF792-4D45-3605-C5E1-9C3E86C21904}"/>
              </a:ext>
            </a:extLst>
          </p:cNvPr>
          <p:cNvGrpSpPr/>
          <p:nvPr/>
        </p:nvGrpSpPr>
        <p:grpSpPr>
          <a:xfrm rot="7998314">
            <a:off x="7927562" y="2640182"/>
            <a:ext cx="2244471" cy="2469052"/>
            <a:chOff x="1899755" y="4493176"/>
            <a:chExt cx="1249995" cy="1040734"/>
          </a:xfrm>
        </p:grpSpPr>
        <p:cxnSp>
          <p:nvCxnSpPr>
            <p:cNvPr id="40" name="直接连接符 47">
              <a:extLst>
                <a:ext uri="{FF2B5EF4-FFF2-40B4-BE49-F238E27FC236}">
                  <a16:creationId xmlns:a16="http://schemas.microsoft.com/office/drawing/2014/main" id="{217C0755-EF2F-8550-304F-3DE5D73FFF5A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2018323" y="4397692"/>
              <a:ext cx="1035944" cy="122691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8">
              <a:extLst>
                <a:ext uri="{FF2B5EF4-FFF2-40B4-BE49-F238E27FC236}">
                  <a16:creationId xmlns:a16="http://schemas.microsoft.com/office/drawing/2014/main" id="{6F99A388-F6BD-1A33-2A33-A343174F161D}"/>
                </a:ext>
              </a:extLst>
            </p:cNvPr>
            <p:cNvCxnSpPr>
              <a:cxnSpLocks/>
            </p:cNvCxnSpPr>
            <p:nvPr/>
          </p:nvCxnSpPr>
          <p:spPr>
            <a:xfrm rot="7877323" flipH="1">
              <a:off x="1995239" y="4402482"/>
              <a:ext cx="1035944" cy="122691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9">
            <a:extLst>
              <a:ext uri="{FF2B5EF4-FFF2-40B4-BE49-F238E27FC236}">
                <a16:creationId xmlns:a16="http://schemas.microsoft.com/office/drawing/2014/main" id="{6EDD3785-CAF6-1113-7864-DC35E0E203A8}"/>
              </a:ext>
            </a:extLst>
          </p:cNvPr>
          <p:cNvSpPr txBox="1"/>
          <p:nvPr/>
        </p:nvSpPr>
        <p:spPr>
          <a:xfrm>
            <a:off x="6511478" y="2270717"/>
            <a:ext cx="1530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red/green</a:t>
            </a:r>
          </a:p>
        </p:txBody>
      </p:sp>
      <p:sp>
        <p:nvSpPr>
          <p:cNvPr id="43" name="文本框 50">
            <a:extLst>
              <a:ext uri="{FF2B5EF4-FFF2-40B4-BE49-F238E27FC236}">
                <a16:creationId xmlns:a16="http://schemas.microsoft.com/office/drawing/2014/main" id="{CD9B343A-6EBF-3935-9363-B03611A023D5}"/>
              </a:ext>
            </a:extLst>
          </p:cNvPr>
          <p:cNvSpPr txBox="1"/>
          <p:nvPr/>
        </p:nvSpPr>
        <p:spPr>
          <a:xfrm>
            <a:off x="9894019" y="2375827"/>
            <a:ext cx="1351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blue/red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51">
            <a:extLst>
              <a:ext uri="{FF2B5EF4-FFF2-40B4-BE49-F238E27FC236}">
                <a16:creationId xmlns:a16="http://schemas.microsoft.com/office/drawing/2014/main" id="{24DC606C-8AF8-7F2E-9C47-D213F3CCCDA1}"/>
              </a:ext>
            </a:extLst>
          </p:cNvPr>
          <p:cNvSpPr txBox="1"/>
          <p:nvPr/>
        </p:nvSpPr>
        <p:spPr>
          <a:xfrm>
            <a:off x="8919055" y="5321847"/>
            <a:ext cx="1652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blue/green</a:t>
            </a:r>
          </a:p>
        </p:txBody>
      </p:sp>
      <p:sp>
        <p:nvSpPr>
          <p:cNvPr id="45" name="五边形 55">
            <a:extLst>
              <a:ext uri="{FF2B5EF4-FFF2-40B4-BE49-F238E27FC236}">
                <a16:creationId xmlns:a16="http://schemas.microsoft.com/office/drawing/2014/main" id="{8D7CCA1B-AF03-98FC-BF08-43B38FC87628}"/>
              </a:ext>
            </a:extLst>
          </p:cNvPr>
          <p:cNvSpPr/>
          <p:nvPr/>
        </p:nvSpPr>
        <p:spPr>
          <a:xfrm>
            <a:off x="8200065" y="2846114"/>
            <a:ext cx="200624" cy="191070"/>
          </a:xfrm>
          <a:prstGeom prst="pen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2">
                <a:extLst>
                  <a:ext uri="{FF2B5EF4-FFF2-40B4-BE49-F238E27FC236}">
                    <a16:creationId xmlns:a16="http://schemas.microsoft.com/office/drawing/2014/main" id="{9053BBE5-86D7-29C6-6D44-8DE73229B7C9}"/>
                  </a:ext>
                </a:extLst>
              </p:cNvPr>
              <p:cNvSpPr txBox="1"/>
              <p:nvPr/>
            </p:nvSpPr>
            <p:spPr>
              <a:xfrm>
                <a:off x="338350" y="2781048"/>
                <a:ext cx="5489216" cy="1739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1. Predict by each of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SVMs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blue/red SVM: blue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red/green SVM: green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blue/green SVM: blue</a:t>
                </a:r>
              </a:p>
            </p:txBody>
          </p:sp>
        </mc:Choice>
        <mc:Fallback xmlns="">
          <p:sp>
            <p:nvSpPr>
              <p:cNvPr id="46" name="文本框 2">
                <a:extLst>
                  <a:ext uri="{FF2B5EF4-FFF2-40B4-BE49-F238E27FC236}">
                    <a16:creationId xmlns:a16="http://schemas.microsoft.com/office/drawing/2014/main" id="{9053BBE5-86D7-29C6-6D44-8DE73229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50" y="2781048"/>
                <a:ext cx="5489216" cy="1739066"/>
              </a:xfrm>
              <a:prstGeom prst="rect">
                <a:avLst/>
              </a:prstGeom>
              <a:blipFill>
                <a:blip r:embed="rId4"/>
                <a:stretch>
                  <a:fillRect l="-1778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 4">
            <a:extLst>
              <a:ext uri="{FF2B5EF4-FFF2-40B4-BE49-F238E27FC236}">
                <a16:creationId xmlns:a16="http://schemas.microsoft.com/office/drawing/2014/main" id="{DB37DC03-2BC3-75BC-29A3-1B1ED3E21093}"/>
              </a:ext>
            </a:extLst>
          </p:cNvPr>
          <p:cNvSpPr/>
          <p:nvPr/>
        </p:nvSpPr>
        <p:spPr>
          <a:xfrm>
            <a:off x="343491" y="4702142"/>
            <a:ext cx="65343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2. Majority vote: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majority prediction made by these SVMs are “blue”.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Then we predict that the point is 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56">
            <a:extLst>
              <a:ext uri="{FF2B5EF4-FFF2-40B4-BE49-F238E27FC236}">
                <a16:creationId xmlns:a16="http://schemas.microsoft.com/office/drawing/2014/main" id="{266EE4CB-E2DF-C586-3176-4941402B31A9}"/>
              </a:ext>
            </a:extLst>
          </p:cNvPr>
          <p:cNvSpPr txBox="1"/>
          <p:nvPr/>
        </p:nvSpPr>
        <p:spPr>
          <a:xfrm>
            <a:off x="344563" y="2103562"/>
            <a:ext cx="261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69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B95178-80FB-4426-B9F1-CCC4142462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5531E5-F276-47A8-81FE-0EA6CB76B6B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7D904E5C-845D-48B5-86BF-39BB869DA4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1929</TotalTime>
  <Words>483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Multi-class SVM</vt:lpstr>
      <vt:lpstr>Multi-class SVM</vt:lpstr>
      <vt:lpstr>Multi-class SVM</vt:lpstr>
      <vt:lpstr>One-vs-Rest</vt:lpstr>
      <vt:lpstr>One-vs-Rest</vt:lpstr>
      <vt:lpstr>One-vs-Rest</vt:lpstr>
      <vt:lpstr>One-vs-One</vt:lpstr>
      <vt:lpstr>One-vs-One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73</cp:revision>
  <dcterms:created xsi:type="dcterms:W3CDTF">2021-01-06T14:22:07Z</dcterms:created>
  <dcterms:modified xsi:type="dcterms:W3CDTF">2024-07-16T10:54:19Z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