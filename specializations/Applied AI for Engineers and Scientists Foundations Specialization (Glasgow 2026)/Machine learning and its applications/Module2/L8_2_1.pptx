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7"/>
  </p:notesMasterIdLst>
  <p:sldIdLst>
    <p:sldId id="256" r:id="rId5"/>
    <p:sldId id="494" r:id="rId6"/>
    <p:sldId id="496" r:id="rId7"/>
    <p:sldId id="497" r:id="rId8"/>
    <p:sldId id="498" r:id="rId9"/>
    <p:sldId id="499" r:id="rId10"/>
    <p:sldId id="500" r:id="rId11"/>
    <p:sldId id="501" r:id="rId12"/>
    <p:sldId id="502" r:id="rId13"/>
    <p:sldId id="503" r:id="rId14"/>
    <p:sldId id="504" r:id="rId15"/>
    <p:sldId id="273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53359" autoAdjust="0"/>
    <p:restoredTop sz="96327"/>
  </p:normalViewPr>
  <p:slideViewPr>
    <p:cSldViewPr snapToGrid="0">
      <p:cViewPr varScale="1">
        <p:scale>
          <a:sx n="153" d="100"/>
          <a:sy n="153" d="100"/>
        </p:scale>
        <p:origin x="92" y="160"/>
      </p:cViewPr>
      <p:guideLst/>
    </p:cSldViewPr>
  </p:slideViewPr>
  <p:outlineViewPr>
    <p:cViewPr>
      <p:scale>
        <a:sx n="30" d="100"/>
        <a:sy n="30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1295AE2-43AC-144B-AE88-DCB376799F11}" type="datetimeFigureOut">
              <a:rPr lang="en-US" smtClean="0"/>
              <a:t>8/14/2024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F24E5BB-E6B0-B84A-ABCD-9A3E9C2D78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27427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24E5BB-E6B0-B84A-ABCD-9A3E9C2D78CB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5956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24E5BB-E6B0-B84A-ABCD-9A3E9C2D78CB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820247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24E5BB-E6B0-B84A-ABCD-9A3E9C2D78CB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026974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24E5BB-E6B0-B84A-ABCD-9A3E9C2D78CB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178352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24E5BB-E6B0-B84A-ABCD-9A3E9C2D78CB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049671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24E5BB-E6B0-B84A-ABCD-9A3E9C2D78CB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570694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24E5BB-E6B0-B84A-ABCD-9A3E9C2D78CB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706251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24E5BB-E6B0-B84A-ABCD-9A3E9C2D78CB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866383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24E5BB-E6B0-B84A-ABCD-9A3E9C2D78CB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503124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24E5BB-E6B0-B84A-ABCD-9A3E9C2D78CB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847776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24E5BB-E6B0-B84A-ABCD-9A3E9C2D78CB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952316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24E5BB-E6B0-B84A-ABCD-9A3E9C2D78CB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749468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83BB4406-02B4-284F-84C5-A21F22E6BA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11" name="Content Placeholder 7">
            <a:extLst>
              <a:ext uri="{FF2B5EF4-FFF2-40B4-BE49-F238E27FC236}">
                <a16:creationId xmlns:a16="http://schemas.microsoft.com/office/drawing/2014/main" id="{5FEA054A-F191-E34B-8C26-BA11F3F0C09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85750" y="1627188"/>
            <a:ext cx="11474450" cy="4606925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8928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ual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608667"/>
            <a:ext cx="5181600" cy="4568296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608667"/>
            <a:ext cx="5181600" cy="4568296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3EE31514-F8EA-5D4E-B45D-65DD78DBE3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4125246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191D55F9-A3F2-1242-A5F3-5AAACC9DB3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2494081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90418" y="1657926"/>
            <a:ext cx="6629400" cy="789709"/>
          </a:xfrm>
        </p:spPr>
        <p:txBody>
          <a:bodyPr anchor="t">
            <a:normAutofit/>
          </a:bodyPr>
          <a:lstStyle>
            <a:lvl1pPr algn="l">
              <a:defRPr sz="28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90418" y="3015529"/>
            <a:ext cx="5680364" cy="623598"/>
          </a:xfrm>
        </p:spPr>
        <p:txBody>
          <a:bodyPr>
            <a:normAutofit/>
          </a:bodyPr>
          <a:lstStyle>
            <a:lvl1pPr marL="0" indent="0" algn="l">
              <a:buNone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842734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er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F97420DD-2415-454D-AA0F-DBDA719CBD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012830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1680" y="2123676"/>
            <a:ext cx="4027169" cy="1600200"/>
          </a:xfrm>
        </p:spPr>
        <p:txBody>
          <a:bodyPr anchor="t">
            <a:normAutofit/>
          </a:bodyPr>
          <a:lstStyle>
            <a:lvl1pPr algn="l">
              <a:defRPr sz="2800"/>
            </a:lvl1pPr>
          </a:lstStyle>
          <a:p>
            <a:r>
              <a:rPr lang="en-GB" dirty="0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41680" y="3934224"/>
            <a:ext cx="4030345" cy="1934763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280398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6A65B24-645B-1746-9651-55C209C5E25D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38103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511800" y="681037"/>
            <a:ext cx="5842000" cy="100965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F624FB1-CB24-4B4C-BFD4-AD276D9A4059}" type="datetimeFigureOut">
              <a:rPr lang="en-GB" smtClean="0"/>
              <a:t>14/08/2024</a:t>
            </a:fld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A19F3F6-C255-4AC5-91C2-3F61B6509B36}" type="slidenum">
              <a:rPr lang="en-GB" smtClean="0"/>
              <a:t>‹#›</a:t>
            </a:fld>
            <a:endParaRPr lang="en-GB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6262A0F-9E49-6B4D-94F3-647B33A25A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56991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3" r:id="rId1"/>
    <p:sldLayoutId id="2147483652" r:id="rId2"/>
    <p:sldLayoutId id="2147483653" r:id="rId3"/>
    <p:sldLayoutId id="2147483649" r:id="rId4"/>
    <p:sldLayoutId id="2147483654" r:id="rId5"/>
    <p:sldLayoutId id="2147483656" r:id="rId6"/>
    <p:sldLayoutId id="2147483684" r:id="rId7"/>
  </p:sldLayoutIdLst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2800" b="1" kern="1200">
          <a:solidFill>
            <a:schemeClr val="accent1">
              <a:lumMod val="50000"/>
            </a:schemeClr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accent1">
              <a:lumMod val="50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1">
              <a:lumMod val="50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1">
              <a:lumMod val="50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1">
              <a:lumMod val="50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1">
              <a:lumMod val="50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The Gilbert Scott Building">
            <a:extLst>
              <a:ext uri="{FF2B5EF4-FFF2-40B4-BE49-F238E27FC236}">
                <a16:creationId xmlns:a16="http://schemas.microsoft.com/office/drawing/2014/main" id="{BAB3C4BD-A67A-4D47-6D5C-637F167E7C5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90418" y="1657926"/>
            <a:ext cx="7073670" cy="789709"/>
          </a:xfrm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chemeClr val="tx1"/>
                </a:solidFill>
              </a:rPr>
              <a:t>Fundamental Concepts in Machine Learning Model Evaluation (1)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FFC54586-8882-6804-A250-091EB793692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90418" y="2576945"/>
            <a:ext cx="5680364" cy="1062182"/>
          </a:xfrm>
        </p:spPr>
        <p:txBody>
          <a:bodyPr/>
          <a:lstStyle/>
          <a:p>
            <a:r>
              <a:rPr lang="en-GB" dirty="0">
                <a:solidFill>
                  <a:schemeClr val="tx1"/>
                </a:solidFill>
              </a:rPr>
              <a:t>Professor Bo Liu</a:t>
            </a:r>
          </a:p>
          <a:p>
            <a:r>
              <a:rPr lang="en-GB" dirty="0">
                <a:solidFill>
                  <a:schemeClr val="tx1"/>
                </a:solidFill>
              </a:rPr>
              <a:t>James Watt School of Engineering</a:t>
            </a:r>
          </a:p>
        </p:txBody>
      </p:sp>
    </p:spTree>
    <p:extLst>
      <p:ext uri="{BB962C8B-B14F-4D97-AF65-F5344CB8AC3E}">
        <p14:creationId xmlns:p14="http://schemas.microsoft.com/office/powerpoint/2010/main" val="42441715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F8A487A5-99BF-B4FE-B346-51D459F3B2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5661703" cy="888786"/>
          </a:xfrm>
        </p:spPr>
        <p:txBody>
          <a:bodyPr/>
          <a:lstStyle/>
          <a:p>
            <a:r>
              <a:rPr lang="en-US" dirty="0"/>
              <a:t>Training data and test data</a:t>
            </a:r>
          </a:p>
        </p:txBody>
      </p:sp>
      <p:sp>
        <p:nvSpPr>
          <p:cNvPr id="2" name="文本框 10">
            <a:extLst>
              <a:ext uri="{FF2B5EF4-FFF2-40B4-BE49-F238E27FC236}">
                <a16:creationId xmlns:a16="http://schemas.microsoft.com/office/drawing/2014/main" id="{866BA960-C90F-2280-56E1-B109CE669949}"/>
              </a:ext>
            </a:extLst>
          </p:cNvPr>
          <p:cNvSpPr txBox="1"/>
          <p:nvPr/>
        </p:nvSpPr>
        <p:spPr>
          <a:xfrm>
            <a:off x="689619" y="1841421"/>
            <a:ext cx="1068213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In ML, the dataset is partitioned into training and test sets. </a:t>
            </a:r>
          </a:p>
        </p:txBody>
      </p:sp>
      <p:sp>
        <p:nvSpPr>
          <p:cNvPr id="3" name="文本框 13">
            <a:extLst>
              <a:ext uri="{FF2B5EF4-FFF2-40B4-BE49-F238E27FC236}">
                <a16:creationId xmlns:a16="http://schemas.microsoft.com/office/drawing/2014/main" id="{63F1EBB4-94CA-7E52-BE05-9B6D32886198}"/>
              </a:ext>
            </a:extLst>
          </p:cNvPr>
          <p:cNvSpPr txBox="1"/>
          <p:nvPr/>
        </p:nvSpPr>
        <p:spPr>
          <a:xfrm>
            <a:off x="689619" y="2699270"/>
            <a:ext cx="1000022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The </a:t>
            </a:r>
            <a:r>
              <a:rPr lang="en-US" altLang="zh-CN" sz="2400" b="1" dirty="0">
                <a:latin typeface="Arial" panose="020B0604020202020204" pitchFamily="34" charset="0"/>
                <a:cs typeface="Arial" panose="020B0604020202020204" pitchFamily="34" charset="0"/>
              </a:rPr>
              <a:t>training dataset 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is used to train the ML model.</a:t>
            </a:r>
          </a:p>
        </p:txBody>
      </p:sp>
      <p:sp>
        <p:nvSpPr>
          <p:cNvPr id="4" name="文本框 15">
            <a:extLst>
              <a:ext uri="{FF2B5EF4-FFF2-40B4-BE49-F238E27FC236}">
                <a16:creationId xmlns:a16="http://schemas.microsoft.com/office/drawing/2014/main" id="{CF5BA804-9E58-C07B-90D7-DC7E665A7E9C}"/>
              </a:ext>
            </a:extLst>
          </p:cNvPr>
          <p:cNvSpPr txBox="1"/>
          <p:nvPr/>
        </p:nvSpPr>
        <p:spPr>
          <a:xfrm>
            <a:off x="689618" y="3658774"/>
            <a:ext cx="1034761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400" b="1" dirty="0">
                <a:latin typeface="Arial" panose="020B0604020202020204" pitchFamily="34" charset="0"/>
                <a:cs typeface="Arial" panose="020B0604020202020204" pitchFamily="34" charset="0"/>
              </a:rPr>
              <a:t>The test dataset 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is used as a benchmark to evaluate a trained model.</a:t>
            </a:r>
          </a:p>
        </p:txBody>
      </p:sp>
      <p:sp>
        <p:nvSpPr>
          <p:cNvPr id="5" name="文本框 17">
            <a:extLst>
              <a:ext uri="{FF2B5EF4-FFF2-40B4-BE49-F238E27FC236}">
                <a16:creationId xmlns:a16="http://schemas.microsoft.com/office/drawing/2014/main" id="{14BACB55-3D27-C547-9A9B-8FCEA4678432}"/>
              </a:ext>
            </a:extLst>
          </p:cNvPr>
          <p:cNvSpPr txBox="1"/>
          <p:nvPr/>
        </p:nvSpPr>
        <p:spPr>
          <a:xfrm>
            <a:off x="689617" y="4682488"/>
            <a:ext cx="1108098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How to demonstrate the performance of the model?  </a:t>
            </a:r>
            <a:r>
              <a:rPr lang="en-US" altLang="zh-CN" sz="2400" b="1" dirty="0">
                <a:latin typeface="Arial" panose="020B0604020202020204" pitchFamily="34" charset="0"/>
                <a:cs typeface="Arial" panose="020B0604020202020204" pitchFamily="34" charset="0"/>
              </a:rPr>
              <a:t>prediction error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本框 18">
                <a:extLst>
                  <a:ext uri="{FF2B5EF4-FFF2-40B4-BE49-F238E27FC236}">
                    <a16:creationId xmlns:a16="http://schemas.microsoft.com/office/drawing/2014/main" id="{314D3836-EBE5-FEE1-B47D-7BDF0B787573}"/>
                  </a:ext>
                </a:extLst>
              </p:cNvPr>
              <p:cNvSpPr txBox="1"/>
              <p:nvPr/>
            </p:nvSpPr>
            <p:spPr>
              <a:xfrm>
                <a:off x="2058311" y="5660904"/>
                <a:ext cx="6753436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𝐸𝑟𝑟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𝐵𝑖𝑎</m:t>
                      </m:r>
                      <m:sSup>
                        <m:sSupPr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p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𝑉𝑎𝑟𝑖𝑎𝑛𝑐𝑒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𝑁𝑜𝑖𝑠𝑒</m:t>
                      </m:r>
                    </m:oMath>
                  </m:oMathPara>
                </a14:m>
                <a:endParaRPr lang="zh-CN" altLang="en-US" sz="2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6" name="文本框 18">
                <a:extLst>
                  <a:ext uri="{FF2B5EF4-FFF2-40B4-BE49-F238E27FC236}">
                    <a16:creationId xmlns:a16="http://schemas.microsoft.com/office/drawing/2014/main" id="{314D3836-EBE5-FEE1-B47D-7BDF0B7875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58311" y="5660904"/>
                <a:ext cx="6753436" cy="46166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760153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F8A487A5-99BF-B4FE-B346-51D459F3B2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/>
          <a:lstStyle/>
          <a:p>
            <a:r>
              <a:rPr lang="en-GB" dirty="0"/>
              <a:t>Prediction error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6">
                <a:extLst>
                  <a:ext uri="{FF2B5EF4-FFF2-40B4-BE49-F238E27FC236}">
                    <a16:creationId xmlns:a16="http://schemas.microsoft.com/office/drawing/2014/main" id="{DBADEEDB-50D6-3137-7A84-C0651FA77A32}"/>
                  </a:ext>
                </a:extLst>
              </p:cNvPr>
              <p:cNvSpPr txBox="1"/>
              <p:nvPr/>
            </p:nvSpPr>
            <p:spPr>
              <a:xfrm>
                <a:off x="2549236" y="1950462"/>
                <a:ext cx="6157289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𝐸𝑟𝑟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𝐵𝑖𝑎</m:t>
                      </m:r>
                      <m:sSup>
                        <m:sSupPr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p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𝑉𝑎𝑟𝑖𝑎𝑛𝑐𝑒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𝑁𝑜𝑖𝑠𝑒</m:t>
                      </m:r>
                    </m:oMath>
                  </m:oMathPara>
                </a14:m>
                <a:endParaRPr lang="zh-CN" altLang="en-US" sz="2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2" name="文本框 6">
                <a:extLst>
                  <a:ext uri="{FF2B5EF4-FFF2-40B4-BE49-F238E27FC236}">
                    <a16:creationId xmlns:a16="http://schemas.microsoft.com/office/drawing/2014/main" id="{DBADEEDB-50D6-3137-7A84-C0651FA77A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49236" y="1950462"/>
                <a:ext cx="6157289" cy="46166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文本框 12">
            <a:extLst>
              <a:ext uri="{FF2B5EF4-FFF2-40B4-BE49-F238E27FC236}">
                <a16:creationId xmlns:a16="http://schemas.microsoft.com/office/drawing/2014/main" id="{13F0ECDA-3C87-F99C-F24A-FE4D055A4C6E}"/>
              </a:ext>
            </a:extLst>
          </p:cNvPr>
          <p:cNvSpPr txBox="1"/>
          <p:nvPr/>
        </p:nvSpPr>
        <p:spPr>
          <a:xfrm>
            <a:off x="652784" y="2717377"/>
            <a:ext cx="10718479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400" b="1" dirty="0">
                <a:latin typeface="Arial" panose="020B0604020202020204" pitchFamily="34" charset="0"/>
                <a:cs typeface="Arial" panose="020B0604020202020204" pitchFamily="34" charset="0"/>
              </a:rPr>
              <a:t>Noise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 is error that cannot be reduced by creating good models.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Noise is irreducible.</a:t>
            </a:r>
            <a:endParaRPr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文本框 14">
            <a:extLst>
              <a:ext uri="{FF2B5EF4-FFF2-40B4-BE49-F238E27FC236}">
                <a16:creationId xmlns:a16="http://schemas.microsoft.com/office/drawing/2014/main" id="{93906FE4-2E33-034C-3CD2-FF4890C22E28}"/>
              </a:ext>
            </a:extLst>
          </p:cNvPr>
          <p:cNvSpPr txBox="1"/>
          <p:nvPr/>
        </p:nvSpPr>
        <p:spPr>
          <a:xfrm>
            <a:off x="652784" y="3862955"/>
            <a:ext cx="1076377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400" b="1" dirty="0">
                <a:latin typeface="Arial" panose="020B0604020202020204" pitchFamily="34" charset="0"/>
                <a:cs typeface="Arial" panose="020B0604020202020204" pitchFamily="34" charset="0"/>
              </a:rPr>
              <a:t>Bias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 is the difference between the average prediction of the model and the correct value which we are trying to predict. It comes from both the model itself and the training. </a:t>
            </a:r>
            <a:endParaRPr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文本框 16">
            <a:extLst>
              <a:ext uri="{FF2B5EF4-FFF2-40B4-BE49-F238E27FC236}">
                <a16:creationId xmlns:a16="http://schemas.microsoft.com/office/drawing/2014/main" id="{6D0A3026-9EB3-1652-7B5A-7E6B219D8EC9}"/>
              </a:ext>
            </a:extLst>
          </p:cNvPr>
          <p:cNvSpPr txBox="1"/>
          <p:nvPr/>
        </p:nvSpPr>
        <p:spPr>
          <a:xfrm>
            <a:off x="652784" y="5180026"/>
            <a:ext cx="1066296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400" b="1" dirty="0">
                <a:latin typeface="Arial" panose="020B0604020202020204" pitchFamily="34" charset="0"/>
                <a:cs typeface="Arial" panose="020B0604020202020204" pitchFamily="34" charset="0"/>
              </a:rPr>
              <a:t>Variance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 is the variability of model prediction for a given data point. It is highly related to training.  </a:t>
            </a:r>
            <a:endParaRPr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657637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F8A487A5-99BF-B4FE-B346-51D459F3B2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/>
          <a:lstStyle/>
          <a:p>
            <a:r>
              <a:rPr lang="en-GB" dirty="0"/>
              <a:t>Bias</a:t>
            </a:r>
          </a:p>
        </p:txBody>
      </p:sp>
      <p:sp>
        <p:nvSpPr>
          <p:cNvPr id="2" name="文本框 18">
            <a:extLst>
              <a:ext uri="{FF2B5EF4-FFF2-40B4-BE49-F238E27FC236}">
                <a16:creationId xmlns:a16="http://schemas.microsoft.com/office/drawing/2014/main" id="{0BD222AC-DC58-DB2B-2D38-11C6C49A3C8A}"/>
              </a:ext>
            </a:extLst>
          </p:cNvPr>
          <p:cNvSpPr txBox="1"/>
          <p:nvPr/>
        </p:nvSpPr>
        <p:spPr>
          <a:xfrm>
            <a:off x="647411" y="2234989"/>
            <a:ext cx="963492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Models with high bias leads to high error on </a:t>
            </a:r>
            <a:r>
              <a:rPr lang="en-US" altLang="zh-CN" sz="2400" b="1" dirty="0">
                <a:latin typeface="Arial" panose="020B0604020202020204" pitchFamily="34" charset="0"/>
                <a:cs typeface="Arial" panose="020B0604020202020204" pitchFamily="34" charset="0"/>
              </a:rPr>
              <a:t>training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 and </a:t>
            </a:r>
            <a:r>
              <a:rPr lang="en-US" altLang="zh-CN" sz="2400" b="1" dirty="0">
                <a:latin typeface="Arial" panose="020B0604020202020204" pitchFamily="34" charset="0"/>
                <a:cs typeface="Arial" panose="020B0604020202020204" pitchFamily="34" charset="0"/>
              </a:rPr>
              <a:t>test data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文本框 6">
            <a:extLst>
              <a:ext uri="{FF2B5EF4-FFF2-40B4-BE49-F238E27FC236}">
                <a16:creationId xmlns:a16="http://schemas.microsoft.com/office/drawing/2014/main" id="{A5A2E6AC-16E8-7466-53E3-7E5671783B1B}"/>
              </a:ext>
            </a:extLst>
          </p:cNvPr>
          <p:cNvSpPr txBox="1"/>
          <p:nvPr/>
        </p:nvSpPr>
        <p:spPr>
          <a:xfrm>
            <a:off x="647411" y="3048264"/>
            <a:ext cx="834512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Cause of high bias model: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Strong assumptions on training data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Underfitting</a:t>
            </a:r>
            <a:endParaRPr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文本框 12">
            <a:extLst>
              <a:ext uri="{FF2B5EF4-FFF2-40B4-BE49-F238E27FC236}">
                <a16:creationId xmlns:a16="http://schemas.microsoft.com/office/drawing/2014/main" id="{73E676B1-A748-7129-ACF7-B7210DC39027}"/>
              </a:ext>
            </a:extLst>
          </p:cNvPr>
          <p:cNvSpPr txBox="1"/>
          <p:nvPr/>
        </p:nvSpPr>
        <p:spPr>
          <a:xfrm>
            <a:off x="647411" y="4795829"/>
            <a:ext cx="963492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b="1" dirty="0">
                <a:latin typeface="Arial" panose="020B0604020202020204" pitchFamily="34" charset="0"/>
                <a:cs typeface="Arial" panose="020B0604020202020204" pitchFamily="34" charset="0"/>
              </a:rPr>
              <a:t>Underfitting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 refers to a model that can neither model the training data well nor generalize to new data.</a:t>
            </a:r>
          </a:p>
        </p:txBody>
      </p:sp>
    </p:spTree>
    <p:extLst>
      <p:ext uri="{BB962C8B-B14F-4D97-AF65-F5344CB8AC3E}">
        <p14:creationId xmlns:p14="http://schemas.microsoft.com/office/powerpoint/2010/main" val="3024985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F8A487A5-99BF-B4FE-B346-51D459F3B2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/>
          <a:lstStyle/>
          <a:p>
            <a:r>
              <a:rPr lang="en-GB" dirty="0"/>
              <a:t>Underfitting</a:t>
            </a:r>
          </a:p>
        </p:txBody>
      </p:sp>
      <p:grpSp>
        <p:nvGrpSpPr>
          <p:cNvPr id="2" name="组合 9">
            <a:extLst>
              <a:ext uri="{FF2B5EF4-FFF2-40B4-BE49-F238E27FC236}">
                <a16:creationId xmlns:a16="http://schemas.microsoft.com/office/drawing/2014/main" id="{3D51C592-C0A6-B1E5-0DFF-4FD82D496A43}"/>
              </a:ext>
            </a:extLst>
          </p:cNvPr>
          <p:cNvGrpSpPr/>
          <p:nvPr/>
        </p:nvGrpSpPr>
        <p:grpSpPr>
          <a:xfrm>
            <a:off x="1909975" y="1970673"/>
            <a:ext cx="2505097" cy="1908544"/>
            <a:chOff x="988828" y="1520456"/>
            <a:chExt cx="2505097" cy="1908544"/>
          </a:xfrm>
        </p:grpSpPr>
        <p:cxnSp>
          <p:nvCxnSpPr>
            <p:cNvPr id="3" name="直接箭头连接符 10">
              <a:extLst>
                <a:ext uri="{FF2B5EF4-FFF2-40B4-BE49-F238E27FC236}">
                  <a16:creationId xmlns:a16="http://schemas.microsoft.com/office/drawing/2014/main" id="{41BA02E4-E3FE-EF41-AB9A-383FAD24AC7F}"/>
                </a:ext>
              </a:extLst>
            </p:cNvPr>
            <p:cNvCxnSpPr/>
            <p:nvPr/>
          </p:nvCxnSpPr>
          <p:spPr>
            <a:xfrm>
              <a:off x="988828" y="3211032"/>
              <a:ext cx="2402959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" name="直接箭头连接符 13">
              <a:extLst>
                <a:ext uri="{FF2B5EF4-FFF2-40B4-BE49-F238E27FC236}">
                  <a16:creationId xmlns:a16="http://schemas.microsoft.com/office/drawing/2014/main" id="{547D4381-644A-76E9-6C85-55A02DB503F4}"/>
                </a:ext>
              </a:extLst>
            </p:cNvPr>
            <p:cNvCxnSpPr/>
            <p:nvPr/>
          </p:nvCxnSpPr>
          <p:spPr>
            <a:xfrm flipV="1">
              <a:off x="1116419" y="1520456"/>
              <a:ext cx="0" cy="1908544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" name="椭圆 14">
              <a:extLst>
                <a:ext uri="{FF2B5EF4-FFF2-40B4-BE49-F238E27FC236}">
                  <a16:creationId xmlns:a16="http://schemas.microsoft.com/office/drawing/2014/main" id="{34AE45BC-6FE2-8424-4425-81D3EB9EB2ED}"/>
                </a:ext>
              </a:extLst>
            </p:cNvPr>
            <p:cNvSpPr/>
            <p:nvPr/>
          </p:nvSpPr>
          <p:spPr>
            <a:xfrm>
              <a:off x="1298602" y="2735516"/>
              <a:ext cx="84524" cy="84524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" name="椭圆 15">
              <a:extLst>
                <a:ext uri="{FF2B5EF4-FFF2-40B4-BE49-F238E27FC236}">
                  <a16:creationId xmlns:a16="http://schemas.microsoft.com/office/drawing/2014/main" id="{D74337B8-2309-161D-C4B8-943FA4D51B37}"/>
                </a:ext>
              </a:extLst>
            </p:cNvPr>
            <p:cNvSpPr/>
            <p:nvPr/>
          </p:nvSpPr>
          <p:spPr>
            <a:xfrm>
              <a:off x="1621868" y="2678365"/>
              <a:ext cx="84524" cy="84524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" name="椭圆 16">
              <a:extLst>
                <a:ext uri="{FF2B5EF4-FFF2-40B4-BE49-F238E27FC236}">
                  <a16:creationId xmlns:a16="http://schemas.microsoft.com/office/drawing/2014/main" id="{A62C2D19-8A62-B7F5-060F-83974DC24F1E}"/>
                </a:ext>
              </a:extLst>
            </p:cNvPr>
            <p:cNvSpPr/>
            <p:nvPr/>
          </p:nvSpPr>
          <p:spPr>
            <a:xfrm>
              <a:off x="1775256" y="2461981"/>
              <a:ext cx="84524" cy="84524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" name="椭圆 17">
              <a:extLst>
                <a:ext uri="{FF2B5EF4-FFF2-40B4-BE49-F238E27FC236}">
                  <a16:creationId xmlns:a16="http://schemas.microsoft.com/office/drawing/2014/main" id="{D07B243C-35B6-EC05-8098-75E3CC48F13C}"/>
                </a:ext>
              </a:extLst>
            </p:cNvPr>
            <p:cNvSpPr/>
            <p:nvPr/>
          </p:nvSpPr>
          <p:spPr>
            <a:xfrm>
              <a:off x="2211841" y="2390204"/>
              <a:ext cx="84524" cy="84524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" name="椭圆 19">
              <a:extLst>
                <a:ext uri="{FF2B5EF4-FFF2-40B4-BE49-F238E27FC236}">
                  <a16:creationId xmlns:a16="http://schemas.microsoft.com/office/drawing/2014/main" id="{6AB780C9-F242-BFBA-C61A-3A1EFE54EB4E}"/>
                </a:ext>
              </a:extLst>
            </p:cNvPr>
            <p:cNvSpPr/>
            <p:nvPr/>
          </p:nvSpPr>
          <p:spPr>
            <a:xfrm>
              <a:off x="2296365" y="2067922"/>
              <a:ext cx="84524" cy="84524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" name="椭圆 20">
              <a:extLst>
                <a:ext uri="{FF2B5EF4-FFF2-40B4-BE49-F238E27FC236}">
                  <a16:creationId xmlns:a16="http://schemas.microsoft.com/office/drawing/2014/main" id="{DB720B32-6E81-9AB2-093A-B94555F3C75E}"/>
                </a:ext>
              </a:extLst>
            </p:cNvPr>
            <p:cNvSpPr/>
            <p:nvPr/>
          </p:nvSpPr>
          <p:spPr>
            <a:xfrm>
              <a:off x="2687251" y="2121346"/>
              <a:ext cx="84524" cy="84524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" name="椭圆 22">
              <a:extLst>
                <a:ext uri="{FF2B5EF4-FFF2-40B4-BE49-F238E27FC236}">
                  <a16:creationId xmlns:a16="http://schemas.microsoft.com/office/drawing/2014/main" id="{61BBD80F-BD7E-569A-8232-96B704C6D28A}"/>
                </a:ext>
              </a:extLst>
            </p:cNvPr>
            <p:cNvSpPr/>
            <p:nvPr/>
          </p:nvSpPr>
          <p:spPr>
            <a:xfrm>
              <a:off x="2862703" y="1900324"/>
              <a:ext cx="84524" cy="84524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" name="椭圆 23">
              <a:extLst>
                <a:ext uri="{FF2B5EF4-FFF2-40B4-BE49-F238E27FC236}">
                  <a16:creationId xmlns:a16="http://schemas.microsoft.com/office/drawing/2014/main" id="{9D4F35FA-4869-9256-DA95-6E6E9CEA76CB}"/>
                </a:ext>
              </a:extLst>
            </p:cNvPr>
            <p:cNvSpPr/>
            <p:nvPr/>
          </p:nvSpPr>
          <p:spPr>
            <a:xfrm>
              <a:off x="2432117" y="2414663"/>
              <a:ext cx="84524" cy="84524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" name="椭圆 24">
              <a:extLst>
                <a:ext uri="{FF2B5EF4-FFF2-40B4-BE49-F238E27FC236}">
                  <a16:creationId xmlns:a16="http://schemas.microsoft.com/office/drawing/2014/main" id="{0C0FA470-BF46-7AC6-2F3C-88567A7771A5}"/>
                </a:ext>
              </a:extLst>
            </p:cNvPr>
            <p:cNvSpPr/>
            <p:nvPr/>
          </p:nvSpPr>
          <p:spPr>
            <a:xfrm>
              <a:off x="1214078" y="2963368"/>
              <a:ext cx="84524" cy="84524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" name="椭圆 25">
              <a:extLst>
                <a:ext uri="{FF2B5EF4-FFF2-40B4-BE49-F238E27FC236}">
                  <a16:creationId xmlns:a16="http://schemas.microsoft.com/office/drawing/2014/main" id="{049E00D2-CD02-4BAF-5434-E2C57248D1F9}"/>
                </a:ext>
              </a:extLst>
            </p:cNvPr>
            <p:cNvSpPr/>
            <p:nvPr/>
          </p:nvSpPr>
          <p:spPr>
            <a:xfrm>
              <a:off x="1974600" y="2468444"/>
              <a:ext cx="84524" cy="84524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16" name="直接连接符 26">
              <a:extLst>
                <a:ext uri="{FF2B5EF4-FFF2-40B4-BE49-F238E27FC236}">
                  <a16:creationId xmlns:a16="http://schemas.microsoft.com/office/drawing/2014/main" id="{D1CE9535-2267-865F-2DBC-AF84922E2A3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88210" y="1995490"/>
              <a:ext cx="2405715" cy="1080271"/>
            </a:xfrm>
            <a:prstGeom prst="line">
              <a:avLst/>
            </a:prstGeom>
            <a:ln w="25400">
              <a:solidFill>
                <a:schemeClr val="accent2"/>
              </a:solidFill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</p:grpSp>
      <p:sp>
        <p:nvSpPr>
          <p:cNvPr id="17" name="文本框 41">
            <a:extLst>
              <a:ext uri="{FF2B5EF4-FFF2-40B4-BE49-F238E27FC236}">
                <a16:creationId xmlns:a16="http://schemas.microsoft.com/office/drawing/2014/main" id="{8802D0DD-853A-A6D9-54CA-C8DDEC785F0D}"/>
              </a:ext>
            </a:extLst>
          </p:cNvPr>
          <p:cNvSpPr txBox="1"/>
          <p:nvPr/>
        </p:nvSpPr>
        <p:spPr>
          <a:xfrm>
            <a:off x="2122665" y="1449161"/>
            <a:ext cx="29337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latin typeface="Arial" panose="020B0604020202020204" pitchFamily="34" charset="0"/>
                <a:cs typeface="Arial" panose="020B0604020202020204" pitchFamily="34" charset="0"/>
              </a:rPr>
              <a:t>Regression</a:t>
            </a:r>
            <a:endParaRPr lang="zh-CN" alt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文本框 42">
            <a:extLst>
              <a:ext uri="{FF2B5EF4-FFF2-40B4-BE49-F238E27FC236}">
                <a16:creationId xmlns:a16="http://schemas.microsoft.com/office/drawing/2014/main" id="{A18F6A49-0ECA-7132-1C28-5E5422B95AAF}"/>
              </a:ext>
            </a:extLst>
          </p:cNvPr>
          <p:cNvSpPr txBox="1"/>
          <p:nvPr/>
        </p:nvSpPr>
        <p:spPr>
          <a:xfrm>
            <a:off x="5868292" y="1430483"/>
            <a:ext cx="266974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latin typeface="Arial" panose="020B0604020202020204" pitchFamily="34" charset="0"/>
                <a:cs typeface="Arial" panose="020B0604020202020204" pitchFamily="34" charset="0"/>
              </a:rPr>
              <a:t>Classification</a:t>
            </a:r>
            <a:endParaRPr lang="zh-CN" alt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19" name="组合 86">
            <a:extLst>
              <a:ext uri="{FF2B5EF4-FFF2-40B4-BE49-F238E27FC236}">
                <a16:creationId xmlns:a16="http://schemas.microsoft.com/office/drawing/2014/main" id="{E7E57135-7B2C-8973-7D28-A65F83CAE4BB}"/>
              </a:ext>
            </a:extLst>
          </p:cNvPr>
          <p:cNvGrpSpPr/>
          <p:nvPr/>
        </p:nvGrpSpPr>
        <p:grpSpPr>
          <a:xfrm>
            <a:off x="6067012" y="1942013"/>
            <a:ext cx="2400128" cy="1922585"/>
            <a:chOff x="3525086" y="4051950"/>
            <a:chExt cx="2400128" cy="1922585"/>
          </a:xfrm>
        </p:grpSpPr>
        <p:cxnSp>
          <p:nvCxnSpPr>
            <p:cNvPr id="20" name="直接箭头连接符 87">
              <a:extLst>
                <a:ext uri="{FF2B5EF4-FFF2-40B4-BE49-F238E27FC236}">
                  <a16:creationId xmlns:a16="http://schemas.microsoft.com/office/drawing/2014/main" id="{F2AC22D6-5421-F27B-6AF6-A5EFA96C8665}"/>
                </a:ext>
              </a:extLst>
            </p:cNvPr>
            <p:cNvCxnSpPr>
              <a:cxnSpLocks/>
            </p:cNvCxnSpPr>
            <p:nvPr/>
          </p:nvCxnSpPr>
          <p:spPr>
            <a:xfrm>
              <a:off x="3525086" y="5775243"/>
              <a:ext cx="2400128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直接箭头连接符 88">
              <a:extLst>
                <a:ext uri="{FF2B5EF4-FFF2-40B4-BE49-F238E27FC236}">
                  <a16:creationId xmlns:a16="http://schemas.microsoft.com/office/drawing/2014/main" id="{F4C55DF8-AC2C-05B2-1F7C-CAFCADFB4B76}"/>
                </a:ext>
              </a:extLst>
            </p:cNvPr>
            <p:cNvCxnSpPr/>
            <p:nvPr/>
          </p:nvCxnSpPr>
          <p:spPr>
            <a:xfrm flipV="1">
              <a:off x="3694134" y="4051950"/>
              <a:ext cx="0" cy="1922585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椭圆 89">
              <a:extLst>
                <a:ext uri="{FF2B5EF4-FFF2-40B4-BE49-F238E27FC236}">
                  <a16:creationId xmlns:a16="http://schemas.microsoft.com/office/drawing/2014/main" id="{315D00C4-7D38-B1C0-2D8D-BE86F1002E67}"/>
                </a:ext>
              </a:extLst>
            </p:cNvPr>
            <p:cNvSpPr/>
            <p:nvPr/>
          </p:nvSpPr>
          <p:spPr>
            <a:xfrm>
              <a:off x="3921610" y="5176633"/>
              <a:ext cx="84524" cy="84524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3" name="椭圆 90">
              <a:extLst>
                <a:ext uri="{FF2B5EF4-FFF2-40B4-BE49-F238E27FC236}">
                  <a16:creationId xmlns:a16="http://schemas.microsoft.com/office/drawing/2014/main" id="{F7772EA3-05DE-E19D-3D28-D539ED350449}"/>
                </a:ext>
              </a:extLst>
            </p:cNvPr>
            <p:cNvSpPr/>
            <p:nvPr/>
          </p:nvSpPr>
          <p:spPr>
            <a:xfrm>
              <a:off x="4101837" y="5320476"/>
              <a:ext cx="84524" cy="84524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4" name="椭圆 91">
              <a:extLst>
                <a:ext uri="{FF2B5EF4-FFF2-40B4-BE49-F238E27FC236}">
                  <a16:creationId xmlns:a16="http://schemas.microsoft.com/office/drawing/2014/main" id="{FC6BCA83-F697-8F8C-2127-7184FEA9C4FF}"/>
                </a:ext>
              </a:extLst>
            </p:cNvPr>
            <p:cNvSpPr/>
            <p:nvPr/>
          </p:nvSpPr>
          <p:spPr>
            <a:xfrm>
              <a:off x="4262228" y="5517936"/>
              <a:ext cx="84524" cy="84524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5" name="椭圆 92">
              <a:extLst>
                <a:ext uri="{FF2B5EF4-FFF2-40B4-BE49-F238E27FC236}">
                  <a16:creationId xmlns:a16="http://schemas.microsoft.com/office/drawing/2014/main" id="{44D3EB32-8AC3-07AF-B998-EF8CBAC312B1}"/>
                </a:ext>
              </a:extLst>
            </p:cNvPr>
            <p:cNvSpPr/>
            <p:nvPr/>
          </p:nvSpPr>
          <p:spPr>
            <a:xfrm>
              <a:off x="3902887" y="4625147"/>
              <a:ext cx="84524" cy="84524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6" name="椭圆 93">
              <a:extLst>
                <a:ext uri="{FF2B5EF4-FFF2-40B4-BE49-F238E27FC236}">
                  <a16:creationId xmlns:a16="http://schemas.microsoft.com/office/drawing/2014/main" id="{F6023839-F686-7FF8-44EC-B32EE66229EE}"/>
                </a:ext>
              </a:extLst>
            </p:cNvPr>
            <p:cNvSpPr/>
            <p:nvPr/>
          </p:nvSpPr>
          <p:spPr>
            <a:xfrm>
              <a:off x="3969288" y="4946998"/>
              <a:ext cx="84524" cy="84524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7" name="椭圆 94">
              <a:extLst>
                <a:ext uri="{FF2B5EF4-FFF2-40B4-BE49-F238E27FC236}">
                  <a16:creationId xmlns:a16="http://schemas.microsoft.com/office/drawing/2014/main" id="{9BD2EC7A-F9E1-A2EC-86AF-91D2D0593D93}"/>
                </a:ext>
              </a:extLst>
            </p:cNvPr>
            <p:cNvSpPr/>
            <p:nvPr/>
          </p:nvSpPr>
          <p:spPr>
            <a:xfrm>
              <a:off x="4169840" y="5183249"/>
              <a:ext cx="84524" cy="84524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8" name="椭圆 95">
              <a:extLst>
                <a:ext uri="{FF2B5EF4-FFF2-40B4-BE49-F238E27FC236}">
                  <a16:creationId xmlns:a16="http://schemas.microsoft.com/office/drawing/2014/main" id="{3B4314D1-B99C-F2F0-6E90-6E445A1844AF}"/>
                </a:ext>
              </a:extLst>
            </p:cNvPr>
            <p:cNvSpPr/>
            <p:nvPr/>
          </p:nvSpPr>
          <p:spPr>
            <a:xfrm>
              <a:off x="4085794" y="5088284"/>
              <a:ext cx="84524" cy="84524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9" name="椭圆 96">
              <a:extLst>
                <a:ext uri="{FF2B5EF4-FFF2-40B4-BE49-F238E27FC236}">
                  <a16:creationId xmlns:a16="http://schemas.microsoft.com/office/drawing/2014/main" id="{8313D9BE-3FB8-F598-DFE5-DCB8E04205C6}"/>
                </a:ext>
              </a:extLst>
            </p:cNvPr>
            <p:cNvSpPr/>
            <p:nvPr/>
          </p:nvSpPr>
          <p:spPr>
            <a:xfrm>
              <a:off x="4352729" y="5266135"/>
              <a:ext cx="84524" cy="84524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0" name="椭圆 97">
              <a:extLst>
                <a:ext uri="{FF2B5EF4-FFF2-40B4-BE49-F238E27FC236}">
                  <a16:creationId xmlns:a16="http://schemas.microsoft.com/office/drawing/2014/main" id="{4A714800-9883-6F01-EC03-27F97D3A5688}"/>
                </a:ext>
              </a:extLst>
            </p:cNvPr>
            <p:cNvSpPr/>
            <p:nvPr/>
          </p:nvSpPr>
          <p:spPr>
            <a:xfrm>
              <a:off x="4437253" y="4866610"/>
              <a:ext cx="84524" cy="84524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1" name="矩形 98">
              <a:extLst>
                <a:ext uri="{FF2B5EF4-FFF2-40B4-BE49-F238E27FC236}">
                  <a16:creationId xmlns:a16="http://schemas.microsoft.com/office/drawing/2014/main" id="{7241B18A-5654-1862-EC5E-24DEAA21F527}"/>
                </a:ext>
              </a:extLst>
            </p:cNvPr>
            <p:cNvSpPr/>
            <p:nvPr/>
          </p:nvSpPr>
          <p:spPr>
            <a:xfrm>
              <a:off x="4457420" y="4564483"/>
              <a:ext cx="93855" cy="92728"/>
            </a:xfrm>
            <a:prstGeom prst="rect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2" name="矩形 99">
              <a:extLst>
                <a:ext uri="{FF2B5EF4-FFF2-40B4-BE49-F238E27FC236}">
                  <a16:creationId xmlns:a16="http://schemas.microsoft.com/office/drawing/2014/main" id="{82E1E6EA-0E63-C3F9-DABA-0D2AC81D7D67}"/>
                </a:ext>
              </a:extLst>
            </p:cNvPr>
            <p:cNvSpPr/>
            <p:nvPr/>
          </p:nvSpPr>
          <p:spPr>
            <a:xfrm>
              <a:off x="4422165" y="5075907"/>
              <a:ext cx="93855" cy="92728"/>
            </a:xfrm>
            <a:prstGeom prst="rect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3" name="矩形 100">
              <a:extLst>
                <a:ext uri="{FF2B5EF4-FFF2-40B4-BE49-F238E27FC236}">
                  <a16:creationId xmlns:a16="http://schemas.microsoft.com/office/drawing/2014/main" id="{6FCB80A8-59B7-33D7-1E66-041D38A5A65D}"/>
                </a:ext>
              </a:extLst>
            </p:cNvPr>
            <p:cNvSpPr/>
            <p:nvPr/>
          </p:nvSpPr>
          <p:spPr>
            <a:xfrm>
              <a:off x="4557410" y="5175045"/>
              <a:ext cx="93855" cy="92728"/>
            </a:xfrm>
            <a:prstGeom prst="rect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4" name="矩形 101">
              <a:extLst>
                <a:ext uri="{FF2B5EF4-FFF2-40B4-BE49-F238E27FC236}">
                  <a16:creationId xmlns:a16="http://schemas.microsoft.com/office/drawing/2014/main" id="{92E82648-315D-5271-6602-1ADA784BCD07}"/>
                </a:ext>
              </a:extLst>
            </p:cNvPr>
            <p:cNvSpPr/>
            <p:nvPr/>
          </p:nvSpPr>
          <p:spPr>
            <a:xfrm>
              <a:off x="4714746" y="5267225"/>
              <a:ext cx="93855" cy="92728"/>
            </a:xfrm>
            <a:prstGeom prst="rect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5" name="矩形 102">
              <a:extLst>
                <a:ext uri="{FF2B5EF4-FFF2-40B4-BE49-F238E27FC236}">
                  <a16:creationId xmlns:a16="http://schemas.microsoft.com/office/drawing/2014/main" id="{CBF5C39B-AD27-371D-DCCE-6AA89648F3A2}"/>
                </a:ext>
              </a:extLst>
            </p:cNvPr>
            <p:cNvSpPr/>
            <p:nvPr/>
          </p:nvSpPr>
          <p:spPr>
            <a:xfrm>
              <a:off x="4596602" y="4628786"/>
              <a:ext cx="93855" cy="92728"/>
            </a:xfrm>
            <a:prstGeom prst="rect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6" name="矩形 103">
              <a:extLst>
                <a:ext uri="{FF2B5EF4-FFF2-40B4-BE49-F238E27FC236}">
                  <a16:creationId xmlns:a16="http://schemas.microsoft.com/office/drawing/2014/main" id="{8387783A-9315-536D-98DD-2D9670403390}"/>
                </a:ext>
              </a:extLst>
            </p:cNvPr>
            <p:cNvSpPr/>
            <p:nvPr/>
          </p:nvSpPr>
          <p:spPr>
            <a:xfrm>
              <a:off x="4642224" y="4797671"/>
              <a:ext cx="93855" cy="92728"/>
            </a:xfrm>
            <a:prstGeom prst="rect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7" name="矩形 104">
              <a:extLst>
                <a:ext uri="{FF2B5EF4-FFF2-40B4-BE49-F238E27FC236}">
                  <a16:creationId xmlns:a16="http://schemas.microsoft.com/office/drawing/2014/main" id="{6D2363EB-90B6-D192-9287-962FA25B603C}"/>
                </a:ext>
              </a:extLst>
            </p:cNvPr>
            <p:cNvSpPr/>
            <p:nvPr/>
          </p:nvSpPr>
          <p:spPr>
            <a:xfrm>
              <a:off x="4128526" y="4539911"/>
              <a:ext cx="93855" cy="92728"/>
            </a:xfrm>
            <a:prstGeom prst="rect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8" name="矩形 105">
              <a:extLst>
                <a:ext uri="{FF2B5EF4-FFF2-40B4-BE49-F238E27FC236}">
                  <a16:creationId xmlns:a16="http://schemas.microsoft.com/office/drawing/2014/main" id="{DD8F1C9E-5096-C0F8-5BA0-ED1CBD780722}"/>
                </a:ext>
              </a:extLst>
            </p:cNvPr>
            <p:cNvSpPr/>
            <p:nvPr/>
          </p:nvSpPr>
          <p:spPr>
            <a:xfrm>
              <a:off x="4354724" y="4732697"/>
              <a:ext cx="93855" cy="92728"/>
            </a:xfrm>
            <a:prstGeom prst="rect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9" name="矩形 106">
              <a:extLst>
                <a:ext uri="{FF2B5EF4-FFF2-40B4-BE49-F238E27FC236}">
                  <a16:creationId xmlns:a16="http://schemas.microsoft.com/office/drawing/2014/main" id="{49931444-5130-3B92-BF2C-46327B5FA69E}"/>
                </a:ext>
              </a:extLst>
            </p:cNvPr>
            <p:cNvSpPr/>
            <p:nvPr/>
          </p:nvSpPr>
          <p:spPr>
            <a:xfrm>
              <a:off x="4404777" y="5410431"/>
              <a:ext cx="93855" cy="92728"/>
            </a:xfrm>
            <a:prstGeom prst="rect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0" name="矩形 107">
              <a:extLst>
                <a:ext uri="{FF2B5EF4-FFF2-40B4-BE49-F238E27FC236}">
                  <a16:creationId xmlns:a16="http://schemas.microsoft.com/office/drawing/2014/main" id="{CFA0AD43-A772-25AC-75D8-9162DDD14656}"/>
                </a:ext>
              </a:extLst>
            </p:cNvPr>
            <p:cNvSpPr/>
            <p:nvPr/>
          </p:nvSpPr>
          <p:spPr>
            <a:xfrm>
              <a:off x="4862484" y="4756417"/>
              <a:ext cx="93855" cy="92728"/>
            </a:xfrm>
            <a:prstGeom prst="rect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1" name="矩形 108">
              <a:extLst>
                <a:ext uri="{FF2B5EF4-FFF2-40B4-BE49-F238E27FC236}">
                  <a16:creationId xmlns:a16="http://schemas.microsoft.com/office/drawing/2014/main" id="{633BCA2B-B986-4FBC-5E3A-27E1E6E91102}"/>
                </a:ext>
              </a:extLst>
            </p:cNvPr>
            <p:cNvSpPr/>
            <p:nvPr/>
          </p:nvSpPr>
          <p:spPr>
            <a:xfrm>
              <a:off x="4991190" y="4918181"/>
              <a:ext cx="93855" cy="92728"/>
            </a:xfrm>
            <a:prstGeom prst="rect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2" name="矩形 109">
              <a:extLst>
                <a:ext uri="{FF2B5EF4-FFF2-40B4-BE49-F238E27FC236}">
                  <a16:creationId xmlns:a16="http://schemas.microsoft.com/office/drawing/2014/main" id="{06BAD5ED-0768-E062-E6A8-80A6266FA453}"/>
                </a:ext>
              </a:extLst>
            </p:cNvPr>
            <p:cNvSpPr/>
            <p:nvPr/>
          </p:nvSpPr>
          <p:spPr>
            <a:xfrm>
              <a:off x="4851713" y="5022018"/>
              <a:ext cx="93855" cy="92728"/>
            </a:xfrm>
            <a:prstGeom prst="rect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3" name="矩形 110">
              <a:extLst>
                <a:ext uri="{FF2B5EF4-FFF2-40B4-BE49-F238E27FC236}">
                  <a16:creationId xmlns:a16="http://schemas.microsoft.com/office/drawing/2014/main" id="{CAEE42D7-2EA8-DAC7-8A64-37E2AE377D39}"/>
                </a:ext>
              </a:extLst>
            </p:cNvPr>
            <p:cNvSpPr/>
            <p:nvPr/>
          </p:nvSpPr>
          <p:spPr>
            <a:xfrm>
              <a:off x="5001961" y="5256174"/>
              <a:ext cx="93855" cy="92728"/>
            </a:xfrm>
            <a:prstGeom prst="rect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4" name="矩形 111">
              <a:extLst>
                <a:ext uri="{FF2B5EF4-FFF2-40B4-BE49-F238E27FC236}">
                  <a16:creationId xmlns:a16="http://schemas.microsoft.com/office/drawing/2014/main" id="{CF34698B-6876-EB05-6AE7-692DC3433B9C}"/>
                </a:ext>
              </a:extLst>
            </p:cNvPr>
            <p:cNvSpPr/>
            <p:nvPr/>
          </p:nvSpPr>
          <p:spPr>
            <a:xfrm>
              <a:off x="4862484" y="5360011"/>
              <a:ext cx="93855" cy="92728"/>
            </a:xfrm>
            <a:prstGeom prst="rect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5" name="椭圆 112">
              <a:extLst>
                <a:ext uri="{FF2B5EF4-FFF2-40B4-BE49-F238E27FC236}">
                  <a16:creationId xmlns:a16="http://schemas.microsoft.com/office/drawing/2014/main" id="{691BE5FA-6933-4F01-5F81-8B6D12AE24C2}"/>
                </a:ext>
              </a:extLst>
            </p:cNvPr>
            <p:cNvSpPr/>
            <p:nvPr/>
          </p:nvSpPr>
          <p:spPr>
            <a:xfrm>
              <a:off x="4618977" y="5501398"/>
              <a:ext cx="84524" cy="84524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6" name="椭圆 113">
              <a:extLst>
                <a:ext uri="{FF2B5EF4-FFF2-40B4-BE49-F238E27FC236}">
                  <a16:creationId xmlns:a16="http://schemas.microsoft.com/office/drawing/2014/main" id="{482A5562-6062-4C3D-BB67-74FBAAD400FC}"/>
                </a:ext>
              </a:extLst>
            </p:cNvPr>
            <p:cNvSpPr/>
            <p:nvPr/>
          </p:nvSpPr>
          <p:spPr>
            <a:xfrm>
              <a:off x="3945149" y="4235549"/>
              <a:ext cx="84524" cy="84524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7" name="椭圆 114">
              <a:extLst>
                <a:ext uri="{FF2B5EF4-FFF2-40B4-BE49-F238E27FC236}">
                  <a16:creationId xmlns:a16="http://schemas.microsoft.com/office/drawing/2014/main" id="{805ACB55-AC97-36F8-7933-0AF49DB0F000}"/>
                </a:ext>
              </a:extLst>
            </p:cNvPr>
            <p:cNvSpPr/>
            <p:nvPr/>
          </p:nvSpPr>
          <p:spPr>
            <a:xfrm>
              <a:off x="3975138" y="4751182"/>
              <a:ext cx="84524" cy="84524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8" name="椭圆 115">
              <a:extLst>
                <a:ext uri="{FF2B5EF4-FFF2-40B4-BE49-F238E27FC236}">
                  <a16:creationId xmlns:a16="http://schemas.microsoft.com/office/drawing/2014/main" id="{A4D6EDBF-1061-A4BA-4331-833BF4C37F86}"/>
                </a:ext>
              </a:extLst>
            </p:cNvPr>
            <p:cNvSpPr/>
            <p:nvPr/>
          </p:nvSpPr>
          <p:spPr>
            <a:xfrm>
              <a:off x="4469093" y="5556588"/>
              <a:ext cx="84524" cy="84524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9" name="矩形 116">
              <a:extLst>
                <a:ext uri="{FF2B5EF4-FFF2-40B4-BE49-F238E27FC236}">
                  <a16:creationId xmlns:a16="http://schemas.microsoft.com/office/drawing/2014/main" id="{44706B5B-D8FF-996F-D9D6-59580938BFDB}"/>
                </a:ext>
              </a:extLst>
            </p:cNvPr>
            <p:cNvSpPr/>
            <p:nvPr/>
          </p:nvSpPr>
          <p:spPr>
            <a:xfrm>
              <a:off x="5172453" y="5366128"/>
              <a:ext cx="93855" cy="92728"/>
            </a:xfrm>
            <a:prstGeom prst="rect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0" name="椭圆 117">
              <a:extLst>
                <a:ext uri="{FF2B5EF4-FFF2-40B4-BE49-F238E27FC236}">
                  <a16:creationId xmlns:a16="http://schemas.microsoft.com/office/drawing/2014/main" id="{DB23DDBA-8E33-80D0-FDA7-505BC2D19615}"/>
                </a:ext>
              </a:extLst>
            </p:cNvPr>
            <p:cNvSpPr/>
            <p:nvPr/>
          </p:nvSpPr>
          <p:spPr>
            <a:xfrm>
              <a:off x="4882170" y="5556588"/>
              <a:ext cx="84524" cy="84524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1" name="矩形 118">
              <a:extLst>
                <a:ext uri="{FF2B5EF4-FFF2-40B4-BE49-F238E27FC236}">
                  <a16:creationId xmlns:a16="http://schemas.microsoft.com/office/drawing/2014/main" id="{28EEA5B0-2EB8-A496-4880-3712F3A1B5E6}"/>
                </a:ext>
              </a:extLst>
            </p:cNvPr>
            <p:cNvSpPr/>
            <p:nvPr/>
          </p:nvSpPr>
          <p:spPr>
            <a:xfrm>
              <a:off x="4679656" y="4971624"/>
              <a:ext cx="93855" cy="92728"/>
            </a:xfrm>
            <a:prstGeom prst="rect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2" name="矩形 119">
              <a:extLst>
                <a:ext uri="{FF2B5EF4-FFF2-40B4-BE49-F238E27FC236}">
                  <a16:creationId xmlns:a16="http://schemas.microsoft.com/office/drawing/2014/main" id="{33A67438-E680-22D3-B0F7-FD906C2FD441}"/>
                </a:ext>
              </a:extLst>
            </p:cNvPr>
            <p:cNvSpPr/>
            <p:nvPr/>
          </p:nvSpPr>
          <p:spPr>
            <a:xfrm>
              <a:off x="4263920" y="4870103"/>
              <a:ext cx="93855" cy="92728"/>
            </a:xfrm>
            <a:prstGeom prst="rect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3" name="椭圆 120">
              <a:extLst>
                <a:ext uri="{FF2B5EF4-FFF2-40B4-BE49-F238E27FC236}">
                  <a16:creationId xmlns:a16="http://schemas.microsoft.com/office/drawing/2014/main" id="{E7B96D74-2977-0CA0-0947-9F3D7EB54015}"/>
                </a:ext>
              </a:extLst>
            </p:cNvPr>
            <p:cNvSpPr/>
            <p:nvPr/>
          </p:nvSpPr>
          <p:spPr>
            <a:xfrm>
              <a:off x="5258235" y="5597613"/>
              <a:ext cx="84524" cy="84524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4" name="椭圆 121">
              <a:extLst>
                <a:ext uri="{FF2B5EF4-FFF2-40B4-BE49-F238E27FC236}">
                  <a16:creationId xmlns:a16="http://schemas.microsoft.com/office/drawing/2014/main" id="{5CDCC2AB-5B5D-3AF0-FC5C-E2C868AD9982}"/>
                </a:ext>
              </a:extLst>
            </p:cNvPr>
            <p:cNvSpPr/>
            <p:nvPr/>
          </p:nvSpPr>
          <p:spPr>
            <a:xfrm>
              <a:off x="3945149" y="4416699"/>
              <a:ext cx="84524" cy="84524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5" name="矩形 122">
              <a:extLst>
                <a:ext uri="{FF2B5EF4-FFF2-40B4-BE49-F238E27FC236}">
                  <a16:creationId xmlns:a16="http://schemas.microsoft.com/office/drawing/2014/main" id="{3ECBFFA7-976D-E1A4-635D-FD2FB92B55FE}"/>
                </a:ext>
              </a:extLst>
            </p:cNvPr>
            <p:cNvSpPr/>
            <p:nvPr/>
          </p:nvSpPr>
          <p:spPr>
            <a:xfrm>
              <a:off x="4160509" y="4321697"/>
              <a:ext cx="93855" cy="92728"/>
            </a:xfrm>
            <a:prstGeom prst="rect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6" name="矩形 123">
              <a:extLst>
                <a:ext uri="{FF2B5EF4-FFF2-40B4-BE49-F238E27FC236}">
                  <a16:creationId xmlns:a16="http://schemas.microsoft.com/office/drawing/2014/main" id="{E7D766B3-D8CD-F4B9-991D-AEB84970570A}"/>
                </a:ext>
              </a:extLst>
            </p:cNvPr>
            <p:cNvSpPr/>
            <p:nvPr/>
          </p:nvSpPr>
          <p:spPr>
            <a:xfrm>
              <a:off x="4147733" y="4704832"/>
              <a:ext cx="93855" cy="92728"/>
            </a:xfrm>
            <a:prstGeom prst="rect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7" name="矩形 124">
              <a:extLst>
                <a:ext uri="{FF2B5EF4-FFF2-40B4-BE49-F238E27FC236}">
                  <a16:creationId xmlns:a16="http://schemas.microsoft.com/office/drawing/2014/main" id="{65E5205B-7308-F2A5-6F13-D34E05A2CFE9}"/>
                </a:ext>
              </a:extLst>
            </p:cNvPr>
            <p:cNvSpPr/>
            <p:nvPr/>
          </p:nvSpPr>
          <p:spPr>
            <a:xfrm>
              <a:off x="5427923" y="5357019"/>
              <a:ext cx="93855" cy="92728"/>
            </a:xfrm>
            <a:prstGeom prst="rect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8" name="椭圆 125">
              <a:extLst>
                <a:ext uri="{FF2B5EF4-FFF2-40B4-BE49-F238E27FC236}">
                  <a16:creationId xmlns:a16="http://schemas.microsoft.com/office/drawing/2014/main" id="{61FFB81A-7192-0627-4D66-2097926FAEF2}"/>
                </a:ext>
              </a:extLst>
            </p:cNvPr>
            <p:cNvSpPr/>
            <p:nvPr/>
          </p:nvSpPr>
          <p:spPr>
            <a:xfrm>
              <a:off x="5045331" y="5620986"/>
              <a:ext cx="84524" cy="84524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9" name="椭圆 126">
              <a:extLst>
                <a:ext uri="{FF2B5EF4-FFF2-40B4-BE49-F238E27FC236}">
                  <a16:creationId xmlns:a16="http://schemas.microsoft.com/office/drawing/2014/main" id="{0997147B-F281-FEAE-36C2-89CE076E3F20}"/>
                </a:ext>
              </a:extLst>
            </p:cNvPr>
            <p:cNvSpPr/>
            <p:nvPr/>
          </p:nvSpPr>
          <p:spPr>
            <a:xfrm>
              <a:off x="5451046" y="5588037"/>
              <a:ext cx="84524" cy="84524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60" name="直接连接符 127">
              <a:extLst>
                <a:ext uri="{FF2B5EF4-FFF2-40B4-BE49-F238E27FC236}">
                  <a16:creationId xmlns:a16="http://schemas.microsoft.com/office/drawing/2014/main" id="{6F973E28-789B-D62F-302D-F8554FBC19C0}"/>
                </a:ext>
              </a:extLst>
            </p:cNvPr>
            <p:cNvCxnSpPr/>
            <p:nvPr/>
          </p:nvCxnSpPr>
          <p:spPr>
            <a:xfrm>
              <a:off x="3622910" y="4235549"/>
              <a:ext cx="1506945" cy="1672882"/>
            </a:xfrm>
            <a:prstGeom prst="line">
              <a:avLst/>
            </a:prstGeom>
            <a:ln w="254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1" name="组合 66">
            <a:extLst>
              <a:ext uri="{FF2B5EF4-FFF2-40B4-BE49-F238E27FC236}">
                <a16:creationId xmlns:a16="http://schemas.microsoft.com/office/drawing/2014/main" id="{1E4E4887-97D4-F943-38C7-3F05A5684BFC}"/>
              </a:ext>
            </a:extLst>
          </p:cNvPr>
          <p:cNvGrpSpPr/>
          <p:nvPr/>
        </p:nvGrpSpPr>
        <p:grpSpPr>
          <a:xfrm>
            <a:off x="1847761" y="4418648"/>
            <a:ext cx="2469703" cy="1908544"/>
            <a:chOff x="4186504" y="1672856"/>
            <a:chExt cx="2469703" cy="1908544"/>
          </a:xfrm>
        </p:grpSpPr>
        <p:cxnSp>
          <p:nvCxnSpPr>
            <p:cNvPr id="62" name="直接箭头连接符 67">
              <a:extLst>
                <a:ext uri="{FF2B5EF4-FFF2-40B4-BE49-F238E27FC236}">
                  <a16:creationId xmlns:a16="http://schemas.microsoft.com/office/drawing/2014/main" id="{456B5B5E-044E-AC64-F116-836B1E09BA78}"/>
                </a:ext>
              </a:extLst>
            </p:cNvPr>
            <p:cNvCxnSpPr/>
            <p:nvPr/>
          </p:nvCxnSpPr>
          <p:spPr>
            <a:xfrm>
              <a:off x="4253248" y="3363432"/>
              <a:ext cx="2402959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直接箭头连接符 68">
              <a:extLst>
                <a:ext uri="{FF2B5EF4-FFF2-40B4-BE49-F238E27FC236}">
                  <a16:creationId xmlns:a16="http://schemas.microsoft.com/office/drawing/2014/main" id="{C4D79359-6991-9C7E-71E9-8DC1FBC82610}"/>
                </a:ext>
              </a:extLst>
            </p:cNvPr>
            <p:cNvCxnSpPr/>
            <p:nvPr/>
          </p:nvCxnSpPr>
          <p:spPr>
            <a:xfrm flipV="1">
              <a:off x="4380839" y="1672856"/>
              <a:ext cx="0" cy="1908544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4" name="椭圆 69">
              <a:extLst>
                <a:ext uri="{FF2B5EF4-FFF2-40B4-BE49-F238E27FC236}">
                  <a16:creationId xmlns:a16="http://schemas.microsoft.com/office/drawing/2014/main" id="{95EAEEA8-4261-A043-ED4A-BD27E90AB1EB}"/>
                </a:ext>
              </a:extLst>
            </p:cNvPr>
            <p:cNvSpPr/>
            <p:nvPr/>
          </p:nvSpPr>
          <p:spPr>
            <a:xfrm>
              <a:off x="4563022" y="2887916"/>
              <a:ext cx="84524" cy="84524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5" name="椭圆 70">
              <a:extLst>
                <a:ext uri="{FF2B5EF4-FFF2-40B4-BE49-F238E27FC236}">
                  <a16:creationId xmlns:a16="http://schemas.microsoft.com/office/drawing/2014/main" id="{96EF61A6-08D3-B0C7-16EF-65F89F1DEE20}"/>
                </a:ext>
              </a:extLst>
            </p:cNvPr>
            <p:cNvSpPr/>
            <p:nvPr/>
          </p:nvSpPr>
          <p:spPr>
            <a:xfrm>
              <a:off x="4886288" y="2830765"/>
              <a:ext cx="84524" cy="84524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6" name="椭圆 71">
              <a:extLst>
                <a:ext uri="{FF2B5EF4-FFF2-40B4-BE49-F238E27FC236}">
                  <a16:creationId xmlns:a16="http://schemas.microsoft.com/office/drawing/2014/main" id="{2093BB29-25CB-1A2B-A5F1-0453BB698F64}"/>
                </a:ext>
              </a:extLst>
            </p:cNvPr>
            <p:cNvSpPr/>
            <p:nvPr/>
          </p:nvSpPr>
          <p:spPr>
            <a:xfrm>
              <a:off x="5039676" y="2614381"/>
              <a:ext cx="84524" cy="84524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7" name="椭圆 72">
              <a:extLst>
                <a:ext uri="{FF2B5EF4-FFF2-40B4-BE49-F238E27FC236}">
                  <a16:creationId xmlns:a16="http://schemas.microsoft.com/office/drawing/2014/main" id="{2E679B41-5E01-389A-C0EE-9CC772FDB5DE}"/>
                </a:ext>
              </a:extLst>
            </p:cNvPr>
            <p:cNvSpPr/>
            <p:nvPr/>
          </p:nvSpPr>
          <p:spPr>
            <a:xfrm>
              <a:off x="5476261" y="2542604"/>
              <a:ext cx="84524" cy="84524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8" name="椭圆 73">
              <a:extLst>
                <a:ext uri="{FF2B5EF4-FFF2-40B4-BE49-F238E27FC236}">
                  <a16:creationId xmlns:a16="http://schemas.microsoft.com/office/drawing/2014/main" id="{F3369F80-6533-0629-C83B-D584A477AEAD}"/>
                </a:ext>
              </a:extLst>
            </p:cNvPr>
            <p:cNvSpPr/>
            <p:nvPr/>
          </p:nvSpPr>
          <p:spPr>
            <a:xfrm>
              <a:off x="5560785" y="2220322"/>
              <a:ext cx="84524" cy="84524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9" name="椭圆 74">
              <a:extLst>
                <a:ext uri="{FF2B5EF4-FFF2-40B4-BE49-F238E27FC236}">
                  <a16:creationId xmlns:a16="http://schemas.microsoft.com/office/drawing/2014/main" id="{6F0E1088-9943-3D57-CE7F-90B8AE9DC1FC}"/>
                </a:ext>
              </a:extLst>
            </p:cNvPr>
            <p:cNvSpPr/>
            <p:nvPr/>
          </p:nvSpPr>
          <p:spPr>
            <a:xfrm>
              <a:off x="5951671" y="2273746"/>
              <a:ext cx="84524" cy="84524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0" name="椭圆 75">
              <a:extLst>
                <a:ext uri="{FF2B5EF4-FFF2-40B4-BE49-F238E27FC236}">
                  <a16:creationId xmlns:a16="http://schemas.microsoft.com/office/drawing/2014/main" id="{B35BD688-7907-0FAD-C506-D727A990C67D}"/>
                </a:ext>
              </a:extLst>
            </p:cNvPr>
            <p:cNvSpPr/>
            <p:nvPr/>
          </p:nvSpPr>
          <p:spPr>
            <a:xfrm>
              <a:off x="6127123" y="2052724"/>
              <a:ext cx="84524" cy="84524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1" name="椭圆 76">
              <a:extLst>
                <a:ext uri="{FF2B5EF4-FFF2-40B4-BE49-F238E27FC236}">
                  <a16:creationId xmlns:a16="http://schemas.microsoft.com/office/drawing/2014/main" id="{1CF3CE3C-48F2-6F00-D80B-01D922399B71}"/>
                </a:ext>
              </a:extLst>
            </p:cNvPr>
            <p:cNvSpPr/>
            <p:nvPr/>
          </p:nvSpPr>
          <p:spPr>
            <a:xfrm>
              <a:off x="5696537" y="2474855"/>
              <a:ext cx="84524" cy="84524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2" name="椭圆 77">
              <a:extLst>
                <a:ext uri="{FF2B5EF4-FFF2-40B4-BE49-F238E27FC236}">
                  <a16:creationId xmlns:a16="http://schemas.microsoft.com/office/drawing/2014/main" id="{BEF64D3E-913E-ED55-885C-DB71CE1F0F97}"/>
                </a:ext>
              </a:extLst>
            </p:cNvPr>
            <p:cNvSpPr/>
            <p:nvPr/>
          </p:nvSpPr>
          <p:spPr>
            <a:xfrm>
              <a:off x="4478498" y="3115768"/>
              <a:ext cx="84524" cy="84524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3" name="椭圆 78">
              <a:extLst>
                <a:ext uri="{FF2B5EF4-FFF2-40B4-BE49-F238E27FC236}">
                  <a16:creationId xmlns:a16="http://schemas.microsoft.com/office/drawing/2014/main" id="{AAECF8BE-A4FB-9B2E-FE02-42E8202EEA42}"/>
                </a:ext>
              </a:extLst>
            </p:cNvPr>
            <p:cNvSpPr/>
            <p:nvPr/>
          </p:nvSpPr>
          <p:spPr>
            <a:xfrm>
              <a:off x="5239020" y="2620844"/>
              <a:ext cx="84524" cy="84524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74" name="直接连接符 79">
              <a:extLst>
                <a:ext uri="{FF2B5EF4-FFF2-40B4-BE49-F238E27FC236}">
                  <a16:creationId xmlns:a16="http://schemas.microsoft.com/office/drawing/2014/main" id="{CFB75309-CD2A-A0A2-1EE9-FBFAD747E25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186504" y="1901278"/>
              <a:ext cx="2274474" cy="1393892"/>
            </a:xfrm>
            <a:prstGeom prst="line">
              <a:avLst/>
            </a:prstGeom>
            <a:ln w="25400">
              <a:solidFill>
                <a:schemeClr val="accent2"/>
              </a:solidFill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</p:grpSp>
      <p:grpSp>
        <p:nvGrpSpPr>
          <p:cNvPr id="75" name="组合 80">
            <a:extLst>
              <a:ext uri="{FF2B5EF4-FFF2-40B4-BE49-F238E27FC236}">
                <a16:creationId xmlns:a16="http://schemas.microsoft.com/office/drawing/2014/main" id="{A23CC386-6235-2740-18A3-53D27D069A28}"/>
              </a:ext>
            </a:extLst>
          </p:cNvPr>
          <p:cNvGrpSpPr/>
          <p:nvPr/>
        </p:nvGrpSpPr>
        <p:grpSpPr>
          <a:xfrm>
            <a:off x="6037245" y="4411087"/>
            <a:ext cx="2626563" cy="1948112"/>
            <a:chOff x="377144" y="4176348"/>
            <a:chExt cx="2400128" cy="1922585"/>
          </a:xfrm>
        </p:grpSpPr>
        <p:sp>
          <p:nvSpPr>
            <p:cNvPr id="76" name="弧形 81">
              <a:extLst>
                <a:ext uri="{FF2B5EF4-FFF2-40B4-BE49-F238E27FC236}">
                  <a16:creationId xmlns:a16="http://schemas.microsoft.com/office/drawing/2014/main" id="{609BEE49-F4E3-549E-475B-7A15A76AADDD}"/>
                </a:ext>
              </a:extLst>
            </p:cNvPr>
            <p:cNvSpPr/>
            <p:nvPr/>
          </p:nvSpPr>
          <p:spPr>
            <a:xfrm rot="12478146">
              <a:off x="860060" y="4272217"/>
              <a:ext cx="1900589" cy="1306465"/>
            </a:xfrm>
            <a:prstGeom prst="arc">
              <a:avLst>
                <a:gd name="adj1" fmla="val 11733525"/>
                <a:gd name="adj2" fmla="val 21393328"/>
              </a:avLst>
            </a:prstGeom>
            <a:ln w="254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grpSp>
          <p:nvGrpSpPr>
            <p:cNvPr id="77" name="组合 82">
              <a:extLst>
                <a:ext uri="{FF2B5EF4-FFF2-40B4-BE49-F238E27FC236}">
                  <a16:creationId xmlns:a16="http://schemas.microsoft.com/office/drawing/2014/main" id="{4C971FAC-F335-CC76-F908-A1D7E7AE6892}"/>
                </a:ext>
              </a:extLst>
            </p:cNvPr>
            <p:cNvGrpSpPr/>
            <p:nvPr/>
          </p:nvGrpSpPr>
          <p:grpSpPr>
            <a:xfrm>
              <a:off x="377144" y="4176348"/>
              <a:ext cx="2400128" cy="1922585"/>
              <a:chOff x="491928" y="4185138"/>
              <a:chExt cx="2400128" cy="1922585"/>
            </a:xfrm>
          </p:grpSpPr>
          <p:cxnSp>
            <p:nvCxnSpPr>
              <p:cNvPr id="78" name="直接箭头连接符 83">
                <a:extLst>
                  <a:ext uri="{FF2B5EF4-FFF2-40B4-BE49-F238E27FC236}">
                    <a16:creationId xmlns:a16="http://schemas.microsoft.com/office/drawing/2014/main" id="{E04B147F-C1B5-CC31-958B-3A4414C4993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91928" y="5908431"/>
                <a:ext cx="2400128" cy="0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9" name="直接箭头连接符 84">
                <a:extLst>
                  <a:ext uri="{FF2B5EF4-FFF2-40B4-BE49-F238E27FC236}">
                    <a16:creationId xmlns:a16="http://schemas.microsoft.com/office/drawing/2014/main" id="{AD430828-CBD4-8900-A00F-0307FED574D9}"/>
                  </a:ext>
                </a:extLst>
              </p:cNvPr>
              <p:cNvCxnSpPr/>
              <p:nvPr/>
            </p:nvCxnSpPr>
            <p:spPr>
              <a:xfrm flipV="1">
                <a:off x="660976" y="4185138"/>
                <a:ext cx="0" cy="1922585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0" name="椭圆 85">
                <a:extLst>
                  <a:ext uri="{FF2B5EF4-FFF2-40B4-BE49-F238E27FC236}">
                    <a16:creationId xmlns:a16="http://schemas.microsoft.com/office/drawing/2014/main" id="{1E2133DB-E5B3-D791-19A3-5AFD6627CF56}"/>
                  </a:ext>
                </a:extLst>
              </p:cNvPr>
              <p:cNvSpPr/>
              <p:nvPr/>
            </p:nvSpPr>
            <p:spPr>
              <a:xfrm>
                <a:off x="888452" y="5309821"/>
                <a:ext cx="84524" cy="84524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240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81" name="椭圆 128">
                <a:extLst>
                  <a:ext uri="{FF2B5EF4-FFF2-40B4-BE49-F238E27FC236}">
                    <a16:creationId xmlns:a16="http://schemas.microsoft.com/office/drawing/2014/main" id="{293BC0BB-8F4E-B02B-C1AA-8E6E8CEB5C10}"/>
                  </a:ext>
                </a:extLst>
              </p:cNvPr>
              <p:cNvSpPr/>
              <p:nvPr/>
            </p:nvSpPr>
            <p:spPr>
              <a:xfrm>
                <a:off x="1068679" y="5453664"/>
                <a:ext cx="84524" cy="84524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240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82" name="椭圆 129">
                <a:extLst>
                  <a:ext uri="{FF2B5EF4-FFF2-40B4-BE49-F238E27FC236}">
                    <a16:creationId xmlns:a16="http://schemas.microsoft.com/office/drawing/2014/main" id="{1EF3298A-12E6-EC14-1B56-5DDF5E67343F}"/>
                  </a:ext>
                </a:extLst>
              </p:cNvPr>
              <p:cNvSpPr/>
              <p:nvPr/>
            </p:nvSpPr>
            <p:spPr>
              <a:xfrm>
                <a:off x="1229070" y="5651124"/>
                <a:ext cx="84524" cy="84524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240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83" name="椭圆 130">
                <a:extLst>
                  <a:ext uri="{FF2B5EF4-FFF2-40B4-BE49-F238E27FC236}">
                    <a16:creationId xmlns:a16="http://schemas.microsoft.com/office/drawing/2014/main" id="{FEB7C1BC-EE07-EBA0-D21F-185262796593}"/>
                  </a:ext>
                </a:extLst>
              </p:cNvPr>
              <p:cNvSpPr/>
              <p:nvPr/>
            </p:nvSpPr>
            <p:spPr>
              <a:xfrm>
                <a:off x="869729" y="4758335"/>
                <a:ext cx="84524" cy="84524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240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84" name="椭圆 131">
                <a:extLst>
                  <a:ext uri="{FF2B5EF4-FFF2-40B4-BE49-F238E27FC236}">
                    <a16:creationId xmlns:a16="http://schemas.microsoft.com/office/drawing/2014/main" id="{662EC2AA-20C8-74C5-A419-74315931F99A}"/>
                  </a:ext>
                </a:extLst>
              </p:cNvPr>
              <p:cNvSpPr/>
              <p:nvPr/>
            </p:nvSpPr>
            <p:spPr>
              <a:xfrm>
                <a:off x="936130" y="5080186"/>
                <a:ext cx="84524" cy="84524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240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85" name="椭圆 134">
                <a:extLst>
                  <a:ext uri="{FF2B5EF4-FFF2-40B4-BE49-F238E27FC236}">
                    <a16:creationId xmlns:a16="http://schemas.microsoft.com/office/drawing/2014/main" id="{EA3BDD5F-B97C-F08A-6A7B-3BA4311A8675}"/>
                  </a:ext>
                </a:extLst>
              </p:cNvPr>
              <p:cNvSpPr/>
              <p:nvPr/>
            </p:nvSpPr>
            <p:spPr>
              <a:xfrm>
                <a:off x="1136682" y="5316437"/>
                <a:ext cx="84524" cy="84524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240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86" name="椭圆 135">
                <a:extLst>
                  <a:ext uri="{FF2B5EF4-FFF2-40B4-BE49-F238E27FC236}">
                    <a16:creationId xmlns:a16="http://schemas.microsoft.com/office/drawing/2014/main" id="{87362254-567E-67E8-FEB3-0DD9DFC2CCF6}"/>
                  </a:ext>
                </a:extLst>
              </p:cNvPr>
              <p:cNvSpPr/>
              <p:nvPr/>
            </p:nvSpPr>
            <p:spPr>
              <a:xfrm>
                <a:off x="1052636" y="5221472"/>
                <a:ext cx="84524" cy="84524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240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87" name="椭圆 136">
                <a:extLst>
                  <a:ext uri="{FF2B5EF4-FFF2-40B4-BE49-F238E27FC236}">
                    <a16:creationId xmlns:a16="http://schemas.microsoft.com/office/drawing/2014/main" id="{6015C6E6-44ED-BDBE-8793-00C6917BBE10}"/>
                  </a:ext>
                </a:extLst>
              </p:cNvPr>
              <p:cNvSpPr/>
              <p:nvPr/>
            </p:nvSpPr>
            <p:spPr>
              <a:xfrm>
                <a:off x="1319571" y="5399323"/>
                <a:ext cx="84524" cy="84524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240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88" name="椭圆 137">
                <a:extLst>
                  <a:ext uri="{FF2B5EF4-FFF2-40B4-BE49-F238E27FC236}">
                    <a16:creationId xmlns:a16="http://schemas.microsoft.com/office/drawing/2014/main" id="{9A2EBB4C-7F5E-DD14-B08A-EC1A2DD002B7}"/>
                  </a:ext>
                </a:extLst>
              </p:cNvPr>
              <p:cNvSpPr/>
              <p:nvPr/>
            </p:nvSpPr>
            <p:spPr>
              <a:xfrm>
                <a:off x="1404095" y="4999798"/>
                <a:ext cx="84524" cy="84524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240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89" name="矩形 138">
                <a:extLst>
                  <a:ext uri="{FF2B5EF4-FFF2-40B4-BE49-F238E27FC236}">
                    <a16:creationId xmlns:a16="http://schemas.microsoft.com/office/drawing/2014/main" id="{7B1E9D0A-91A0-E0AB-AE2B-F666670FD8CD}"/>
                  </a:ext>
                </a:extLst>
              </p:cNvPr>
              <p:cNvSpPr/>
              <p:nvPr/>
            </p:nvSpPr>
            <p:spPr>
              <a:xfrm>
                <a:off x="1424262" y="4697671"/>
                <a:ext cx="93855" cy="92728"/>
              </a:xfrm>
              <a:prstGeom prst="rect">
                <a:avLst/>
              </a:prstGeom>
              <a:solidFill>
                <a:srgbClr val="00B05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240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90" name="矩形 139">
                <a:extLst>
                  <a:ext uri="{FF2B5EF4-FFF2-40B4-BE49-F238E27FC236}">
                    <a16:creationId xmlns:a16="http://schemas.microsoft.com/office/drawing/2014/main" id="{9FDE702D-1B8A-508F-CDB1-2CCF85AE06F7}"/>
                  </a:ext>
                </a:extLst>
              </p:cNvPr>
              <p:cNvSpPr/>
              <p:nvPr/>
            </p:nvSpPr>
            <p:spPr>
              <a:xfrm>
                <a:off x="1389007" y="5209095"/>
                <a:ext cx="93855" cy="92728"/>
              </a:xfrm>
              <a:prstGeom prst="rect">
                <a:avLst/>
              </a:prstGeom>
              <a:solidFill>
                <a:srgbClr val="00B05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240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91" name="矩形 140">
                <a:extLst>
                  <a:ext uri="{FF2B5EF4-FFF2-40B4-BE49-F238E27FC236}">
                    <a16:creationId xmlns:a16="http://schemas.microsoft.com/office/drawing/2014/main" id="{6677DFA1-BC64-77BE-D434-7B492928D251}"/>
                  </a:ext>
                </a:extLst>
              </p:cNvPr>
              <p:cNvSpPr/>
              <p:nvPr/>
            </p:nvSpPr>
            <p:spPr>
              <a:xfrm>
                <a:off x="1524252" y="5308233"/>
                <a:ext cx="93855" cy="92728"/>
              </a:xfrm>
              <a:prstGeom prst="rect">
                <a:avLst/>
              </a:prstGeom>
              <a:solidFill>
                <a:srgbClr val="00B05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240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92" name="矩形 141">
                <a:extLst>
                  <a:ext uri="{FF2B5EF4-FFF2-40B4-BE49-F238E27FC236}">
                    <a16:creationId xmlns:a16="http://schemas.microsoft.com/office/drawing/2014/main" id="{92F85412-7786-E03F-F61B-A07BABDCE630}"/>
                  </a:ext>
                </a:extLst>
              </p:cNvPr>
              <p:cNvSpPr/>
              <p:nvPr/>
            </p:nvSpPr>
            <p:spPr>
              <a:xfrm>
                <a:off x="1681588" y="5400413"/>
                <a:ext cx="93855" cy="92728"/>
              </a:xfrm>
              <a:prstGeom prst="rect">
                <a:avLst/>
              </a:prstGeom>
              <a:solidFill>
                <a:srgbClr val="00B05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240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93" name="矩形 142">
                <a:extLst>
                  <a:ext uri="{FF2B5EF4-FFF2-40B4-BE49-F238E27FC236}">
                    <a16:creationId xmlns:a16="http://schemas.microsoft.com/office/drawing/2014/main" id="{28FFC29E-66B2-9891-9EFD-F5833CA19866}"/>
                  </a:ext>
                </a:extLst>
              </p:cNvPr>
              <p:cNvSpPr/>
              <p:nvPr/>
            </p:nvSpPr>
            <p:spPr>
              <a:xfrm>
                <a:off x="1563444" y="4761974"/>
                <a:ext cx="93855" cy="92728"/>
              </a:xfrm>
              <a:prstGeom prst="rect">
                <a:avLst/>
              </a:prstGeom>
              <a:solidFill>
                <a:srgbClr val="00B05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240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94" name="矩形 143">
                <a:extLst>
                  <a:ext uri="{FF2B5EF4-FFF2-40B4-BE49-F238E27FC236}">
                    <a16:creationId xmlns:a16="http://schemas.microsoft.com/office/drawing/2014/main" id="{9784B8E1-C6A6-32BD-2CA6-78488000FEA3}"/>
                  </a:ext>
                </a:extLst>
              </p:cNvPr>
              <p:cNvSpPr/>
              <p:nvPr/>
            </p:nvSpPr>
            <p:spPr>
              <a:xfrm>
                <a:off x="1609066" y="4930859"/>
                <a:ext cx="93855" cy="92728"/>
              </a:xfrm>
              <a:prstGeom prst="rect">
                <a:avLst/>
              </a:prstGeom>
              <a:solidFill>
                <a:srgbClr val="00B05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240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95" name="矩形 144">
                <a:extLst>
                  <a:ext uri="{FF2B5EF4-FFF2-40B4-BE49-F238E27FC236}">
                    <a16:creationId xmlns:a16="http://schemas.microsoft.com/office/drawing/2014/main" id="{EB4D103B-FA05-B1C3-437B-785813401909}"/>
                  </a:ext>
                </a:extLst>
              </p:cNvPr>
              <p:cNvSpPr/>
              <p:nvPr/>
            </p:nvSpPr>
            <p:spPr>
              <a:xfrm>
                <a:off x="1095368" y="4673099"/>
                <a:ext cx="93855" cy="92728"/>
              </a:xfrm>
              <a:prstGeom prst="rect">
                <a:avLst/>
              </a:prstGeom>
              <a:solidFill>
                <a:srgbClr val="00B05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240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96" name="矩形 145">
                <a:extLst>
                  <a:ext uri="{FF2B5EF4-FFF2-40B4-BE49-F238E27FC236}">
                    <a16:creationId xmlns:a16="http://schemas.microsoft.com/office/drawing/2014/main" id="{8D8660B7-977A-A90B-75CA-B10FF2084245}"/>
                  </a:ext>
                </a:extLst>
              </p:cNvPr>
              <p:cNvSpPr/>
              <p:nvPr/>
            </p:nvSpPr>
            <p:spPr>
              <a:xfrm>
                <a:off x="1321566" y="4865885"/>
                <a:ext cx="93855" cy="92728"/>
              </a:xfrm>
              <a:prstGeom prst="rect">
                <a:avLst/>
              </a:prstGeom>
              <a:solidFill>
                <a:srgbClr val="00B05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240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97" name="矩形 146">
                <a:extLst>
                  <a:ext uri="{FF2B5EF4-FFF2-40B4-BE49-F238E27FC236}">
                    <a16:creationId xmlns:a16="http://schemas.microsoft.com/office/drawing/2014/main" id="{CBC9BE84-7802-A90F-A83F-99E145B641FC}"/>
                  </a:ext>
                </a:extLst>
              </p:cNvPr>
              <p:cNvSpPr/>
              <p:nvPr/>
            </p:nvSpPr>
            <p:spPr>
              <a:xfrm>
                <a:off x="1371619" y="5543619"/>
                <a:ext cx="93855" cy="92728"/>
              </a:xfrm>
              <a:prstGeom prst="rect">
                <a:avLst/>
              </a:prstGeom>
              <a:solidFill>
                <a:srgbClr val="00B05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240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98" name="矩形 147">
                <a:extLst>
                  <a:ext uri="{FF2B5EF4-FFF2-40B4-BE49-F238E27FC236}">
                    <a16:creationId xmlns:a16="http://schemas.microsoft.com/office/drawing/2014/main" id="{B5057C9A-9A10-4060-63B6-77B3838272C9}"/>
                  </a:ext>
                </a:extLst>
              </p:cNvPr>
              <p:cNvSpPr/>
              <p:nvPr/>
            </p:nvSpPr>
            <p:spPr>
              <a:xfrm>
                <a:off x="1829326" y="4889605"/>
                <a:ext cx="93855" cy="92728"/>
              </a:xfrm>
              <a:prstGeom prst="rect">
                <a:avLst/>
              </a:prstGeom>
              <a:solidFill>
                <a:srgbClr val="00B05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240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99" name="矩形 148">
                <a:extLst>
                  <a:ext uri="{FF2B5EF4-FFF2-40B4-BE49-F238E27FC236}">
                    <a16:creationId xmlns:a16="http://schemas.microsoft.com/office/drawing/2014/main" id="{82D8D354-4963-CA6D-1271-335C17B7FA31}"/>
                  </a:ext>
                </a:extLst>
              </p:cNvPr>
              <p:cNvSpPr/>
              <p:nvPr/>
            </p:nvSpPr>
            <p:spPr>
              <a:xfrm>
                <a:off x="1958032" y="5051369"/>
                <a:ext cx="93855" cy="92728"/>
              </a:xfrm>
              <a:prstGeom prst="rect">
                <a:avLst/>
              </a:prstGeom>
              <a:solidFill>
                <a:srgbClr val="00B05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240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00" name="矩形 149">
                <a:extLst>
                  <a:ext uri="{FF2B5EF4-FFF2-40B4-BE49-F238E27FC236}">
                    <a16:creationId xmlns:a16="http://schemas.microsoft.com/office/drawing/2014/main" id="{2E1BCB59-82A8-2964-DB62-A6AB87532229}"/>
                  </a:ext>
                </a:extLst>
              </p:cNvPr>
              <p:cNvSpPr/>
              <p:nvPr/>
            </p:nvSpPr>
            <p:spPr>
              <a:xfrm>
                <a:off x="1818555" y="5155206"/>
                <a:ext cx="93855" cy="92728"/>
              </a:xfrm>
              <a:prstGeom prst="rect">
                <a:avLst/>
              </a:prstGeom>
              <a:solidFill>
                <a:srgbClr val="00B05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240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01" name="矩形 150">
                <a:extLst>
                  <a:ext uri="{FF2B5EF4-FFF2-40B4-BE49-F238E27FC236}">
                    <a16:creationId xmlns:a16="http://schemas.microsoft.com/office/drawing/2014/main" id="{8D982251-1C50-F688-7C5D-933901BABBBB}"/>
                  </a:ext>
                </a:extLst>
              </p:cNvPr>
              <p:cNvSpPr/>
              <p:nvPr/>
            </p:nvSpPr>
            <p:spPr>
              <a:xfrm>
                <a:off x="1968803" y="5389362"/>
                <a:ext cx="93855" cy="92728"/>
              </a:xfrm>
              <a:prstGeom prst="rect">
                <a:avLst/>
              </a:prstGeom>
              <a:solidFill>
                <a:srgbClr val="00B05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240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02" name="矩形 151">
                <a:extLst>
                  <a:ext uri="{FF2B5EF4-FFF2-40B4-BE49-F238E27FC236}">
                    <a16:creationId xmlns:a16="http://schemas.microsoft.com/office/drawing/2014/main" id="{1901C619-56C7-668C-A5A2-46B507C584B7}"/>
                  </a:ext>
                </a:extLst>
              </p:cNvPr>
              <p:cNvSpPr/>
              <p:nvPr/>
            </p:nvSpPr>
            <p:spPr>
              <a:xfrm>
                <a:off x="1829326" y="5493199"/>
                <a:ext cx="93855" cy="92728"/>
              </a:xfrm>
              <a:prstGeom prst="rect">
                <a:avLst/>
              </a:prstGeom>
              <a:solidFill>
                <a:srgbClr val="00B05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240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03" name="椭圆 152">
                <a:extLst>
                  <a:ext uri="{FF2B5EF4-FFF2-40B4-BE49-F238E27FC236}">
                    <a16:creationId xmlns:a16="http://schemas.microsoft.com/office/drawing/2014/main" id="{65D4ADC6-E2BC-B495-5D7B-73ECD8EFD68B}"/>
                  </a:ext>
                </a:extLst>
              </p:cNvPr>
              <p:cNvSpPr/>
              <p:nvPr/>
            </p:nvSpPr>
            <p:spPr>
              <a:xfrm>
                <a:off x="1585819" y="5634586"/>
                <a:ext cx="84524" cy="84524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240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04" name="椭圆 153">
                <a:extLst>
                  <a:ext uri="{FF2B5EF4-FFF2-40B4-BE49-F238E27FC236}">
                    <a16:creationId xmlns:a16="http://schemas.microsoft.com/office/drawing/2014/main" id="{6E0DC19B-2DFC-DB9C-3AB4-11FDB6417E61}"/>
                  </a:ext>
                </a:extLst>
              </p:cNvPr>
              <p:cNvSpPr/>
              <p:nvPr/>
            </p:nvSpPr>
            <p:spPr>
              <a:xfrm>
                <a:off x="911991" y="4368737"/>
                <a:ext cx="84524" cy="84524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240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05" name="椭圆 154">
                <a:extLst>
                  <a:ext uri="{FF2B5EF4-FFF2-40B4-BE49-F238E27FC236}">
                    <a16:creationId xmlns:a16="http://schemas.microsoft.com/office/drawing/2014/main" id="{659A1863-7187-7290-804A-E855A8850470}"/>
                  </a:ext>
                </a:extLst>
              </p:cNvPr>
              <p:cNvSpPr/>
              <p:nvPr/>
            </p:nvSpPr>
            <p:spPr>
              <a:xfrm>
                <a:off x="941980" y="4884370"/>
                <a:ext cx="84524" cy="84524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240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06" name="椭圆 155">
                <a:extLst>
                  <a:ext uri="{FF2B5EF4-FFF2-40B4-BE49-F238E27FC236}">
                    <a16:creationId xmlns:a16="http://schemas.microsoft.com/office/drawing/2014/main" id="{11319417-74C1-2222-F78D-45E3CDDD6FD9}"/>
                  </a:ext>
                </a:extLst>
              </p:cNvPr>
              <p:cNvSpPr/>
              <p:nvPr/>
            </p:nvSpPr>
            <p:spPr>
              <a:xfrm>
                <a:off x="1435935" y="5689776"/>
                <a:ext cx="84524" cy="84524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240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07" name="矩形 156">
                <a:extLst>
                  <a:ext uri="{FF2B5EF4-FFF2-40B4-BE49-F238E27FC236}">
                    <a16:creationId xmlns:a16="http://schemas.microsoft.com/office/drawing/2014/main" id="{D1C9E2E1-BD66-A202-ED35-A506DF51392E}"/>
                  </a:ext>
                </a:extLst>
              </p:cNvPr>
              <p:cNvSpPr/>
              <p:nvPr/>
            </p:nvSpPr>
            <p:spPr>
              <a:xfrm>
                <a:off x="2139295" y="5499316"/>
                <a:ext cx="93855" cy="92728"/>
              </a:xfrm>
              <a:prstGeom prst="rect">
                <a:avLst/>
              </a:prstGeom>
              <a:solidFill>
                <a:srgbClr val="00B05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240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08" name="椭圆 157">
                <a:extLst>
                  <a:ext uri="{FF2B5EF4-FFF2-40B4-BE49-F238E27FC236}">
                    <a16:creationId xmlns:a16="http://schemas.microsoft.com/office/drawing/2014/main" id="{2F0253C4-2FB0-6DE2-EAA8-C5BF9319613B}"/>
                  </a:ext>
                </a:extLst>
              </p:cNvPr>
              <p:cNvSpPr/>
              <p:nvPr/>
            </p:nvSpPr>
            <p:spPr>
              <a:xfrm>
                <a:off x="1849012" y="5689776"/>
                <a:ext cx="84524" cy="84524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240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09" name="矩形 158">
                <a:extLst>
                  <a:ext uri="{FF2B5EF4-FFF2-40B4-BE49-F238E27FC236}">
                    <a16:creationId xmlns:a16="http://schemas.microsoft.com/office/drawing/2014/main" id="{E26F0723-0197-861D-6772-D3F2D80A2EC0}"/>
                  </a:ext>
                </a:extLst>
              </p:cNvPr>
              <p:cNvSpPr/>
              <p:nvPr/>
            </p:nvSpPr>
            <p:spPr>
              <a:xfrm>
                <a:off x="1646498" y="5104812"/>
                <a:ext cx="93855" cy="92728"/>
              </a:xfrm>
              <a:prstGeom prst="rect">
                <a:avLst/>
              </a:prstGeom>
              <a:solidFill>
                <a:srgbClr val="00B05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240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10" name="矩形 159">
                <a:extLst>
                  <a:ext uri="{FF2B5EF4-FFF2-40B4-BE49-F238E27FC236}">
                    <a16:creationId xmlns:a16="http://schemas.microsoft.com/office/drawing/2014/main" id="{A232B0C0-18C3-8E85-685A-FC58557E5521}"/>
                  </a:ext>
                </a:extLst>
              </p:cNvPr>
              <p:cNvSpPr/>
              <p:nvPr/>
            </p:nvSpPr>
            <p:spPr>
              <a:xfrm>
                <a:off x="1230762" y="5003291"/>
                <a:ext cx="93855" cy="92728"/>
              </a:xfrm>
              <a:prstGeom prst="rect">
                <a:avLst/>
              </a:prstGeom>
              <a:solidFill>
                <a:srgbClr val="00B05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240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11" name="椭圆 160">
                <a:extLst>
                  <a:ext uri="{FF2B5EF4-FFF2-40B4-BE49-F238E27FC236}">
                    <a16:creationId xmlns:a16="http://schemas.microsoft.com/office/drawing/2014/main" id="{ADDAB683-8019-FC73-1B8B-6BABCF171B7D}"/>
                  </a:ext>
                </a:extLst>
              </p:cNvPr>
              <p:cNvSpPr/>
              <p:nvPr/>
            </p:nvSpPr>
            <p:spPr>
              <a:xfrm>
                <a:off x="2225077" y="5730801"/>
                <a:ext cx="84524" cy="84524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240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12" name="椭圆 161">
                <a:extLst>
                  <a:ext uri="{FF2B5EF4-FFF2-40B4-BE49-F238E27FC236}">
                    <a16:creationId xmlns:a16="http://schemas.microsoft.com/office/drawing/2014/main" id="{12DA9003-28AF-7B6C-6D3C-2F1F58C9C680}"/>
                  </a:ext>
                </a:extLst>
              </p:cNvPr>
              <p:cNvSpPr/>
              <p:nvPr/>
            </p:nvSpPr>
            <p:spPr>
              <a:xfrm>
                <a:off x="911991" y="4549887"/>
                <a:ext cx="84524" cy="84524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240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13" name="矩形 162">
                <a:extLst>
                  <a:ext uri="{FF2B5EF4-FFF2-40B4-BE49-F238E27FC236}">
                    <a16:creationId xmlns:a16="http://schemas.microsoft.com/office/drawing/2014/main" id="{571DD092-E1D5-6839-A26C-81B93C25C149}"/>
                  </a:ext>
                </a:extLst>
              </p:cNvPr>
              <p:cNvSpPr/>
              <p:nvPr/>
            </p:nvSpPr>
            <p:spPr>
              <a:xfrm>
                <a:off x="1127351" y="4454885"/>
                <a:ext cx="93855" cy="92728"/>
              </a:xfrm>
              <a:prstGeom prst="rect">
                <a:avLst/>
              </a:prstGeom>
              <a:solidFill>
                <a:srgbClr val="00B05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240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14" name="矩形 163">
                <a:extLst>
                  <a:ext uri="{FF2B5EF4-FFF2-40B4-BE49-F238E27FC236}">
                    <a16:creationId xmlns:a16="http://schemas.microsoft.com/office/drawing/2014/main" id="{C4374AD0-2E9D-BAB1-639C-97105D0D6C76}"/>
                  </a:ext>
                </a:extLst>
              </p:cNvPr>
              <p:cNvSpPr/>
              <p:nvPr/>
            </p:nvSpPr>
            <p:spPr>
              <a:xfrm>
                <a:off x="1114575" y="4838020"/>
                <a:ext cx="93855" cy="92728"/>
              </a:xfrm>
              <a:prstGeom prst="rect">
                <a:avLst/>
              </a:prstGeom>
              <a:solidFill>
                <a:srgbClr val="00B05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240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15" name="矩形 164">
                <a:extLst>
                  <a:ext uri="{FF2B5EF4-FFF2-40B4-BE49-F238E27FC236}">
                    <a16:creationId xmlns:a16="http://schemas.microsoft.com/office/drawing/2014/main" id="{BD7AA2C8-F8D6-BD12-4C49-6F40D71144BF}"/>
                  </a:ext>
                </a:extLst>
              </p:cNvPr>
              <p:cNvSpPr/>
              <p:nvPr/>
            </p:nvSpPr>
            <p:spPr>
              <a:xfrm>
                <a:off x="2394765" y="5490207"/>
                <a:ext cx="93855" cy="92728"/>
              </a:xfrm>
              <a:prstGeom prst="rect">
                <a:avLst/>
              </a:prstGeom>
              <a:solidFill>
                <a:srgbClr val="00B05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240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16" name="椭圆 165">
                <a:extLst>
                  <a:ext uri="{FF2B5EF4-FFF2-40B4-BE49-F238E27FC236}">
                    <a16:creationId xmlns:a16="http://schemas.microsoft.com/office/drawing/2014/main" id="{8B4E8789-9D66-2B1A-1010-3099F88F7E96}"/>
                  </a:ext>
                </a:extLst>
              </p:cNvPr>
              <p:cNvSpPr/>
              <p:nvPr/>
            </p:nvSpPr>
            <p:spPr>
              <a:xfrm>
                <a:off x="2012173" y="5754174"/>
                <a:ext cx="84524" cy="84524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240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17" name="椭圆 166">
                <a:extLst>
                  <a:ext uri="{FF2B5EF4-FFF2-40B4-BE49-F238E27FC236}">
                    <a16:creationId xmlns:a16="http://schemas.microsoft.com/office/drawing/2014/main" id="{F1ACB8EF-6C83-CACC-3F1C-A16603824245}"/>
                  </a:ext>
                </a:extLst>
              </p:cNvPr>
              <p:cNvSpPr/>
              <p:nvPr/>
            </p:nvSpPr>
            <p:spPr>
              <a:xfrm>
                <a:off x="2417888" y="5721225"/>
                <a:ext cx="84524" cy="84524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240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</p:grpSp>
      <p:sp>
        <p:nvSpPr>
          <p:cNvPr id="118" name="文本框 167">
            <a:extLst>
              <a:ext uri="{FF2B5EF4-FFF2-40B4-BE49-F238E27FC236}">
                <a16:creationId xmlns:a16="http://schemas.microsoft.com/office/drawing/2014/main" id="{F0DBEEBF-9FF2-4556-A375-A18E25268ABB}"/>
              </a:ext>
            </a:extLst>
          </p:cNvPr>
          <p:cNvSpPr txBox="1"/>
          <p:nvPr/>
        </p:nvSpPr>
        <p:spPr>
          <a:xfrm>
            <a:off x="2304123" y="6105030"/>
            <a:ext cx="180802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good fitting</a:t>
            </a:r>
            <a:endParaRPr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9" name="文本框 168">
            <a:extLst>
              <a:ext uri="{FF2B5EF4-FFF2-40B4-BE49-F238E27FC236}">
                <a16:creationId xmlns:a16="http://schemas.microsoft.com/office/drawing/2014/main" id="{C244ABAF-3B63-390C-2C89-39D9C9AA8BB9}"/>
              </a:ext>
            </a:extLst>
          </p:cNvPr>
          <p:cNvSpPr txBox="1"/>
          <p:nvPr/>
        </p:nvSpPr>
        <p:spPr>
          <a:xfrm>
            <a:off x="6565972" y="6140493"/>
            <a:ext cx="180802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good fitting</a:t>
            </a:r>
            <a:endParaRPr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0" name="文本框 169">
            <a:extLst>
              <a:ext uri="{FF2B5EF4-FFF2-40B4-BE49-F238E27FC236}">
                <a16:creationId xmlns:a16="http://schemas.microsoft.com/office/drawing/2014/main" id="{43E45214-797E-A7BF-3F30-070B734A8FDF}"/>
              </a:ext>
            </a:extLst>
          </p:cNvPr>
          <p:cNvSpPr txBox="1"/>
          <p:nvPr/>
        </p:nvSpPr>
        <p:spPr>
          <a:xfrm>
            <a:off x="2262011" y="3758172"/>
            <a:ext cx="198621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underfitting</a:t>
            </a:r>
            <a:endParaRPr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1" name="文本框 170">
            <a:extLst>
              <a:ext uri="{FF2B5EF4-FFF2-40B4-BE49-F238E27FC236}">
                <a16:creationId xmlns:a16="http://schemas.microsoft.com/office/drawing/2014/main" id="{D1DD3B38-AE39-55ED-C705-92F4A950EAB2}"/>
              </a:ext>
            </a:extLst>
          </p:cNvPr>
          <p:cNvSpPr txBox="1"/>
          <p:nvPr/>
        </p:nvSpPr>
        <p:spPr>
          <a:xfrm>
            <a:off x="6512812" y="3739787"/>
            <a:ext cx="180943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underfitting</a:t>
            </a:r>
            <a:endParaRPr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544778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18" grpId="0"/>
      <p:bldP spid="119" grpId="0"/>
      <p:bldP spid="120" grpId="0"/>
      <p:bldP spid="121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F8A487A5-99BF-B4FE-B346-51D459F3B2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/>
          <a:lstStyle/>
          <a:p>
            <a:r>
              <a:rPr lang="en-GB" dirty="0"/>
              <a:t>Underfitting</a:t>
            </a:r>
          </a:p>
        </p:txBody>
      </p:sp>
      <p:grpSp>
        <p:nvGrpSpPr>
          <p:cNvPr id="2" name="组合 9">
            <a:extLst>
              <a:ext uri="{FF2B5EF4-FFF2-40B4-BE49-F238E27FC236}">
                <a16:creationId xmlns:a16="http://schemas.microsoft.com/office/drawing/2014/main" id="{E227D445-71A8-E819-188F-2E954D4975E0}"/>
              </a:ext>
            </a:extLst>
          </p:cNvPr>
          <p:cNvGrpSpPr/>
          <p:nvPr/>
        </p:nvGrpSpPr>
        <p:grpSpPr>
          <a:xfrm>
            <a:off x="1484033" y="1897472"/>
            <a:ext cx="2505097" cy="1908544"/>
            <a:chOff x="988828" y="1520456"/>
            <a:chExt cx="2505097" cy="1908544"/>
          </a:xfrm>
        </p:grpSpPr>
        <p:cxnSp>
          <p:nvCxnSpPr>
            <p:cNvPr id="3" name="直接箭头连接符 10">
              <a:extLst>
                <a:ext uri="{FF2B5EF4-FFF2-40B4-BE49-F238E27FC236}">
                  <a16:creationId xmlns:a16="http://schemas.microsoft.com/office/drawing/2014/main" id="{C055015C-4952-8150-A463-3ACF7F7724FE}"/>
                </a:ext>
              </a:extLst>
            </p:cNvPr>
            <p:cNvCxnSpPr/>
            <p:nvPr/>
          </p:nvCxnSpPr>
          <p:spPr>
            <a:xfrm>
              <a:off x="988828" y="3211032"/>
              <a:ext cx="2402959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" name="直接箭头连接符 13">
              <a:extLst>
                <a:ext uri="{FF2B5EF4-FFF2-40B4-BE49-F238E27FC236}">
                  <a16:creationId xmlns:a16="http://schemas.microsoft.com/office/drawing/2014/main" id="{2D051C50-8F4C-886A-56E0-AA20DA7DA43D}"/>
                </a:ext>
              </a:extLst>
            </p:cNvPr>
            <p:cNvCxnSpPr/>
            <p:nvPr/>
          </p:nvCxnSpPr>
          <p:spPr>
            <a:xfrm flipV="1">
              <a:off x="1116419" y="1520456"/>
              <a:ext cx="0" cy="1908544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" name="椭圆 14">
              <a:extLst>
                <a:ext uri="{FF2B5EF4-FFF2-40B4-BE49-F238E27FC236}">
                  <a16:creationId xmlns:a16="http://schemas.microsoft.com/office/drawing/2014/main" id="{FFBBCD11-9FCA-2B22-3F98-5DD1AB8F8604}"/>
                </a:ext>
              </a:extLst>
            </p:cNvPr>
            <p:cNvSpPr/>
            <p:nvPr/>
          </p:nvSpPr>
          <p:spPr>
            <a:xfrm>
              <a:off x="1298602" y="2735516"/>
              <a:ext cx="84524" cy="84524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" name="椭圆 15">
              <a:extLst>
                <a:ext uri="{FF2B5EF4-FFF2-40B4-BE49-F238E27FC236}">
                  <a16:creationId xmlns:a16="http://schemas.microsoft.com/office/drawing/2014/main" id="{1E123EA3-D66A-96B1-EE0F-6CE78022563B}"/>
                </a:ext>
              </a:extLst>
            </p:cNvPr>
            <p:cNvSpPr/>
            <p:nvPr/>
          </p:nvSpPr>
          <p:spPr>
            <a:xfrm>
              <a:off x="1621868" y="2678365"/>
              <a:ext cx="84524" cy="84524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" name="椭圆 16">
              <a:extLst>
                <a:ext uri="{FF2B5EF4-FFF2-40B4-BE49-F238E27FC236}">
                  <a16:creationId xmlns:a16="http://schemas.microsoft.com/office/drawing/2014/main" id="{D1B71239-C8EF-00FC-A639-1A3A5AF7592B}"/>
                </a:ext>
              </a:extLst>
            </p:cNvPr>
            <p:cNvSpPr/>
            <p:nvPr/>
          </p:nvSpPr>
          <p:spPr>
            <a:xfrm>
              <a:off x="1775256" y="2461981"/>
              <a:ext cx="84524" cy="84524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" name="椭圆 17">
              <a:extLst>
                <a:ext uri="{FF2B5EF4-FFF2-40B4-BE49-F238E27FC236}">
                  <a16:creationId xmlns:a16="http://schemas.microsoft.com/office/drawing/2014/main" id="{E7A69E41-6AFB-F155-17A2-1F0EFC2E0856}"/>
                </a:ext>
              </a:extLst>
            </p:cNvPr>
            <p:cNvSpPr/>
            <p:nvPr/>
          </p:nvSpPr>
          <p:spPr>
            <a:xfrm>
              <a:off x="2211841" y="2390204"/>
              <a:ext cx="84524" cy="84524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" name="椭圆 19">
              <a:extLst>
                <a:ext uri="{FF2B5EF4-FFF2-40B4-BE49-F238E27FC236}">
                  <a16:creationId xmlns:a16="http://schemas.microsoft.com/office/drawing/2014/main" id="{5677F4B4-CCA4-8B2C-80BC-18BAC837CFA7}"/>
                </a:ext>
              </a:extLst>
            </p:cNvPr>
            <p:cNvSpPr/>
            <p:nvPr/>
          </p:nvSpPr>
          <p:spPr>
            <a:xfrm>
              <a:off x="2296365" y="2067922"/>
              <a:ext cx="84524" cy="84524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" name="椭圆 20">
              <a:extLst>
                <a:ext uri="{FF2B5EF4-FFF2-40B4-BE49-F238E27FC236}">
                  <a16:creationId xmlns:a16="http://schemas.microsoft.com/office/drawing/2014/main" id="{599CB48C-43F5-E0DE-6374-FDBBA2B2E1DE}"/>
                </a:ext>
              </a:extLst>
            </p:cNvPr>
            <p:cNvSpPr/>
            <p:nvPr/>
          </p:nvSpPr>
          <p:spPr>
            <a:xfrm>
              <a:off x="2687251" y="2121346"/>
              <a:ext cx="84524" cy="84524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" name="椭圆 22">
              <a:extLst>
                <a:ext uri="{FF2B5EF4-FFF2-40B4-BE49-F238E27FC236}">
                  <a16:creationId xmlns:a16="http://schemas.microsoft.com/office/drawing/2014/main" id="{F5E90781-EF1D-A039-7F98-F91C87E7894B}"/>
                </a:ext>
              </a:extLst>
            </p:cNvPr>
            <p:cNvSpPr/>
            <p:nvPr/>
          </p:nvSpPr>
          <p:spPr>
            <a:xfrm>
              <a:off x="2862703" y="1900324"/>
              <a:ext cx="84524" cy="84524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" name="椭圆 23">
              <a:extLst>
                <a:ext uri="{FF2B5EF4-FFF2-40B4-BE49-F238E27FC236}">
                  <a16:creationId xmlns:a16="http://schemas.microsoft.com/office/drawing/2014/main" id="{36848219-088D-2EEE-7F59-906EC35209B5}"/>
                </a:ext>
              </a:extLst>
            </p:cNvPr>
            <p:cNvSpPr/>
            <p:nvPr/>
          </p:nvSpPr>
          <p:spPr>
            <a:xfrm>
              <a:off x="2432117" y="2414663"/>
              <a:ext cx="84524" cy="84524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" name="椭圆 24">
              <a:extLst>
                <a:ext uri="{FF2B5EF4-FFF2-40B4-BE49-F238E27FC236}">
                  <a16:creationId xmlns:a16="http://schemas.microsoft.com/office/drawing/2014/main" id="{E5CE42EE-805C-DD30-BD31-A6D516D4DAE4}"/>
                </a:ext>
              </a:extLst>
            </p:cNvPr>
            <p:cNvSpPr/>
            <p:nvPr/>
          </p:nvSpPr>
          <p:spPr>
            <a:xfrm>
              <a:off x="1214078" y="2963368"/>
              <a:ext cx="84524" cy="84524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" name="椭圆 25">
              <a:extLst>
                <a:ext uri="{FF2B5EF4-FFF2-40B4-BE49-F238E27FC236}">
                  <a16:creationId xmlns:a16="http://schemas.microsoft.com/office/drawing/2014/main" id="{C466819D-5611-7072-AA18-BE421A2B73AA}"/>
                </a:ext>
              </a:extLst>
            </p:cNvPr>
            <p:cNvSpPr/>
            <p:nvPr/>
          </p:nvSpPr>
          <p:spPr>
            <a:xfrm>
              <a:off x="1974600" y="2468444"/>
              <a:ext cx="84524" cy="84524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16" name="直接连接符 26">
              <a:extLst>
                <a:ext uri="{FF2B5EF4-FFF2-40B4-BE49-F238E27FC236}">
                  <a16:creationId xmlns:a16="http://schemas.microsoft.com/office/drawing/2014/main" id="{EEDA2EB7-9E99-6A52-0343-BE7900F6C4E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88210" y="1995490"/>
              <a:ext cx="2405715" cy="1080271"/>
            </a:xfrm>
            <a:prstGeom prst="line">
              <a:avLst/>
            </a:prstGeom>
            <a:ln w="25400">
              <a:solidFill>
                <a:schemeClr val="accent2"/>
              </a:solidFill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</p:grpSp>
      <p:sp>
        <p:nvSpPr>
          <p:cNvPr id="17" name="文本框 41">
            <a:extLst>
              <a:ext uri="{FF2B5EF4-FFF2-40B4-BE49-F238E27FC236}">
                <a16:creationId xmlns:a16="http://schemas.microsoft.com/office/drawing/2014/main" id="{BD76BC7B-37DE-71B5-880F-6FE308254FA6}"/>
              </a:ext>
            </a:extLst>
          </p:cNvPr>
          <p:cNvSpPr txBox="1"/>
          <p:nvPr/>
        </p:nvSpPr>
        <p:spPr>
          <a:xfrm>
            <a:off x="1751035" y="1470290"/>
            <a:ext cx="223809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latin typeface="Arial" panose="020B0604020202020204" pitchFamily="34" charset="0"/>
                <a:cs typeface="Arial" panose="020B0604020202020204" pitchFamily="34" charset="0"/>
              </a:rPr>
              <a:t>Regression</a:t>
            </a:r>
            <a:endParaRPr lang="zh-CN" alt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文本框 42">
            <a:extLst>
              <a:ext uri="{FF2B5EF4-FFF2-40B4-BE49-F238E27FC236}">
                <a16:creationId xmlns:a16="http://schemas.microsoft.com/office/drawing/2014/main" id="{07323441-0DBC-0398-C4DB-3C4B70A5CFA8}"/>
              </a:ext>
            </a:extLst>
          </p:cNvPr>
          <p:cNvSpPr txBox="1"/>
          <p:nvPr/>
        </p:nvSpPr>
        <p:spPr>
          <a:xfrm>
            <a:off x="5738894" y="1422400"/>
            <a:ext cx="23023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latin typeface="Arial" panose="020B0604020202020204" pitchFamily="34" charset="0"/>
                <a:cs typeface="Arial" panose="020B0604020202020204" pitchFamily="34" charset="0"/>
              </a:rPr>
              <a:t>Classification</a:t>
            </a:r>
            <a:endParaRPr lang="zh-CN" alt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19" name="组合 86">
            <a:extLst>
              <a:ext uri="{FF2B5EF4-FFF2-40B4-BE49-F238E27FC236}">
                <a16:creationId xmlns:a16="http://schemas.microsoft.com/office/drawing/2014/main" id="{9FFEB77F-6F58-3AB3-C09D-C3AFF1EDEDB2}"/>
              </a:ext>
            </a:extLst>
          </p:cNvPr>
          <p:cNvGrpSpPr/>
          <p:nvPr/>
        </p:nvGrpSpPr>
        <p:grpSpPr>
          <a:xfrm>
            <a:off x="5641070" y="1868812"/>
            <a:ext cx="2400128" cy="1922585"/>
            <a:chOff x="3525086" y="4051950"/>
            <a:chExt cx="2400128" cy="1922585"/>
          </a:xfrm>
        </p:grpSpPr>
        <p:cxnSp>
          <p:nvCxnSpPr>
            <p:cNvPr id="20" name="直接箭头连接符 87">
              <a:extLst>
                <a:ext uri="{FF2B5EF4-FFF2-40B4-BE49-F238E27FC236}">
                  <a16:creationId xmlns:a16="http://schemas.microsoft.com/office/drawing/2014/main" id="{A2D8D62C-61EE-D7E4-8121-9FDA19B1741B}"/>
                </a:ext>
              </a:extLst>
            </p:cNvPr>
            <p:cNvCxnSpPr>
              <a:cxnSpLocks/>
            </p:cNvCxnSpPr>
            <p:nvPr/>
          </p:nvCxnSpPr>
          <p:spPr>
            <a:xfrm>
              <a:off x="3525086" y="5775243"/>
              <a:ext cx="2400128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直接箭头连接符 88">
              <a:extLst>
                <a:ext uri="{FF2B5EF4-FFF2-40B4-BE49-F238E27FC236}">
                  <a16:creationId xmlns:a16="http://schemas.microsoft.com/office/drawing/2014/main" id="{8345FAE8-BCE7-F325-2582-C5F3F24E05DB}"/>
                </a:ext>
              </a:extLst>
            </p:cNvPr>
            <p:cNvCxnSpPr/>
            <p:nvPr/>
          </p:nvCxnSpPr>
          <p:spPr>
            <a:xfrm flipV="1">
              <a:off x="3694134" y="4051950"/>
              <a:ext cx="0" cy="1922585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椭圆 89">
              <a:extLst>
                <a:ext uri="{FF2B5EF4-FFF2-40B4-BE49-F238E27FC236}">
                  <a16:creationId xmlns:a16="http://schemas.microsoft.com/office/drawing/2014/main" id="{D6F71BAC-6507-5F0A-ECBC-DDCDC4410999}"/>
                </a:ext>
              </a:extLst>
            </p:cNvPr>
            <p:cNvSpPr/>
            <p:nvPr/>
          </p:nvSpPr>
          <p:spPr>
            <a:xfrm>
              <a:off x="3921610" y="5176633"/>
              <a:ext cx="84524" cy="84524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3" name="椭圆 90">
              <a:extLst>
                <a:ext uri="{FF2B5EF4-FFF2-40B4-BE49-F238E27FC236}">
                  <a16:creationId xmlns:a16="http://schemas.microsoft.com/office/drawing/2014/main" id="{7C207C72-2513-CFF0-9CE0-BDE74E5B477D}"/>
                </a:ext>
              </a:extLst>
            </p:cNvPr>
            <p:cNvSpPr/>
            <p:nvPr/>
          </p:nvSpPr>
          <p:spPr>
            <a:xfrm>
              <a:off x="4101837" y="5320476"/>
              <a:ext cx="84524" cy="84524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4" name="椭圆 91">
              <a:extLst>
                <a:ext uri="{FF2B5EF4-FFF2-40B4-BE49-F238E27FC236}">
                  <a16:creationId xmlns:a16="http://schemas.microsoft.com/office/drawing/2014/main" id="{6945B016-1783-2D78-F64F-5A9CC3590A5C}"/>
                </a:ext>
              </a:extLst>
            </p:cNvPr>
            <p:cNvSpPr/>
            <p:nvPr/>
          </p:nvSpPr>
          <p:spPr>
            <a:xfrm>
              <a:off x="4262228" y="5517936"/>
              <a:ext cx="84524" cy="84524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5" name="椭圆 92">
              <a:extLst>
                <a:ext uri="{FF2B5EF4-FFF2-40B4-BE49-F238E27FC236}">
                  <a16:creationId xmlns:a16="http://schemas.microsoft.com/office/drawing/2014/main" id="{1B6D66E7-BC89-9C19-C762-4CF6F60616C2}"/>
                </a:ext>
              </a:extLst>
            </p:cNvPr>
            <p:cNvSpPr/>
            <p:nvPr/>
          </p:nvSpPr>
          <p:spPr>
            <a:xfrm>
              <a:off x="3902887" y="4625147"/>
              <a:ext cx="84524" cy="84524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6" name="椭圆 93">
              <a:extLst>
                <a:ext uri="{FF2B5EF4-FFF2-40B4-BE49-F238E27FC236}">
                  <a16:creationId xmlns:a16="http://schemas.microsoft.com/office/drawing/2014/main" id="{5D1827F5-A080-4264-7124-D916AE4F5135}"/>
                </a:ext>
              </a:extLst>
            </p:cNvPr>
            <p:cNvSpPr/>
            <p:nvPr/>
          </p:nvSpPr>
          <p:spPr>
            <a:xfrm>
              <a:off x="3969288" y="4946998"/>
              <a:ext cx="84524" cy="84524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7" name="椭圆 94">
              <a:extLst>
                <a:ext uri="{FF2B5EF4-FFF2-40B4-BE49-F238E27FC236}">
                  <a16:creationId xmlns:a16="http://schemas.microsoft.com/office/drawing/2014/main" id="{F861DE3F-91CB-3123-4455-50C3E2E145D4}"/>
                </a:ext>
              </a:extLst>
            </p:cNvPr>
            <p:cNvSpPr/>
            <p:nvPr/>
          </p:nvSpPr>
          <p:spPr>
            <a:xfrm>
              <a:off x="4169840" y="5183249"/>
              <a:ext cx="84524" cy="84524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8" name="椭圆 95">
              <a:extLst>
                <a:ext uri="{FF2B5EF4-FFF2-40B4-BE49-F238E27FC236}">
                  <a16:creationId xmlns:a16="http://schemas.microsoft.com/office/drawing/2014/main" id="{796971A9-766C-8F23-644A-3EF979F5BE28}"/>
                </a:ext>
              </a:extLst>
            </p:cNvPr>
            <p:cNvSpPr/>
            <p:nvPr/>
          </p:nvSpPr>
          <p:spPr>
            <a:xfrm>
              <a:off x="4085794" y="5088284"/>
              <a:ext cx="84524" cy="84524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9" name="椭圆 96">
              <a:extLst>
                <a:ext uri="{FF2B5EF4-FFF2-40B4-BE49-F238E27FC236}">
                  <a16:creationId xmlns:a16="http://schemas.microsoft.com/office/drawing/2014/main" id="{950BBFB0-3A1C-D18B-AEC7-354375B78F1D}"/>
                </a:ext>
              </a:extLst>
            </p:cNvPr>
            <p:cNvSpPr/>
            <p:nvPr/>
          </p:nvSpPr>
          <p:spPr>
            <a:xfrm>
              <a:off x="4352729" y="5266135"/>
              <a:ext cx="84524" cy="84524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0" name="椭圆 97">
              <a:extLst>
                <a:ext uri="{FF2B5EF4-FFF2-40B4-BE49-F238E27FC236}">
                  <a16:creationId xmlns:a16="http://schemas.microsoft.com/office/drawing/2014/main" id="{B59F3F03-5771-1DD3-C8E8-604EFF514271}"/>
                </a:ext>
              </a:extLst>
            </p:cNvPr>
            <p:cNvSpPr/>
            <p:nvPr/>
          </p:nvSpPr>
          <p:spPr>
            <a:xfrm>
              <a:off x="4437253" y="4866610"/>
              <a:ext cx="84524" cy="84524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1" name="矩形 98">
              <a:extLst>
                <a:ext uri="{FF2B5EF4-FFF2-40B4-BE49-F238E27FC236}">
                  <a16:creationId xmlns:a16="http://schemas.microsoft.com/office/drawing/2014/main" id="{3EAAFC34-0713-E880-28EA-3FFA077048FC}"/>
                </a:ext>
              </a:extLst>
            </p:cNvPr>
            <p:cNvSpPr/>
            <p:nvPr/>
          </p:nvSpPr>
          <p:spPr>
            <a:xfrm>
              <a:off x="4457420" y="4564483"/>
              <a:ext cx="93855" cy="92728"/>
            </a:xfrm>
            <a:prstGeom prst="rect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2" name="矩形 99">
              <a:extLst>
                <a:ext uri="{FF2B5EF4-FFF2-40B4-BE49-F238E27FC236}">
                  <a16:creationId xmlns:a16="http://schemas.microsoft.com/office/drawing/2014/main" id="{ED872670-7C3E-A11F-3645-DDBB84DF4F69}"/>
                </a:ext>
              </a:extLst>
            </p:cNvPr>
            <p:cNvSpPr/>
            <p:nvPr/>
          </p:nvSpPr>
          <p:spPr>
            <a:xfrm>
              <a:off x="4422165" y="5075907"/>
              <a:ext cx="93855" cy="92728"/>
            </a:xfrm>
            <a:prstGeom prst="rect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3" name="矩形 100">
              <a:extLst>
                <a:ext uri="{FF2B5EF4-FFF2-40B4-BE49-F238E27FC236}">
                  <a16:creationId xmlns:a16="http://schemas.microsoft.com/office/drawing/2014/main" id="{6F4ADEFE-DE4A-F131-3682-C2B39B57ED5F}"/>
                </a:ext>
              </a:extLst>
            </p:cNvPr>
            <p:cNvSpPr/>
            <p:nvPr/>
          </p:nvSpPr>
          <p:spPr>
            <a:xfrm>
              <a:off x="4557410" y="5175045"/>
              <a:ext cx="93855" cy="92728"/>
            </a:xfrm>
            <a:prstGeom prst="rect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4" name="矩形 101">
              <a:extLst>
                <a:ext uri="{FF2B5EF4-FFF2-40B4-BE49-F238E27FC236}">
                  <a16:creationId xmlns:a16="http://schemas.microsoft.com/office/drawing/2014/main" id="{FCEA8B50-A9C5-8B6B-F880-458EB3975C84}"/>
                </a:ext>
              </a:extLst>
            </p:cNvPr>
            <p:cNvSpPr/>
            <p:nvPr/>
          </p:nvSpPr>
          <p:spPr>
            <a:xfrm>
              <a:off x="4714746" y="5267225"/>
              <a:ext cx="93855" cy="92728"/>
            </a:xfrm>
            <a:prstGeom prst="rect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5" name="矩形 102">
              <a:extLst>
                <a:ext uri="{FF2B5EF4-FFF2-40B4-BE49-F238E27FC236}">
                  <a16:creationId xmlns:a16="http://schemas.microsoft.com/office/drawing/2014/main" id="{989FC5BF-55DD-D350-B531-46E32459D30D}"/>
                </a:ext>
              </a:extLst>
            </p:cNvPr>
            <p:cNvSpPr/>
            <p:nvPr/>
          </p:nvSpPr>
          <p:spPr>
            <a:xfrm>
              <a:off x="4596602" y="4628786"/>
              <a:ext cx="93855" cy="92728"/>
            </a:xfrm>
            <a:prstGeom prst="rect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6" name="矩形 103">
              <a:extLst>
                <a:ext uri="{FF2B5EF4-FFF2-40B4-BE49-F238E27FC236}">
                  <a16:creationId xmlns:a16="http://schemas.microsoft.com/office/drawing/2014/main" id="{D4B642F1-CF9F-8E32-F50B-84739C6EB1A5}"/>
                </a:ext>
              </a:extLst>
            </p:cNvPr>
            <p:cNvSpPr/>
            <p:nvPr/>
          </p:nvSpPr>
          <p:spPr>
            <a:xfrm>
              <a:off x="4642224" y="4797671"/>
              <a:ext cx="93855" cy="92728"/>
            </a:xfrm>
            <a:prstGeom prst="rect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7" name="矩形 104">
              <a:extLst>
                <a:ext uri="{FF2B5EF4-FFF2-40B4-BE49-F238E27FC236}">
                  <a16:creationId xmlns:a16="http://schemas.microsoft.com/office/drawing/2014/main" id="{9F4A8EDE-61DE-A199-D80B-5E26F723A19D}"/>
                </a:ext>
              </a:extLst>
            </p:cNvPr>
            <p:cNvSpPr/>
            <p:nvPr/>
          </p:nvSpPr>
          <p:spPr>
            <a:xfrm>
              <a:off x="4128526" y="4539911"/>
              <a:ext cx="93855" cy="92728"/>
            </a:xfrm>
            <a:prstGeom prst="rect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8" name="矩形 105">
              <a:extLst>
                <a:ext uri="{FF2B5EF4-FFF2-40B4-BE49-F238E27FC236}">
                  <a16:creationId xmlns:a16="http://schemas.microsoft.com/office/drawing/2014/main" id="{73CC5D53-08DB-9D36-0FA6-427A92255DEE}"/>
                </a:ext>
              </a:extLst>
            </p:cNvPr>
            <p:cNvSpPr/>
            <p:nvPr/>
          </p:nvSpPr>
          <p:spPr>
            <a:xfrm>
              <a:off x="4354724" y="4732697"/>
              <a:ext cx="93855" cy="92728"/>
            </a:xfrm>
            <a:prstGeom prst="rect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9" name="矩形 106">
              <a:extLst>
                <a:ext uri="{FF2B5EF4-FFF2-40B4-BE49-F238E27FC236}">
                  <a16:creationId xmlns:a16="http://schemas.microsoft.com/office/drawing/2014/main" id="{02F4C474-CD23-E01A-5C30-F320ADEEAFDD}"/>
                </a:ext>
              </a:extLst>
            </p:cNvPr>
            <p:cNvSpPr/>
            <p:nvPr/>
          </p:nvSpPr>
          <p:spPr>
            <a:xfrm>
              <a:off x="4404777" y="5410431"/>
              <a:ext cx="93855" cy="92728"/>
            </a:xfrm>
            <a:prstGeom prst="rect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0" name="矩形 107">
              <a:extLst>
                <a:ext uri="{FF2B5EF4-FFF2-40B4-BE49-F238E27FC236}">
                  <a16:creationId xmlns:a16="http://schemas.microsoft.com/office/drawing/2014/main" id="{17D39CC5-BDEA-BDC5-D06A-36B7556E5460}"/>
                </a:ext>
              </a:extLst>
            </p:cNvPr>
            <p:cNvSpPr/>
            <p:nvPr/>
          </p:nvSpPr>
          <p:spPr>
            <a:xfrm>
              <a:off x="4862484" y="4756417"/>
              <a:ext cx="93855" cy="92728"/>
            </a:xfrm>
            <a:prstGeom prst="rect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1" name="矩形 108">
              <a:extLst>
                <a:ext uri="{FF2B5EF4-FFF2-40B4-BE49-F238E27FC236}">
                  <a16:creationId xmlns:a16="http://schemas.microsoft.com/office/drawing/2014/main" id="{B86EAA17-08B0-CD15-0298-59EFBFBF3196}"/>
                </a:ext>
              </a:extLst>
            </p:cNvPr>
            <p:cNvSpPr/>
            <p:nvPr/>
          </p:nvSpPr>
          <p:spPr>
            <a:xfrm>
              <a:off x="4991190" y="4918181"/>
              <a:ext cx="93855" cy="92728"/>
            </a:xfrm>
            <a:prstGeom prst="rect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2" name="矩形 109">
              <a:extLst>
                <a:ext uri="{FF2B5EF4-FFF2-40B4-BE49-F238E27FC236}">
                  <a16:creationId xmlns:a16="http://schemas.microsoft.com/office/drawing/2014/main" id="{3C40A2CC-EA19-F0CB-CB9B-DC768BBFD414}"/>
                </a:ext>
              </a:extLst>
            </p:cNvPr>
            <p:cNvSpPr/>
            <p:nvPr/>
          </p:nvSpPr>
          <p:spPr>
            <a:xfrm>
              <a:off x="4851713" y="5022018"/>
              <a:ext cx="93855" cy="92728"/>
            </a:xfrm>
            <a:prstGeom prst="rect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3" name="矩形 110">
              <a:extLst>
                <a:ext uri="{FF2B5EF4-FFF2-40B4-BE49-F238E27FC236}">
                  <a16:creationId xmlns:a16="http://schemas.microsoft.com/office/drawing/2014/main" id="{CE2D7AF4-6EC9-379E-FBE4-3BDB73305950}"/>
                </a:ext>
              </a:extLst>
            </p:cNvPr>
            <p:cNvSpPr/>
            <p:nvPr/>
          </p:nvSpPr>
          <p:spPr>
            <a:xfrm>
              <a:off x="5001961" y="5256174"/>
              <a:ext cx="93855" cy="92728"/>
            </a:xfrm>
            <a:prstGeom prst="rect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4" name="矩形 111">
              <a:extLst>
                <a:ext uri="{FF2B5EF4-FFF2-40B4-BE49-F238E27FC236}">
                  <a16:creationId xmlns:a16="http://schemas.microsoft.com/office/drawing/2014/main" id="{A3EA78E9-ABAE-1862-5FF5-B7049BA6DF8E}"/>
                </a:ext>
              </a:extLst>
            </p:cNvPr>
            <p:cNvSpPr/>
            <p:nvPr/>
          </p:nvSpPr>
          <p:spPr>
            <a:xfrm>
              <a:off x="4862484" y="5360011"/>
              <a:ext cx="93855" cy="92728"/>
            </a:xfrm>
            <a:prstGeom prst="rect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5" name="椭圆 112">
              <a:extLst>
                <a:ext uri="{FF2B5EF4-FFF2-40B4-BE49-F238E27FC236}">
                  <a16:creationId xmlns:a16="http://schemas.microsoft.com/office/drawing/2014/main" id="{ADEC5711-7E89-3677-4147-09F0B05F2C3D}"/>
                </a:ext>
              </a:extLst>
            </p:cNvPr>
            <p:cNvSpPr/>
            <p:nvPr/>
          </p:nvSpPr>
          <p:spPr>
            <a:xfrm>
              <a:off x="4618977" y="5501398"/>
              <a:ext cx="84524" cy="84524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6" name="椭圆 113">
              <a:extLst>
                <a:ext uri="{FF2B5EF4-FFF2-40B4-BE49-F238E27FC236}">
                  <a16:creationId xmlns:a16="http://schemas.microsoft.com/office/drawing/2014/main" id="{988FE643-96F6-4071-3B4C-B29E4B0C3CD6}"/>
                </a:ext>
              </a:extLst>
            </p:cNvPr>
            <p:cNvSpPr/>
            <p:nvPr/>
          </p:nvSpPr>
          <p:spPr>
            <a:xfrm>
              <a:off x="3945149" y="4235549"/>
              <a:ext cx="84524" cy="84524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7" name="椭圆 114">
              <a:extLst>
                <a:ext uri="{FF2B5EF4-FFF2-40B4-BE49-F238E27FC236}">
                  <a16:creationId xmlns:a16="http://schemas.microsoft.com/office/drawing/2014/main" id="{99AE3B04-1A8E-1EE9-DADC-89D38210EB9D}"/>
                </a:ext>
              </a:extLst>
            </p:cNvPr>
            <p:cNvSpPr/>
            <p:nvPr/>
          </p:nvSpPr>
          <p:spPr>
            <a:xfrm>
              <a:off x="3975138" y="4751182"/>
              <a:ext cx="84524" cy="84524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8" name="椭圆 115">
              <a:extLst>
                <a:ext uri="{FF2B5EF4-FFF2-40B4-BE49-F238E27FC236}">
                  <a16:creationId xmlns:a16="http://schemas.microsoft.com/office/drawing/2014/main" id="{0753F328-850C-8442-50AA-F128BBCBB123}"/>
                </a:ext>
              </a:extLst>
            </p:cNvPr>
            <p:cNvSpPr/>
            <p:nvPr/>
          </p:nvSpPr>
          <p:spPr>
            <a:xfrm>
              <a:off x="4469093" y="5556588"/>
              <a:ext cx="84524" cy="84524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9" name="矩形 116">
              <a:extLst>
                <a:ext uri="{FF2B5EF4-FFF2-40B4-BE49-F238E27FC236}">
                  <a16:creationId xmlns:a16="http://schemas.microsoft.com/office/drawing/2014/main" id="{7A9B0E5D-6FEF-E597-1D37-B95B78983B3E}"/>
                </a:ext>
              </a:extLst>
            </p:cNvPr>
            <p:cNvSpPr/>
            <p:nvPr/>
          </p:nvSpPr>
          <p:spPr>
            <a:xfrm>
              <a:off x="5172453" y="5366128"/>
              <a:ext cx="93855" cy="92728"/>
            </a:xfrm>
            <a:prstGeom prst="rect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0" name="椭圆 117">
              <a:extLst>
                <a:ext uri="{FF2B5EF4-FFF2-40B4-BE49-F238E27FC236}">
                  <a16:creationId xmlns:a16="http://schemas.microsoft.com/office/drawing/2014/main" id="{E9D39CBA-5778-3A12-338E-76329337A623}"/>
                </a:ext>
              </a:extLst>
            </p:cNvPr>
            <p:cNvSpPr/>
            <p:nvPr/>
          </p:nvSpPr>
          <p:spPr>
            <a:xfrm>
              <a:off x="4882170" y="5556588"/>
              <a:ext cx="84524" cy="84524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1" name="矩形 118">
              <a:extLst>
                <a:ext uri="{FF2B5EF4-FFF2-40B4-BE49-F238E27FC236}">
                  <a16:creationId xmlns:a16="http://schemas.microsoft.com/office/drawing/2014/main" id="{D6C98E00-D93E-A4A1-8944-E196405E3607}"/>
                </a:ext>
              </a:extLst>
            </p:cNvPr>
            <p:cNvSpPr/>
            <p:nvPr/>
          </p:nvSpPr>
          <p:spPr>
            <a:xfrm>
              <a:off x="4679656" y="4971624"/>
              <a:ext cx="93855" cy="92728"/>
            </a:xfrm>
            <a:prstGeom prst="rect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2" name="矩形 119">
              <a:extLst>
                <a:ext uri="{FF2B5EF4-FFF2-40B4-BE49-F238E27FC236}">
                  <a16:creationId xmlns:a16="http://schemas.microsoft.com/office/drawing/2014/main" id="{C1001262-8659-256F-B2D0-400D2848856E}"/>
                </a:ext>
              </a:extLst>
            </p:cNvPr>
            <p:cNvSpPr/>
            <p:nvPr/>
          </p:nvSpPr>
          <p:spPr>
            <a:xfrm>
              <a:off x="4263920" y="4870103"/>
              <a:ext cx="93855" cy="92728"/>
            </a:xfrm>
            <a:prstGeom prst="rect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3" name="椭圆 120">
              <a:extLst>
                <a:ext uri="{FF2B5EF4-FFF2-40B4-BE49-F238E27FC236}">
                  <a16:creationId xmlns:a16="http://schemas.microsoft.com/office/drawing/2014/main" id="{88CF9B93-6079-2719-4A62-4776B275E200}"/>
                </a:ext>
              </a:extLst>
            </p:cNvPr>
            <p:cNvSpPr/>
            <p:nvPr/>
          </p:nvSpPr>
          <p:spPr>
            <a:xfrm>
              <a:off x="5258235" y="5597613"/>
              <a:ext cx="84524" cy="84524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4" name="椭圆 121">
              <a:extLst>
                <a:ext uri="{FF2B5EF4-FFF2-40B4-BE49-F238E27FC236}">
                  <a16:creationId xmlns:a16="http://schemas.microsoft.com/office/drawing/2014/main" id="{43C2A7AE-7803-E88D-A766-7F87C08A4AF4}"/>
                </a:ext>
              </a:extLst>
            </p:cNvPr>
            <p:cNvSpPr/>
            <p:nvPr/>
          </p:nvSpPr>
          <p:spPr>
            <a:xfrm>
              <a:off x="3945149" y="4416699"/>
              <a:ext cx="84524" cy="84524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5" name="矩形 122">
              <a:extLst>
                <a:ext uri="{FF2B5EF4-FFF2-40B4-BE49-F238E27FC236}">
                  <a16:creationId xmlns:a16="http://schemas.microsoft.com/office/drawing/2014/main" id="{BC53D833-9E5F-FAD9-68D6-A2C740323CBF}"/>
                </a:ext>
              </a:extLst>
            </p:cNvPr>
            <p:cNvSpPr/>
            <p:nvPr/>
          </p:nvSpPr>
          <p:spPr>
            <a:xfrm>
              <a:off x="4160509" y="4321697"/>
              <a:ext cx="93855" cy="92728"/>
            </a:xfrm>
            <a:prstGeom prst="rect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6" name="矩形 123">
              <a:extLst>
                <a:ext uri="{FF2B5EF4-FFF2-40B4-BE49-F238E27FC236}">
                  <a16:creationId xmlns:a16="http://schemas.microsoft.com/office/drawing/2014/main" id="{DF494964-B396-5752-B3F8-AAA3D01D0E09}"/>
                </a:ext>
              </a:extLst>
            </p:cNvPr>
            <p:cNvSpPr/>
            <p:nvPr/>
          </p:nvSpPr>
          <p:spPr>
            <a:xfrm>
              <a:off x="4147733" y="4704832"/>
              <a:ext cx="93855" cy="92728"/>
            </a:xfrm>
            <a:prstGeom prst="rect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7" name="矩形 124">
              <a:extLst>
                <a:ext uri="{FF2B5EF4-FFF2-40B4-BE49-F238E27FC236}">
                  <a16:creationId xmlns:a16="http://schemas.microsoft.com/office/drawing/2014/main" id="{6282510B-4CDE-A5C8-B3BA-25F40D7B9082}"/>
                </a:ext>
              </a:extLst>
            </p:cNvPr>
            <p:cNvSpPr/>
            <p:nvPr/>
          </p:nvSpPr>
          <p:spPr>
            <a:xfrm>
              <a:off x="5427923" y="5357019"/>
              <a:ext cx="93855" cy="92728"/>
            </a:xfrm>
            <a:prstGeom prst="rect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8" name="椭圆 125">
              <a:extLst>
                <a:ext uri="{FF2B5EF4-FFF2-40B4-BE49-F238E27FC236}">
                  <a16:creationId xmlns:a16="http://schemas.microsoft.com/office/drawing/2014/main" id="{EE2FABB3-F31B-94A6-0512-F987DF0D2F08}"/>
                </a:ext>
              </a:extLst>
            </p:cNvPr>
            <p:cNvSpPr/>
            <p:nvPr/>
          </p:nvSpPr>
          <p:spPr>
            <a:xfrm>
              <a:off x="5045331" y="5620986"/>
              <a:ext cx="84524" cy="84524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9" name="椭圆 126">
              <a:extLst>
                <a:ext uri="{FF2B5EF4-FFF2-40B4-BE49-F238E27FC236}">
                  <a16:creationId xmlns:a16="http://schemas.microsoft.com/office/drawing/2014/main" id="{DC60BE86-C38A-761C-3C0A-15E37FAB46E4}"/>
                </a:ext>
              </a:extLst>
            </p:cNvPr>
            <p:cNvSpPr/>
            <p:nvPr/>
          </p:nvSpPr>
          <p:spPr>
            <a:xfrm>
              <a:off x="5451046" y="5588037"/>
              <a:ext cx="84524" cy="84524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60" name="直接连接符 127">
              <a:extLst>
                <a:ext uri="{FF2B5EF4-FFF2-40B4-BE49-F238E27FC236}">
                  <a16:creationId xmlns:a16="http://schemas.microsoft.com/office/drawing/2014/main" id="{877D482C-907A-7EDB-1AB1-391CA408CADD}"/>
                </a:ext>
              </a:extLst>
            </p:cNvPr>
            <p:cNvCxnSpPr/>
            <p:nvPr/>
          </p:nvCxnSpPr>
          <p:spPr>
            <a:xfrm>
              <a:off x="3622910" y="4235549"/>
              <a:ext cx="1506945" cy="1672882"/>
            </a:xfrm>
            <a:prstGeom prst="line">
              <a:avLst/>
            </a:prstGeom>
            <a:ln w="254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1" name="文本框 132">
            <a:extLst>
              <a:ext uri="{FF2B5EF4-FFF2-40B4-BE49-F238E27FC236}">
                <a16:creationId xmlns:a16="http://schemas.microsoft.com/office/drawing/2014/main" id="{C00DCA81-9E8A-0245-2CE7-3DF5D5433E18}"/>
              </a:ext>
            </a:extLst>
          </p:cNvPr>
          <p:cNvSpPr txBox="1"/>
          <p:nvPr/>
        </p:nvSpPr>
        <p:spPr>
          <a:xfrm>
            <a:off x="1025143" y="4329820"/>
            <a:ext cx="9658407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Underfitting is obvious, as it has poor performance on the training data and the test data.</a:t>
            </a:r>
            <a:endParaRPr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2" name="文本框 133">
            <a:extLst>
              <a:ext uri="{FF2B5EF4-FFF2-40B4-BE49-F238E27FC236}">
                <a16:creationId xmlns:a16="http://schemas.microsoft.com/office/drawing/2014/main" id="{72077857-C1D3-7B44-CF88-009EB2F5B8A6}"/>
              </a:ext>
            </a:extLst>
          </p:cNvPr>
          <p:cNvSpPr txBox="1"/>
          <p:nvPr/>
        </p:nvSpPr>
        <p:spPr>
          <a:xfrm>
            <a:off x="1025143" y="5334622"/>
            <a:ext cx="726203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b="1" dirty="0">
                <a:latin typeface="Arial" panose="020B0604020202020204" pitchFamily="34" charset="0"/>
                <a:cs typeface="Arial" panose="020B0604020202020204" pitchFamily="34" charset="0"/>
              </a:rPr>
              <a:t>Avoidance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Change to other ML algorithms.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Increase the duration of training.</a:t>
            </a:r>
            <a:endParaRPr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3" name="文本框 169">
            <a:extLst>
              <a:ext uri="{FF2B5EF4-FFF2-40B4-BE49-F238E27FC236}">
                <a16:creationId xmlns:a16="http://schemas.microsoft.com/office/drawing/2014/main" id="{07715DBF-D627-886A-21BF-E9D5DE4BF50C}"/>
              </a:ext>
            </a:extLst>
          </p:cNvPr>
          <p:cNvSpPr txBox="1"/>
          <p:nvPr/>
        </p:nvSpPr>
        <p:spPr>
          <a:xfrm>
            <a:off x="2002917" y="3629477"/>
            <a:ext cx="150938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underfitting</a:t>
            </a:r>
            <a:endParaRPr lang="zh-CN" alt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4" name="文本框 170">
            <a:extLst>
              <a:ext uri="{FF2B5EF4-FFF2-40B4-BE49-F238E27FC236}">
                <a16:creationId xmlns:a16="http://schemas.microsoft.com/office/drawing/2014/main" id="{406163B1-00E8-7883-4B6A-D7C9A43F9EC8}"/>
              </a:ext>
            </a:extLst>
          </p:cNvPr>
          <p:cNvSpPr txBox="1"/>
          <p:nvPr/>
        </p:nvSpPr>
        <p:spPr>
          <a:xfrm>
            <a:off x="6086870" y="3666586"/>
            <a:ext cx="163991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underfitting</a:t>
            </a:r>
            <a:endParaRPr lang="zh-CN" alt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228965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F8A487A5-99BF-B4FE-B346-51D459F3B2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/>
          <a:lstStyle/>
          <a:p>
            <a:r>
              <a:rPr lang="en-GB" dirty="0"/>
              <a:t>Variance</a:t>
            </a:r>
          </a:p>
        </p:txBody>
      </p:sp>
      <p:sp>
        <p:nvSpPr>
          <p:cNvPr id="2" name="文本框 10">
            <a:extLst>
              <a:ext uri="{FF2B5EF4-FFF2-40B4-BE49-F238E27FC236}">
                <a16:creationId xmlns:a16="http://schemas.microsoft.com/office/drawing/2014/main" id="{5D8B0E90-CF9D-34BF-FE47-DF72FDB9B834}"/>
              </a:ext>
            </a:extLst>
          </p:cNvPr>
          <p:cNvSpPr txBox="1"/>
          <p:nvPr/>
        </p:nvSpPr>
        <p:spPr>
          <a:xfrm>
            <a:off x="784150" y="1872747"/>
            <a:ext cx="9880739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b="1" dirty="0">
                <a:latin typeface="Arial" panose="020B0604020202020204" pitchFamily="34" charset="0"/>
                <a:cs typeface="Arial" panose="020B0604020202020204" pitchFamily="34" charset="0"/>
              </a:rPr>
              <a:t>Variance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 is the amount that the estimate of the target function will change if different training data is used.</a:t>
            </a:r>
          </a:p>
        </p:txBody>
      </p:sp>
      <p:sp>
        <p:nvSpPr>
          <p:cNvPr id="3" name="文本框 8">
            <a:extLst>
              <a:ext uri="{FF2B5EF4-FFF2-40B4-BE49-F238E27FC236}">
                <a16:creationId xmlns:a16="http://schemas.microsoft.com/office/drawing/2014/main" id="{ECF4FA73-4E0A-F8EB-DDCA-D266A0DF4AB2}"/>
              </a:ext>
            </a:extLst>
          </p:cNvPr>
          <p:cNvSpPr txBox="1"/>
          <p:nvPr/>
        </p:nvSpPr>
        <p:spPr>
          <a:xfrm>
            <a:off x="784150" y="3154091"/>
            <a:ext cx="926441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Models with high variance leads to high error on </a:t>
            </a:r>
            <a:r>
              <a:rPr lang="en-US" altLang="zh-CN" sz="2400" b="1" dirty="0">
                <a:latin typeface="Arial" panose="020B0604020202020204" pitchFamily="34" charset="0"/>
                <a:cs typeface="Arial" panose="020B0604020202020204" pitchFamily="34" charset="0"/>
              </a:rPr>
              <a:t>test data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文本框 13">
            <a:extLst>
              <a:ext uri="{FF2B5EF4-FFF2-40B4-BE49-F238E27FC236}">
                <a16:creationId xmlns:a16="http://schemas.microsoft.com/office/drawing/2014/main" id="{69F889A8-127D-FB10-36F1-B9501EC7BBE3}"/>
              </a:ext>
            </a:extLst>
          </p:cNvPr>
          <p:cNvSpPr txBox="1"/>
          <p:nvPr/>
        </p:nvSpPr>
        <p:spPr>
          <a:xfrm>
            <a:off x="784150" y="4345988"/>
            <a:ext cx="9059949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High variance may result from an algorithm modeling the random noise in the training data (</a:t>
            </a:r>
            <a:r>
              <a:rPr lang="en-US" altLang="zh-CN" sz="2400" b="1" dirty="0">
                <a:latin typeface="Arial" panose="020B0604020202020204" pitchFamily="34" charset="0"/>
                <a:cs typeface="Arial" panose="020B0604020202020204" pitchFamily="34" charset="0"/>
              </a:rPr>
              <a:t>overfitting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).</a:t>
            </a:r>
            <a:endParaRPr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76335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F8A487A5-99BF-B4FE-B346-51D459F3B2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/>
          <a:lstStyle/>
          <a:p>
            <a:r>
              <a:rPr lang="en-GB" dirty="0"/>
              <a:t>Overfitting</a:t>
            </a:r>
          </a:p>
        </p:txBody>
      </p:sp>
      <p:sp>
        <p:nvSpPr>
          <p:cNvPr id="2" name="文本框 8">
            <a:extLst>
              <a:ext uri="{FF2B5EF4-FFF2-40B4-BE49-F238E27FC236}">
                <a16:creationId xmlns:a16="http://schemas.microsoft.com/office/drawing/2014/main" id="{53EE2D67-38FC-B094-8137-A479C7427145}"/>
              </a:ext>
            </a:extLst>
          </p:cNvPr>
          <p:cNvSpPr txBox="1"/>
          <p:nvPr/>
        </p:nvSpPr>
        <p:spPr>
          <a:xfrm>
            <a:off x="387201" y="3037454"/>
            <a:ext cx="3644635" cy="1749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3280"/>
              </a:lnSpc>
              <a:spcBef>
                <a:spcPts val="600"/>
              </a:spcBef>
            </a:pPr>
            <a:r>
              <a:rPr lang="en-US" altLang="zh-CN" sz="2400" b="1" dirty="0">
                <a:latin typeface="Arial" panose="020B0604020202020204" pitchFamily="34" charset="0"/>
                <a:cs typeface="Arial" panose="020B0604020202020204" pitchFamily="34" charset="0"/>
              </a:rPr>
              <a:t>Overfitting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 refers to a model that models the training data “too well”, i.e., learning the noise. </a:t>
            </a:r>
          </a:p>
        </p:txBody>
      </p:sp>
      <p:grpSp>
        <p:nvGrpSpPr>
          <p:cNvPr id="3" name="组合 9">
            <a:extLst>
              <a:ext uri="{FF2B5EF4-FFF2-40B4-BE49-F238E27FC236}">
                <a16:creationId xmlns:a16="http://schemas.microsoft.com/office/drawing/2014/main" id="{174CDD63-29A5-0780-057F-6DE1BA2E51F5}"/>
              </a:ext>
            </a:extLst>
          </p:cNvPr>
          <p:cNvGrpSpPr/>
          <p:nvPr/>
        </p:nvGrpSpPr>
        <p:grpSpPr>
          <a:xfrm>
            <a:off x="4204830" y="2182122"/>
            <a:ext cx="2402959" cy="1908544"/>
            <a:chOff x="2997489" y="4175863"/>
            <a:chExt cx="2402959" cy="1908544"/>
          </a:xfrm>
        </p:grpSpPr>
        <p:cxnSp>
          <p:nvCxnSpPr>
            <p:cNvPr id="4" name="直接箭头连接符 10">
              <a:extLst>
                <a:ext uri="{FF2B5EF4-FFF2-40B4-BE49-F238E27FC236}">
                  <a16:creationId xmlns:a16="http://schemas.microsoft.com/office/drawing/2014/main" id="{7501DEDE-6B44-0E42-5EE8-64B0DD4F6B27}"/>
                </a:ext>
              </a:extLst>
            </p:cNvPr>
            <p:cNvCxnSpPr/>
            <p:nvPr/>
          </p:nvCxnSpPr>
          <p:spPr>
            <a:xfrm>
              <a:off x="2997489" y="5866439"/>
              <a:ext cx="2402959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" name="直接箭头连接符 11">
              <a:extLst>
                <a:ext uri="{FF2B5EF4-FFF2-40B4-BE49-F238E27FC236}">
                  <a16:creationId xmlns:a16="http://schemas.microsoft.com/office/drawing/2014/main" id="{5302104B-6D8F-A130-2990-BCE8E642C266}"/>
                </a:ext>
              </a:extLst>
            </p:cNvPr>
            <p:cNvCxnSpPr/>
            <p:nvPr/>
          </p:nvCxnSpPr>
          <p:spPr>
            <a:xfrm flipV="1">
              <a:off x="3125080" y="4175863"/>
              <a:ext cx="0" cy="1908544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椭圆 13">
              <a:extLst>
                <a:ext uri="{FF2B5EF4-FFF2-40B4-BE49-F238E27FC236}">
                  <a16:creationId xmlns:a16="http://schemas.microsoft.com/office/drawing/2014/main" id="{013910F0-35D4-6D11-B798-DCC5AFBEAC37}"/>
                </a:ext>
              </a:extLst>
            </p:cNvPr>
            <p:cNvSpPr/>
            <p:nvPr/>
          </p:nvSpPr>
          <p:spPr>
            <a:xfrm>
              <a:off x="3307263" y="5390923"/>
              <a:ext cx="84524" cy="84524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" name="椭圆 14">
              <a:extLst>
                <a:ext uri="{FF2B5EF4-FFF2-40B4-BE49-F238E27FC236}">
                  <a16:creationId xmlns:a16="http://schemas.microsoft.com/office/drawing/2014/main" id="{26D4A6FE-DDD5-812A-638D-B18FDCAEE11D}"/>
                </a:ext>
              </a:extLst>
            </p:cNvPr>
            <p:cNvSpPr/>
            <p:nvPr/>
          </p:nvSpPr>
          <p:spPr>
            <a:xfrm>
              <a:off x="3630529" y="5333772"/>
              <a:ext cx="84524" cy="84524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" name="椭圆 15">
              <a:extLst>
                <a:ext uri="{FF2B5EF4-FFF2-40B4-BE49-F238E27FC236}">
                  <a16:creationId xmlns:a16="http://schemas.microsoft.com/office/drawing/2014/main" id="{713BEF05-1A4A-1057-C35B-6E3255800DB6}"/>
                </a:ext>
              </a:extLst>
            </p:cNvPr>
            <p:cNvSpPr/>
            <p:nvPr/>
          </p:nvSpPr>
          <p:spPr>
            <a:xfrm>
              <a:off x="3783917" y="5117388"/>
              <a:ext cx="84524" cy="84524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" name="椭圆 16">
              <a:extLst>
                <a:ext uri="{FF2B5EF4-FFF2-40B4-BE49-F238E27FC236}">
                  <a16:creationId xmlns:a16="http://schemas.microsoft.com/office/drawing/2014/main" id="{144FA715-70B9-C5C8-E890-C2D64C1253B5}"/>
                </a:ext>
              </a:extLst>
            </p:cNvPr>
            <p:cNvSpPr/>
            <p:nvPr/>
          </p:nvSpPr>
          <p:spPr>
            <a:xfrm>
              <a:off x="4220502" y="5045611"/>
              <a:ext cx="84524" cy="84524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" name="椭圆 17">
              <a:extLst>
                <a:ext uri="{FF2B5EF4-FFF2-40B4-BE49-F238E27FC236}">
                  <a16:creationId xmlns:a16="http://schemas.microsoft.com/office/drawing/2014/main" id="{37BD1EA8-8A4D-6AD4-3047-CD6B7037223D}"/>
                </a:ext>
              </a:extLst>
            </p:cNvPr>
            <p:cNvSpPr/>
            <p:nvPr/>
          </p:nvSpPr>
          <p:spPr>
            <a:xfrm>
              <a:off x="4305026" y="4723329"/>
              <a:ext cx="84524" cy="84524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" name="椭圆 18">
              <a:extLst>
                <a:ext uri="{FF2B5EF4-FFF2-40B4-BE49-F238E27FC236}">
                  <a16:creationId xmlns:a16="http://schemas.microsoft.com/office/drawing/2014/main" id="{6426CFD5-55C9-E784-C000-E3E4380AC0CD}"/>
                </a:ext>
              </a:extLst>
            </p:cNvPr>
            <p:cNvSpPr/>
            <p:nvPr/>
          </p:nvSpPr>
          <p:spPr>
            <a:xfrm>
              <a:off x="4695912" y="4776753"/>
              <a:ext cx="84524" cy="84524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" name="椭圆 19">
              <a:extLst>
                <a:ext uri="{FF2B5EF4-FFF2-40B4-BE49-F238E27FC236}">
                  <a16:creationId xmlns:a16="http://schemas.microsoft.com/office/drawing/2014/main" id="{FE6FEC07-A03B-35F2-7D5A-D135CC6DE9AC}"/>
                </a:ext>
              </a:extLst>
            </p:cNvPr>
            <p:cNvSpPr/>
            <p:nvPr/>
          </p:nvSpPr>
          <p:spPr>
            <a:xfrm>
              <a:off x="4871364" y="4555731"/>
              <a:ext cx="84524" cy="84524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" name="椭圆 20">
              <a:extLst>
                <a:ext uri="{FF2B5EF4-FFF2-40B4-BE49-F238E27FC236}">
                  <a16:creationId xmlns:a16="http://schemas.microsoft.com/office/drawing/2014/main" id="{113FE1FC-9888-11D4-72FD-EFFCA9A8FF1E}"/>
                </a:ext>
              </a:extLst>
            </p:cNvPr>
            <p:cNvSpPr/>
            <p:nvPr/>
          </p:nvSpPr>
          <p:spPr>
            <a:xfrm>
              <a:off x="4440778" y="4977862"/>
              <a:ext cx="84524" cy="84524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" name="椭圆 22">
              <a:extLst>
                <a:ext uri="{FF2B5EF4-FFF2-40B4-BE49-F238E27FC236}">
                  <a16:creationId xmlns:a16="http://schemas.microsoft.com/office/drawing/2014/main" id="{F37114C0-818E-E19E-DB4A-87668C2BAFED}"/>
                </a:ext>
              </a:extLst>
            </p:cNvPr>
            <p:cNvSpPr/>
            <p:nvPr/>
          </p:nvSpPr>
          <p:spPr>
            <a:xfrm>
              <a:off x="3222739" y="5618775"/>
              <a:ext cx="84524" cy="84524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" name="椭圆 23">
              <a:extLst>
                <a:ext uri="{FF2B5EF4-FFF2-40B4-BE49-F238E27FC236}">
                  <a16:creationId xmlns:a16="http://schemas.microsoft.com/office/drawing/2014/main" id="{94B0713D-8AA8-1004-2885-DC6DA1573A2A}"/>
                </a:ext>
              </a:extLst>
            </p:cNvPr>
            <p:cNvSpPr/>
            <p:nvPr/>
          </p:nvSpPr>
          <p:spPr>
            <a:xfrm>
              <a:off x="3983261" y="5123851"/>
              <a:ext cx="84524" cy="84524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7" name="任意多边形: 形状 24">
              <a:extLst>
                <a:ext uri="{FF2B5EF4-FFF2-40B4-BE49-F238E27FC236}">
                  <a16:creationId xmlns:a16="http://schemas.microsoft.com/office/drawing/2014/main" id="{046DD9C4-EE1D-9E8D-8AB0-9C04E271D6E0}"/>
                </a:ext>
              </a:extLst>
            </p:cNvPr>
            <p:cNvSpPr/>
            <p:nvPr/>
          </p:nvSpPr>
          <p:spPr>
            <a:xfrm>
              <a:off x="3256005" y="4344203"/>
              <a:ext cx="1759778" cy="1352262"/>
            </a:xfrm>
            <a:custGeom>
              <a:avLst/>
              <a:gdLst>
                <a:gd name="connsiteX0" fmla="*/ 0 w 1759778"/>
                <a:gd name="connsiteY0" fmla="*/ 1352262 h 1352262"/>
                <a:gd name="connsiteX1" fmla="*/ 105033 w 1759778"/>
                <a:gd name="connsiteY1" fmla="*/ 1061878 h 1352262"/>
                <a:gd name="connsiteX2" fmla="*/ 426309 w 1759778"/>
                <a:gd name="connsiteY2" fmla="*/ 1024808 h 1352262"/>
                <a:gd name="connsiteX3" fmla="*/ 574590 w 1759778"/>
                <a:gd name="connsiteY3" fmla="*/ 827100 h 1352262"/>
                <a:gd name="connsiteX4" fmla="*/ 784654 w 1759778"/>
                <a:gd name="connsiteY4" fmla="*/ 833278 h 1352262"/>
                <a:gd name="connsiteX5" fmla="*/ 976184 w 1759778"/>
                <a:gd name="connsiteY5" fmla="*/ 734424 h 1352262"/>
                <a:gd name="connsiteX6" fmla="*/ 1081217 w 1759778"/>
                <a:gd name="connsiteY6" fmla="*/ 425505 h 1352262"/>
                <a:gd name="connsiteX7" fmla="*/ 1210963 w 1759778"/>
                <a:gd name="connsiteY7" fmla="*/ 684997 h 1352262"/>
                <a:gd name="connsiteX8" fmla="*/ 1501346 w 1759778"/>
                <a:gd name="connsiteY8" fmla="*/ 481111 h 1352262"/>
                <a:gd name="connsiteX9" fmla="*/ 1668163 w 1759778"/>
                <a:gd name="connsiteY9" fmla="*/ 240154 h 1352262"/>
                <a:gd name="connsiteX10" fmla="*/ 1754660 w 1759778"/>
                <a:gd name="connsiteY10" fmla="*/ 17732 h 1352262"/>
                <a:gd name="connsiteX11" fmla="*/ 1742303 w 1759778"/>
                <a:gd name="connsiteY11" fmla="*/ 30089 h 13522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759778" h="1352262">
                  <a:moveTo>
                    <a:pt x="0" y="1352262"/>
                  </a:moveTo>
                  <a:cubicBezTo>
                    <a:pt x="16991" y="1234358"/>
                    <a:pt x="33982" y="1116454"/>
                    <a:pt x="105033" y="1061878"/>
                  </a:cubicBezTo>
                  <a:cubicBezTo>
                    <a:pt x="176084" y="1007302"/>
                    <a:pt x="348050" y="1063938"/>
                    <a:pt x="426309" y="1024808"/>
                  </a:cubicBezTo>
                  <a:cubicBezTo>
                    <a:pt x="504569" y="985678"/>
                    <a:pt x="514866" y="859022"/>
                    <a:pt x="574590" y="827100"/>
                  </a:cubicBezTo>
                  <a:cubicBezTo>
                    <a:pt x="634314" y="795178"/>
                    <a:pt x="717722" y="848724"/>
                    <a:pt x="784654" y="833278"/>
                  </a:cubicBezTo>
                  <a:cubicBezTo>
                    <a:pt x="851586" y="817832"/>
                    <a:pt x="926757" y="802386"/>
                    <a:pt x="976184" y="734424"/>
                  </a:cubicBezTo>
                  <a:cubicBezTo>
                    <a:pt x="1025611" y="666462"/>
                    <a:pt x="1042087" y="433743"/>
                    <a:pt x="1081217" y="425505"/>
                  </a:cubicBezTo>
                  <a:cubicBezTo>
                    <a:pt x="1120347" y="417267"/>
                    <a:pt x="1140941" y="675729"/>
                    <a:pt x="1210963" y="684997"/>
                  </a:cubicBezTo>
                  <a:cubicBezTo>
                    <a:pt x="1280985" y="694265"/>
                    <a:pt x="1425146" y="555251"/>
                    <a:pt x="1501346" y="481111"/>
                  </a:cubicBezTo>
                  <a:cubicBezTo>
                    <a:pt x="1577546" y="406970"/>
                    <a:pt x="1625944" y="317384"/>
                    <a:pt x="1668163" y="240154"/>
                  </a:cubicBezTo>
                  <a:cubicBezTo>
                    <a:pt x="1710382" y="162924"/>
                    <a:pt x="1742303" y="52743"/>
                    <a:pt x="1754660" y="17732"/>
                  </a:cubicBezTo>
                  <a:cubicBezTo>
                    <a:pt x="1767017" y="-17279"/>
                    <a:pt x="1754660" y="6405"/>
                    <a:pt x="1742303" y="30089"/>
                  </a:cubicBezTo>
                </a:path>
              </a:pathLst>
            </a:custGeom>
            <a:noFill/>
            <a:ln w="2540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18" name="组合 25">
            <a:extLst>
              <a:ext uri="{FF2B5EF4-FFF2-40B4-BE49-F238E27FC236}">
                <a16:creationId xmlns:a16="http://schemas.microsoft.com/office/drawing/2014/main" id="{BA1C8F63-2B41-0C6C-8C32-253223F471F2}"/>
              </a:ext>
            </a:extLst>
          </p:cNvPr>
          <p:cNvGrpSpPr/>
          <p:nvPr/>
        </p:nvGrpSpPr>
        <p:grpSpPr>
          <a:xfrm>
            <a:off x="7350697" y="2201673"/>
            <a:ext cx="2400128" cy="1922585"/>
            <a:chOff x="6245686" y="4054045"/>
            <a:chExt cx="2400128" cy="1922585"/>
          </a:xfrm>
        </p:grpSpPr>
        <p:cxnSp>
          <p:nvCxnSpPr>
            <p:cNvPr id="19" name="直接箭头连接符 26">
              <a:extLst>
                <a:ext uri="{FF2B5EF4-FFF2-40B4-BE49-F238E27FC236}">
                  <a16:creationId xmlns:a16="http://schemas.microsoft.com/office/drawing/2014/main" id="{B904C6E1-C794-2E76-706F-23DBBF2B738F}"/>
                </a:ext>
              </a:extLst>
            </p:cNvPr>
            <p:cNvCxnSpPr>
              <a:cxnSpLocks/>
            </p:cNvCxnSpPr>
            <p:nvPr/>
          </p:nvCxnSpPr>
          <p:spPr>
            <a:xfrm>
              <a:off x="6245686" y="5777338"/>
              <a:ext cx="2400128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直接箭头连接符 27">
              <a:extLst>
                <a:ext uri="{FF2B5EF4-FFF2-40B4-BE49-F238E27FC236}">
                  <a16:creationId xmlns:a16="http://schemas.microsoft.com/office/drawing/2014/main" id="{642CA4D9-CCF2-D34E-3F26-BB4D19E4A250}"/>
                </a:ext>
              </a:extLst>
            </p:cNvPr>
            <p:cNvCxnSpPr/>
            <p:nvPr/>
          </p:nvCxnSpPr>
          <p:spPr>
            <a:xfrm flipV="1">
              <a:off x="6414734" y="4054045"/>
              <a:ext cx="0" cy="1922585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椭圆 28">
              <a:extLst>
                <a:ext uri="{FF2B5EF4-FFF2-40B4-BE49-F238E27FC236}">
                  <a16:creationId xmlns:a16="http://schemas.microsoft.com/office/drawing/2014/main" id="{80DA78AF-08B2-7353-5453-694D8656E9C3}"/>
                </a:ext>
              </a:extLst>
            </p:cNvPr>
            <p:cNvSpPr/>
            <p:nvPr/>
          </p:nvSpPr>
          <p:spPr>
            <a:xfrm>
              <a:off x="6642210" y="5178728"/>
              <a:ext cx="84524" cy="84524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2" name="椭圆 29">
              <a:extLst>
                <a:ext uri="{FF2B5EF4-FFF2-40B4-BE49-F238E27FC236}">
                  <a16:creationId xmlns:a16="http://schemas.microsoft.com/office/drawing/2014/main" id="{06846FA8-9A2B-CCCF-E5C4-DAD3B0AB1902}"/>
                </a:ext>
              </a:extLst>
            </p:cNvPr>
            <p:cNvSpPr/>
            <p:nvPr/>
          </p:nvSpPr>
          <p:spPr>
            <a:xfrm>
              <a:off x="6822437" y="5322571"/>
              <a:ext cx="84524" cy="84524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3" name="椭圆 30">
              <a:extLst>
                <a:ext uri="{FF2B5EF4-FFF2-40B4-BE49-F238E27FC236}">
                  <a16:creationId xmlns:a16="http://schemas.microsoft.com/office/drawing/2014/main" id="{9B9B97EC-9D10-B9E0-9939-78AAA96792ED}"/>
                </a:ext>
              </a:extLst>
            </p:cNvPr>
            <p:cNvSpPr/>
            <p:nvPr/>
          </p:nvSpPr>
          <p:spPr>
            <a:xfrm>
              <a:off x="6982828" y="5520031"/>
              <a:ext cx="84524" cy="84524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4" name="椭圆 31">
              <a:extLst>
                <a:ext uri="{FF2B5EF4-FFF2-40B4-BE49-F238E27FC236}">
                  <a16:creationId xmlns:a16="http://schemas.microsoft.com/office/drawing/2014/main" id="{84300A3E-0F16-3E98-C785-DA5E0AB2EE4F}"/>
                </a:ext>
              </a:extLst>
            </p:cNvPr>
            <p:cNvSpPr/>
            <p:nvPr/>
          </p:nvSpPr>
          <p:spPr>
            <a:xfrm>
              <a:off x="6623487" y="4627242"/>
              <a:ext cx="84524" cy="84524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5" name="椭圆 32">
              <a:extLst>
                <a:ext uri="{FF2B5EF4-FFF2-40B4-BE49-F238E27FC236}">
                  <a16:creationId xmlns:a16="http://schemas.microsoft.com/office/drawing/2014/main" id="{77FE5C73-A1E5-A29A-30DB-49C40CB1E889}"/>
                </a:ext>
              </a:extLst>
            </p:cNvPr>
            <p:cNvSpPr/>
            <p:nvPr/>
          </p:nvSpPr>
          <p:spPr>
            <a:xfrm>
              <a:off x="6689888" y="4949093"/>
              <a:ext cx="84524" cy="84524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6" name="椭圆 33">
              <a:extLst>
                <a:ext uri="{FF2B5EF4-FFF2-40B4-BE49-F238E27FC236}">
                  <a16:creationId xmlns:a16="http://schemas.microsoft.com/office/drawing/2014/main" id="{CBFDE73F-1F3C-8C88-9B93-6A49412ABF19}"/>
                </a:ext>
              </a:extLst>
            </p:cNvPr>
            <p:cNvSpPr/>
            <p:nvPr/>
          </p:nvSpPr>
          <p:spPr>
            <a:xfrm>
              <a:off x="6890440" y="5185344"/>
              <a:ext cx="84524" cy="84524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7" name="椭圆 34">
              <a:extLst>
                <a:ext uri="{FF2B5EF4-FFF2-40B4-BE49-F238E27FC236}">
                  <a16:creationId xmlns:a16="http://schemas.microsoft.com/office/drawing/2014/main" id="{FC702000-9588-6A9F-B13E-52E62D33A7E7}"/>
                </a:ext>
              </a:extLst>
            </p:cNvPr>
            <p:cNvSpPr/>
            <p:nvPr/>
          </p:nvSpPr>
          <p:spPr>
            <a:xfrm>
              <a:off x="6806394" y="5090379"/>
              <a:ext cx="84524" cy="84524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8" name="椭圆 35">
              <a:extLst>
                <a:ext uri="{FF2B5EF4-FFF2-40B4-BE49-F238E27FC236}">
                  <a16:creationId xmlns:a16="http://schemas.microsoft.com/office/drawing/2014/main" id="{3151248F-E737-45F7-3D0F-379213F129D8}"/>
                </a:ext>
              </a:extLst>
            </p:cNvPr>
            <p:cNvSpPr/>
            <p:nvPr/>
          </p:nvSpPr>
          <p:spPr>
            <a:xfrm>
              <a:off x="7073329" y="5268230"/>
              <a:ext cx="84524" cy="84524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9" name="椭圆 36">
              <a:extLst>
                <a:ext uri="{FF2B5EF4-FFF2-40B4-BE49-F238E27FC236}">
                  <a16:creationId xmlns:a16="http://schemas.microsoft.com/office/drawing/2014/main" id="{57F09BD0-A2C3-4A18-3D17-79C3E7E8C1AE}"/>
                </a:ext>
              </a:extLst>
            </p:cNvPr>
            <p:cNvSpPr/>
            <p:nvPr/>
          </p:nvSpPr>
          <p:spPr>
            <a:xfrm>
              <a:off x="7157853" y="4868705"/>
              <a:ext cx="84524" cy="84524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0" name="矩形 37">
              <a:extLst>
                <a:ext uri="{FF2B5EF4-FFF2-40B4-BE49-F238E27FC236}">
                  <a16:creationId xmlns:a16="http://schemas.microsoft.com/office/drawing/2014/main" id="{CDAC07FE-A936-91CF-E157-920A57C5CF31}"/>
                </a:ext>
              </a:extLst>
            </p:cNvPr>
            <p:cNvSpPr/>
            <p:nvPr/>
          </p:nvSpPr>
          <p:spPr>
            <a:xfrm>
              <a:off x="7178020" y="4566578"/>
              <a:ext cx="93855" cy="92728"/>
            </a:xfrm>
            <a:prstGeom prst="rect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1" name="矩形 38">
              <a:extLst>
                <a:ext uri="{FF2B5EF4-FFF2-40B4-BE49-F238E27FC236}">
                  <a16:creationId xmlns:a16="http://schemas.microsoft.com/office/drawing/2014/main" id="{AEFD3A9F-FF1B-3CBD-CA6C-210C864FAD25}"/>
                </a:ext>
              </a:extLst>
            </p:cNvPr>
            <p:cNvSpPr/>
            <p:nvPr/>
          </p:nvSpPr>
          <p:spPr>
            <a:xfrm>
              <a:off x="7142765" y="5078002"/>
              <a:ext cx="93855" cy="92728"/>
            </a:xfrm>
            <a:prstGeom prst="rect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2" name="矩形 39">
              <a:extLst>
                <a:ext uri="{FF2B5EF4-FFF2-40B4-BE49-F238E27FC236}">
                  <a16:creationId xmlns:a16="http://schemas.microsoft.com/office/drawing/2014/main" id="{E70980B9-F28A-CE81-03B5-ADC6F45759AC}"/>
                </a:ext>
              </a:extLst>
            </p:cNvPr>
            <p:cNvSpPr/>
            <p:nvPr/>
          </p:nvSpPr>
          <p:spPr>
            <a:xfrm>
              <a:off x="7278010" y="5177140"/>
              <a:ext cx="93855" cy="92728"/>
            </a:xfrm>
            <a:prstGeom prst="rect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3" name="矩形 40">
              <a:extLst>
                <a:ext uri="{FF2B5EF4-FFF2-40B4-BE49-F238E27FC236}">
                  <a16:creationId xmlns:a16="http://schemas.microsoft.com/office/drawing/2014/main" id="{EDEB47F2-C288-3F51-C2BF-74EE1B31AAE2}"/>
                </a:ext>
              </a:extLst>
            </p:cNvPr>
            <p:cNvSpPr/>
            <p:nvPr/>
          </p:nvSpPr>
          <p:spPr>
            <a:xfrm>
              <a:off x="7435346" y="5269320"/>
              <a:ext cx="93855" cy="92728"/>
            </a:xfrm>
            <a:prstGeom prst="rect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4" name="矩形 41">
              <a:extLst>
                <a:ext uri="{FF2B5EF4-FFF2-40B4-BE49-F238E27FC236}">
                  <a16:creationId xmlns:a16="http://schemas.microsoft.com/office/drawing/2014/main" id="{D49296B3-C012-A566-207E-1358926F2091}"/>
                </a:ext>
              </a:extLst>
            </p:cNvPr>
            <p:cNvSpPr/>
            <p:nvPr/>
          </p:nvSpPr>
          <p:spPr>
            <a:xfrm>
              <a:off x="7317202" y="4630881"/>
              <a:ext cx="93855" cy="92728"/>
            </a:xfrm>
            <a:prstGeom prst="rect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5" name="矩形 42">
              <a:extLst>
                <a:ext uri="{FF2B5EF4-FFF2-40B4-BE49-F238E27FC236}">
                  <a16:creationId xmlns:a16="http://schemas.microsoft.com/office/drawing/2014/main" id="{A91BE8D3-E76B-ACBA-8853-234C285255CA}"/>
                </a:ext>
              </a:extLst>
            </p:cNvPr>
            <p:cNvSpPr/>
            <p:nvPr/>
          </p:nvSpPr>
          <p:spPr>
            <a:xfrm>
              <a:off x="7362824" y="4799766"/>
              <a:ext cx="93855" cy="92728"/>
            </a:xfrm>
            <a:prstGeom prst="rect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6" name="矩形 43">
              <a:extLst>
                <a:ext uri="{FF2B5EF4-FFF2-40B4-BE49-F238E27FC236}">
                  <a16:creationId xmlns:a16="http://schemas.microsoft.com/office/drawing/2014/main" id="{98EE1692-7C1A-7885-6401-082A6848069F}"/>
                </a:ext>
              </a:extLst>
            </p:cNvPr>
            <p:cNvSpPr/>
            <p:nvPr/>
          </p:nvSpPr>
          <p:spPr>
            <a:xfrm>
              <a:off x="6849126" y="4542006"/>
              <a:ext cx="93855" cy="92728"/>
            </a:xfrm>
            <a:prstGeom prst="rect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7" name="矩形 44">
              <a:extLst>
                <a:ext uri="{FF2B5EF4-FFF2-40B4-BE49-F238E27FC236}">
                  <a16:creationId xmlns:a16="http://schemas.microsoft.com/office/drawing/2014/main" id="{D255D49F-250F-7BB3-AD44-0A883FBC21B6}"/>
                </a:ext>
              </a:extLst>
            </p:cNvPr>
            <p:cNvSpPr/>
            <p:nvPr/>
          </p:nvSpPr>
          <p:spPr>
            <a:xfrm>
              <a:off x="7075324" y="4734792"/>
              <a:ext cx="93855" cy="92728"/>
            </a:xfrm>
            <a:prstGeom prst="rect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8" name="矩形 45">
              <a:extLst>
                <a:ext uri="{FF2B5EF4-FFF2-40B4-BE49-F238E27FC236}">
                  <a16:creationId xmlns:a16="http://schemas.microsoft.com/office/drawing/2014/main" id="{AD6DEA2E-8A72-6DD4-BA16-E61CBB11D0D9}"/>
                </a:ext>
              </a:extLst>
            </p:cNvPr>
            <p:cNvSpPr/>
            <p:nvPr/>
          </p:nvSpPr>
          <p:spPr>
            <a:xfrm>
              <a:off x="7125377" y="5412526"/>
              <a:ext cx="93855" cy="92728"/>
            </a:xfrm>
            <a:prstGeom prst="rect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9" name="矩形 46">
              <a:extLst>
                <a:ext uri="{FF2B5EF4-FFF2-40B4-BE49-F238E27FC236}">
                  <a16:creationId xmlns:a16="http://schemas.microsoft.com/office/drawing/2014/main" id="{DB28B53D-DB1E-6F82-662D-78CAC89C9782}"/>
                </a:ext>
              </a:extLst>
            </p:cNvPr>
            <p:cNvSpPr/>
            <p:nvPr/>
          </p:nvSpPr>
          <p:spPr>
            <a:xfrm>
              <a:off x="7583084" y="4758512"/>
              <a:ext cx="93855" cy="92728"/>
            </a:xfrm>
            <a:prstGeom prst="rect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0" name="矩形 47">
              <a:extLst>
                <a:ext uri="{FF2B5EF4-FFF2-40B4-BE49-F238E27FC236}">
                  <a16:creationId xmlns:a16="http://schemas.microsoft.com/office/drawing/2014/main" id="{27C311A3-61A9-2F38-0BE2-62AE417C3E0D}"/>
                </a:ext>
              </a:extLst>
            </p:cNvPr>
            <p:cNvSpPr/>
            <p:nvPr/>
          </p:nvSpPr>
          <p:spPr>
            <a:xfrm>
              <a:off x="7711790" y="4920276"/>
              <a:ext cx="93855" cy="92728"/>
            </a:xfrm>
            <a:prstGeom prst="rect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1" name="矩形 48">
              <a:extLst>
                <a:ext uri="{FF2B5EF4-FFF2-40B4-BE49-F238E27FC236}">
                  <a16:creationId xmlns:a16="http://schemas.microsoft.com/office/drawing/2014/main" id="{A18E862F-1279-E745-1F00-F40AE1C7EFF1}"/>
                </a:ext>
              </a:extLst>
            </p:cNvPr>
            <p:cNvSpPr/>
            <p:nvPr/>
          </p:nvSpPr>
          <p:spPr>
            <a:xfrm>
              <a:off x="7572313" y="5024113"/>
              <a:ext cx="93855" cy="92728"/>
            </a:xfrm>
            <a:prstGeom prst="rect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2" name="矩形 49">
              <a:extLst>
                <a:ext uri="{FF2B5EF4-FFF2-40B4-BE49-F238E27FC236}">
                  <a16:creationId xmlns:a16="http://schemas.microsoft.com/office/drawing/2014/main" id="{91F7360E-13DD-ECC4-B5AC-81B9B9FA52B2}"/>
                </a:ext>
              </a:extLst>
            </p:cNvPr>
            <p:cNvSpPr/>
            <p:nvPr/>
          </p:nvSpPr>
          <p:spPr>
            <a:xfrm>
              <a:off x="7722561" y="5258269"/>
              <a:ext cx="93855" cy="92728"/>
            </a:xfrm>
            <a:prstGeom prst="rect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3" name="矩形 50">
              <a:extLst>
                <a:ext uri="{FF2B5EF4-FFF2-40B4-BE49-F238E27FC236}">
                  <a16:creationId xmlns:a16="http://schemas.microsoft.com/office/drawing/2014/main" id="{167D4AF5-B8DE-CEB0-369E-48BB7C0A1BE2}"/>
                </a:ext>
              </a:extLst>
            </p:cNvPr>
            <p:cNvSpPr/>
            <p:nvPr/>
          </p:nvSpPr>
          <p:spPr>
            <a:xfrm>
              <a:off x="7583084" y="5362106"/>
              <a:ext cx="93855" cy="92728"/>
            </a:xfrm>
            <a:prstGeom prst="rect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4" name="椭圆 51">
              <a:extLst>
                <a:ext uri="{FF2B5EF4-FFF2-40B4-BE49-F238E27FC236}">
                  <a16:creationId xmlns:a16="http://schemas.microsoft.com/office/drawing/2014/main" id="{54D56B7C-B2AC-271E-BD98-6A653FA9AA0A}"/>
                </a:ext>
              </a:extLst>
            </p:cNvPr>
            <p:cNvSpPr/>
            <p:nvPr/>
          </p:nvSpPr>
          <p:spPr>
            <a:xfrm>
              <a:off x="7339577" y="5503493"/>
              <a:ext cx="84524" cy="84524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5" name="椭圆 52">
              <a:extLst>
                <a:ext uri="{FF2B5EF4-FFF2-40B4-BE49-F238E27FC236}">
                  <a16:creationId xmlns:a16="http://schemas.microsoft.com/office/drawing/2014/main" id="{7A49CD4B-6EFA-4325-91F9-3A61CED882CE}"/>
                </a:ext>
              </a:extLst>
            </p:cNvPr>
            <p:cNvSpPr/>
            <p:nvPr/>
          </p:nvSpPr>
          <p:spPr>
            <a:xfrm>
              <a:off x="6665749" y="4237644"/>
              <a:ext cx="84524" cy="84524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6" name="椭圆 53">
              <a:extLst>
                <a:ext uri="{FF2B5EF4-FFF2-40B4-BE49-F238E27FC236}">
                  <a16:creationId xmlns:a16="http://schemas.microsoft.com/office/drawing/2014/main" id="{AAD16AC0-A878-B23D-4D6A-C1B1AB6AFF3F}"/>
                </a:ext>
              </a:extLst>
            </p:cNvPr>
            <p:cNvSpPr/>
            <p:nvPr/>
          </p:nvSpPr>
          <p:spPr>
            <a:xfrm>
              <a:off x="6695738" y="4753277"/>
              <a:ext cx="84524" cy="84524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7" name="椭圆 54">
              <a:extLst>
                <a:ext uri="{FF2B5EF4-FFF2-40B4-BE49-F238E27FC236}">
                  <a16:creationId xmlns:a16="http://schemas.microsoft.com/office/drawing/2014/main" id="{8A853371-2272-84A6-C392-F5F1052A068B}"/>
                </a:ext>
              </a:extLst>
            </p:cNvPr>
            <p:cNvSpPr/>
            <p:nvPr/>
          </p:nvSpPr>
          <p:spPr>
            <a:xfrm>
              <a:off x="7189693" y="5558683"/>
              <a:ext cx="84524" cy="84524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8" name="矩形 55">
              <a:extLst>
                <a:ext uri="{FF2B5EF4-FFF2-40B4-BE49-F238E27FC236}">
                  <a16:creationId xmlns:a16="http://schemas.microsoft.com/office/drawing/2014/main" id="{8BD49011-8565-F633-8E0C-BAB72E433C6E}"/>
                </a:ext>
              </a:extLst>
            </p:cNvPr>
            <p:cNvSpPr/>
            <p:nvPr/>
          </p:nvSpPr>
          <p:spPr>
            <a:xfrm>
              <a:off x="7893053" y="5368223"/>
              <a:ext cx="93855" cy="92728"/>
            </a:xfrm>
            <a:prstGeom prst="rect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9" name="椭圆 56">
              <a:extLst>
                <a:ext uri="{FF2B5EF4-FFF2-40B4-BE49-F238E27FC236}">
                  <a16:creationId xmlns:a16="http://schemas.microsoft.com/office/drawing/2014/main" id="{BA3D22FD-46E5-A5B0-B23D-BBB34AD8B050}"/>
                </a:ext>
              </a:extLst>
            </p:cNvPr>
            <p:cNvSpPr/>
            <p:nvPr/>
          </p:nvSpPr>
          <p:spPr>
            <a:xfrm>
              <a:off x="7602770" y="5558683"/>
              <a:ext cx="84524" cy="84524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0" name="矩形 57">
              <a:extLst>
                <a:ext uri="{FF2B5EF4-FFF2-40B4-BE49-F238E27FC236}">
                  <a16:creationId xmlns:a16="http://schemas.microsoft.com/office/drawing/2014/main" id="{E42EB1DD-3D1D-470C-B176-886F73B5B352}"/>
                </a:ext>
              </a:extLst>
            </p:cNvPr>
            <p:cNvSpPr/>
            <p:nvPr/>
          </p:nvSpPr>
          <p:spPr>
            <a:xfrm>
              <a:off x="7400256" y="4973719"/>
              <a:ext cx="93855" cy="92728"/>
            </a:xfrm>
            <a:prstGeom prst="rect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1" name="矩形 58">
              <a:extLst>
                <a:ext uri="{FF2B5EF4-FFF2-40B4-BE49-F238E27FC236}">
                  <a16:creationId xmlns:a16="http://schemas.microsoft.com/office/drawing/2014/main" id="{2F95D712-1BD6-813C-8710-50A82A9224FF}"/>
                </a:ext>
              </a:extLst>
            </p:cNvPr>
            <p:cNvSpPr/>
            <p:nvPr/>
          </p:nvSpPr>
          <p:spPr>
            <a:xfrm>
              <a:off x="6984520" y="4872198"/>
              <a:ext cx="93855" cy="92728"/>
            </a:xfrm>
            <a:prstGeom prst="rect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2" name="椭圆 59">
              <a:extLst>
                <a:ext uri="{FF2B5EF4-FFF2-40B4-BE49-F238E27FC236}">
                  <a16:creationId xmlns:a16="http://schemas.microsoft.com/office/drawing/2014/main" id="{BFEFD218-6E04-40C5-0C67-398D46A7E52C}"/>
                </a:ext>
              </a:extLst>
            </p:cNvPr>
            <p:cNvSpPr/>
            <p:nvPr/>
          </p:nvSpPr>
          <p:spPr>
            <a:xfrm>
              <a:off x="7978835" y="5599708"/>
              <a:ext cx="84524" cy="84524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3" name="椭圆 60">
              <a:extLst>
                <a:ext uri="{FF2B5EF4-FFF2-40B4-BE49-F238E27FC236}">
                  <a16:creationId xmlns:a16="http://schemas.microsoft.com/office/drawing/2014/main" id="{7DA48F3E-8734-0D92-8B83-5E8A36EA0DFD}"/>
                </a:ext>
              </a:extLst>
            </p:cNvPr>
            <p:cNvSpPr/>
            <p:nvPr/>
          </p:nvSpPr>
          <p:spPr>
            <a:xfrm>
              <a:off x="6665749" y="4418794"/>
              <a:ext cx="84524" cy="84524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4" name="矩形 61">
              <a:extLst>
                <a:ext uri="{FF2B5EF4-FFF2-40B4-BE49-F238E27FC236}">
                  <a16:creationId xmlns:a16="http://schemas.microsoft.com/office/drawing/2014/main" id="{816AA1F8-B31A-DCBE-09DA-D3C113B4038F}"/>
                </a:ext>
              </a:extLst>
            </p:cNvPr>
            <p:cNvSpPr/>
            <p:nvPr/>
          </p:nvSpPr>
          <p:spPr>
            <a:xfrm>
              <a:off x="6881109" y="4323792"/>
              <a:ext cx="93855" cy="92728"/>
            </a:xfrm>
            <a:prstGeom prst="rect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5" name="矩形 62">
              <a:extLst>
                <a:ext uri="{FF2B5EF4-FFF2-40B4-BE49-F238E27FC236}">
                  <a16:creationId xmlns:a16="http://schemas.microsoft.com/office/drawing/2014/main" id="{7627AE6B-4B6D-90AA-B3BC-57E85BA1833B}"/>
                </a:ext>
              </a:extLst>
            </p:cNvPr>
            <p:cNvSpPr/>
            <p:nvPr/>
          </p:nvSpPr>
          <p:spPr>
            <a:xfrm>
              <a:off x="6868333" y="4706927"/>
              <a:ext cx="93855" cy="92728"/>
            </a:xfrm>
            <a:prstGeom prst="rect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6" name="矩形 63">
              <a:extLst>
                <a:ext uri="{FF2B5EF4-FFF2-40B4-BE49-F238E27FC236}">
                  <a16:creationId xmlns:a16="http://schemas.microsoft.com/office/drawing/2014/main" id="{B197EE76-5AE3-9B17-4AE5-6D1F22FE1723}"/>
                </a:ext>
              </a:extLst>
            </p:cNvPr>
            <p:cNvSpPr/>
            <p:nvPr/>
          </p:nvSpPr>
          <p:spPr>
            <a:xfrm>
              <a:off x="8148523" y="5359114"/>
              <a:ext cx="93855" cy="92728"/>
            </a:xfrm>
            <a:prstGeom prst="rect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7" name="椭圆 64">
              <a:extLst>
                <a:ext uri="{FF2B5EF4-FFF2-40B4-BE49-F238E27FC236}">
                  <a16:creationId xmlns:a16="http://schemas.microsoft.com/office/drawing/2014/main" id="{77010B99-8086-3D50-3A11-A9C63DC66741}"/>
                </a:ext>
              </a:extLst>
            </p:cNvPr>
            <p:cNvSpPr/>
            <p:nvPr/>
          </p:nvSpPr>
          <p:spPr>
            <a:xfrm>
              <a:off x="7765931" y="5623081"/>
              <a:ext cx="84524" cy="84524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8" name="椭圆 65">
              <a:extLst>
                <a:ext uri="{FF2B5EF4-FFF2-40B4-BE49-F238E27FC236}">
                  <a16:creationId xmlns:a16="http://schemas.microsoft.com/office/drawing/2014/main" id="{750D43CF-2D80-3237-E5EB-42EA436C85A0}"/>
                </a:ext>
              </a:extLst>
            </p:cNvPr>
            <p:cNvSpPr/>
            <p:nvPr/>
          </p:nvSpPr>
          <p:spPr>
            <a:xfrm>
              <a:off x="8171646" y="5590132"/>
              <a:ext cx="84524" cy="84524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9" name="任意多边形: 形状 66">
              <a:extLst>
                <a:ext uri="{FF2B5EF4-FFF2-40B4-BE49-F238E27FC236}">
                  <a16:creationId xmlns:a16="http://schemas.microsoft.com/office/drawing/2014/main" id="{D8E5DEB3-DED3-5881-57DF-52102F7D26DA}"/>
                </a:ext>
              </a:extLst>
            </p:cNvPr>
            <p:cNvSpPr/>
            <p:nvPr/>
          </p:nvSpPr>
          <p:spPr>
            <a:xfrm>
              <a:off x="6781595" y="4183956"/>
              <a:ext cx="1627203" cy="1357401"/>
            </a:xfrm>
            <a:custGeom>
              <a:avLst/>
              <a:gdLst>
                <a:gd name="connsiteX0" fmla="*/ 18775 w 1627203"/>
                <a:gd name="connsiteY0" fmla="*/ 0 h 1357401"/>
                <a:gd name="connsiteX1" fmla="*/ 3407 w 1627203"/>
                <a:gd name="connsiteY1" fmla="*/ 341940 h 1357401"/>
                <a:gd name="connsiteX2" fmla="*/ 76405 w 1627203"/>
                <a:gd name="connsiteY2" fmla="*/ 756878 h 1357401"/>
                <a:gd name="connsiteX3" fmla="*/ 214718 w 1627203"/>
                <a:gd name="connsiteY3" fmla="*/ 883664 h 1357401"/>
                <a:gd name="connsiteX4" fmla="*/ 345346 w 1627203"/>
                <a:gd name="connsiteY4" fmla="*/ 691563 h 1357401"/>
                <a:gd name="connsiteX5" fmla="*/ 506711 w 1627203"/>
                <a:gd name="connsiteY5" fmla="*/ 637775 h 1357401"/>
                <a:gd name="connsiteX6" fmla="*/ 491343 w 1627203"/>
                <a:gd name="connsiteY6" fmla="*/ 791456 h 1357401"/>
                <a:gd name="connsiteX7" fmla="*/ 283874 w 1627203"/>
                <a:gd name="connsiteY7" fmla="*/ 902874 h 1357401"/>
                <a:gd name="connsiteX8" fmla="*/ 406818 w 1627203"/>
                <a:gd name="connsiteY8" fmla="*/ 1075765 h 1357401"/>
                <a:gd name="connsiteX9" fmla="*/ 426029 w 1627203"/>
                <a:gd name="connsiteY9" fmla="*/ 1160289 h 1357401"/>
                <a:gd name="connsiteX10" fmla="*/ 264664 w 1627203"/>
                <a:gd name="connsiteY10" fmla="*/ 1225604 h 1357401"/>
                <a:gd name="connsiteX11" fmla="*/ 345346 w 1627203"/>
                <a:gd name="connsiteY11" fmla="*/ 1356232 h 1357401"/>
                <a:gd name="connsiteX12" fmla="*/ 518237 w 1627203"/>
                <a:gd name="connsiteY12" fmla="*/ 1290918 h 1357401"/>
                <a:gd name="connsiteX13" fmla="*/ 771810 w 1627203"/>
                <a:gd name="connsiteY13" fmla="*/ 1310128 h 1357401"/>
                <a:gd name="connsiteX14" fmla="*/ 1194432 w 1627203"/>
                <a:gd name="connsiteY14" fmla="*/ 1352390 h 1357401"/>
                <a:gd name="connsiteX15" fmla="*/ 1601686 w 1627203"/>
                <a:gd name="connsiteY15" fmla="*/ 1340864 h 1357401"/>
                <a:gd name="connsiteX16" fmla="*/ 1586318 w 1627203"/>
                <a:gd name="connsiteY16" fmla="*/ 1344706 h 1357401"/>
                <a:gd name="connsiteX17" fmla="*/ 1586318 w 1627203"/>
                <a:gd name="connsiteY17" fmla="*/ 1344706 h 13574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627203" h="1357401">
                  <a:moveTo>
                    <a:pt x="18775" y="0"/>
                  </a:moveTo>
                  <a:cubicBezTo>
                    <a:pt x="6288" y="107897"/>
                    <a:pt x="-6198" y="215794"/>
                    <a:pt x="3407" y="341940"/>
                  </a:cubicBezTo>
                  <a:cubicBezTo>
                    <a:pt x="13012" y="468086"/>
                    <a:pt x="41187" y="666591"/>
                    <a:pt x="76405" y="756878"/>
                  </a:cubicBezTo>
                  <a:cubicBezTo>
                    <a:pt x="111623" y="847165"/>
                    <a:pt x="169895" y="894550"/>
                    <a:pt x="214718" y="883664"/>
                  </a:cubicBezTo>
                  <a:cubicBezTo>
                    <a:pt x="259541" y="872778"/>
                    <a:pt x="296680" y="732545"/>
                    <a:pt x="345346" y="691563"/>
                  </a:cubicBezTo>
                  <a:cubicBezTo>
                    <a:pt x="394012" y="650581"/>
                    <a:pt x="482378" y="621126"/>
                    <a:pt x="506711" y="637775"/>
                  </a:cubicBezTo>
                  <a:cubicBezTo>
                    <a:pt x="531044" y="654424"/>
                    <a:pt x="528482" y="747273"/>
                    <a:pt x="491343" y="791456"/>
                  </a:cubicBezTo>
                  <a:cubicBezTo>
                    <a:pt x="454204" y="835639"/>
                    <a:pt x="297962" y="855489"/>
                    <a:pt x="283874" y="902874"/>
                  </a:cubicBezTo>
                  <a:cubicBezTo>
                    <a:pt x="269786" y="950259"/>
                    <a:pt x="383126" y="1032863"/>
                    <a:pt x="406818" y="1075765"/>
                  </a:cubicBezTo>
                  <a:cubicBezTo>
                    <a:pt x="430510" y="1118667"/>
                    <a:pt x="449721" y="1135316"/>
                    <a:pt x="426029" y="1160289"/>
                  </a:cubicBezTo>
                  <a:cubicBezTo>
                    <a:pt x="402337" y="1185262"/>
                    <a:pt x="278111" y="1192947"/>
                    <a:pt x="264664" y="1225604"/>
                  </a:cubicBezTo>
                  <a:cubicBezTo>
                    <a:pt x="251217" y="1258261"/>
                    <a:pt x="303084" y="1345346"/>
                    <a:pt x="345346" y="1356232"/>
                  </a:cubicBezTo>
                  <a:cubicBezTo>
                    <a:pt x="387608" y="1367118"/>
                    <a:pt x="447160" y="1298602"/>
                    <a:pt x="518237" y="1290918"/>
                  </a:cubicBezTo>
                  <a:cubicBezTo>
                    <a:pt x="589314" y="1283234"/>
                    <a:pt x="771810" y="1310128"/>
                    <a:pt x="771810" y="1310128"/>
                  </a:cubicBezTo>
                  <a:cubicBezTo>
                    <a:pt x="884509" y="1320373"/>
                    <a:pt x="1056119" y="1347267"/>
                    <a:pt x="1194432" y="1352390"/>
                  </a:cubicBezTo>
                  <a:lnTo>
                    <a:pt x="1601686" y="1340864"/>
                  </a:lnTo>
                  <a:cubicBezTo>
                    <a:pt x="1667000" y="1339583"/>
                    <a:pt x="1586318" y="1344706"/>
                    <a:pt x="1586318" y="1344706"/>
                  </a:cubicBezTo>
                  <a:lnTo>
                    <a:pt x="1586318" y="1344706"/>
                  </a:lnTo>
                </a:path>
              </a:pathLst>
            </a:custGeom>
            <a:noFill/>
            <a:ln w="254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60" name="文本框 67">
            <a:extLst>
              <a:ext uri="{FF2B5EF4-FFF2-40B4-BE49-F238E27FC236}">
                <a16:creationId xmlns:a16="http://schemas.microsoft.com/office/drawing/2014/main" id="{36200A90-B0F8-9DCE-F91F-0D60CE0125C6}"/>
              </a:ext>
            </a:extLst>
          </p:cNvPr>
          <p:cNvSpPr txBox="1"/>
          <p:nvPr/>
        </p:nvSpPr>
        <p:spPr>
          <a:xfrm>
            <a:off x="4523074" y="1688091"/>
            <a:ext cx="29337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latin typeface="Arial" panose="020B0604020202020204" pitchFamily="34" charset="0"/>
                <a:cs typeface="Arial" panose="020B0604020202020204" pitchFamily="34" charset="0"/>
              </a:rPr>
              <a:t>Regression</a:t>
            </a:r>
            <a:endParaRPr lang="zh-CN" alt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1" name="文本框 68">
            <a:extLst>
              <a:ext uri="{FF2B5EF4-FFF2-40B4-BE49-F238E27FC236}">
                <a16:creationId xmlns:a16="http://schemas.microsoft.com/office/drawing/2014/main" id="{29CBC750-AF07-9417-70C5-EBC605C3FE47}"/>
              </a:ext>
            </a:extLst>
          </p:cNvPr>
          <p:cNvSpPr txBox="1"/>
          <p:nvPr/>
        </p:nvSpPr>
        <p:spPr>
          <a:xfrm>
            <a:off x="7490742" y="1743874"/>
            <a:ext cx="21783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latin typeface="Arial" panose="020B0604020202020204" pitchFamily="34" charset="0"/>
                <a:cs typeface="Arial" panose="020B0604020202020204" pitchFamily="34" charset="0"/>
              </a:rPr>
              <a:t>Classification</a:t>
            </a:r>
            <a:endParaRPr lang="zh-CN" alt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62" name="组合 69">
            <a:extLst>
              <a:ext uri="{FF2B5EF4-FFF2-40B4-BE49-F238E27FC236}">
                <a16:creationId xmlns:a16="http://schemas.microsoft.com/office/drawing/2014/main" id="{1685B87D-78CD-C721-E27D-AD472C5896D8}"/>
              </a:ext>
            </a:extLst>
          </p:cNvPr>
          <p:cNvGrpSpPr/>
          <p:nvPr/>
        </p:nvGrpSpPr>
        <p:grpSpPr>
          <a:xfrm>
            <a:off x="4153738" y="4363966"/>
            <a:ext cx="2469703" cy="1908544"/>
            <a:chOff x="4186504" y="1672856"/>
            <a:chExt cx="2469703" cy="1908544"/>
          </a:xfrm>
        </p:grpSpPr>
        <p:cxnSp>
          <p:nvCxnSpPr>
            <p:cNvPr id="63" name="直接箭头连接符 70">
              <a:extLst>
                <a:ext uri="{FF2B5EF4-FFF2-40B4-BE49-F238E27FC236}">
                  <a16:creationId xmlns:a16="http://schemas.microsoft.com/office/drawing/2014/main" id="{EF4F7877-D78A-4E80-A476-6E064FB4708E}"/>
                </a:ext>
              </a:extLst>
            </p:cNvPr>
            <p:cNvCxnSpPr/>
            <p:nvPr/>
          </p:nvCxnSpPr>
          <p:spPr>
            <a:xfrm>
              <a:off x="4253248" y="3363432"/>
              <a:ext cx="2402959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直接箭头连接符 71">
              <a:extLst>
                <a:ext uri="{FF2B5EF4-FFF2-40B4-BE49-F238E27FC236}">
                  <a16:creationId xmlns:a16="http://schemas.microsoft.com/office/drawing/2014/main" id="{BE39397D-B3C9-9B9D-E8CE-525430F05C29}"/>
                </a:ext>
              </a:extLst>
            </p:cNvPr>
            <p:cNvCxnSpPr/>
            <p:nvPr/>
          </p:nvCxnSpPr>
          <p:spPr>
            <a:xfrm flipV="1">
              <a:off x="4380839" y="1672856"/>
              <a:ext cx="0" cy="1908544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5" name="椭圆 72">
              <a:extLst>
                <a:ext uri="{FF2B5EF4-FFF2-40B4-BE49-F238E27FC236}">
                  <a16:creationId xmlns:a16="http://schemas.microsoft.com/office/drawing/2014/main" id="{7CFE9404-3814-339D-CA7C-C3C0F17A5E65}"/>
                </a:ext>
              </a:extLst>
            </p:cNvPr>
            <p:cNvSpPr/>
            <p:nvPr/>
          </p:nvSpPr>
          <p:spPr>
            <a:xfrm>
              <a:off x="4563022" y="2887916"/>
              <a:ext cx="84524" cy="84524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6" name="椭圆 73">
              <a:extLst>
                <a:ext uri="{FF2B5EF4-FFF2-40B4-BE49-F238E27FC236}">
                  <a16:creationId xmlns:a16="http://schemas.microsoft.com/office/drawing/2014/main" id="{0F384E83-182C-C229-9F45-ADAF8B77F357}"/>
                </a:ext>
              </a:extLst>
            </p:cNvPr>
            <p:cNvSpPr/>
            <p:nvPr/>
          </p:nvSpPr>
          <p:spPr>
            <a:xfrm>
              <a:off x="4886288" y="2830765"/>
              <a:ext cx="84524" cy="84524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7" name="椭圆 74">
              <a:extLst>
                <a:ext uri="{FF2B5EF4-FFF2-40B4-BE49-F238E27FC236}">
                  <a16:creationId xmlns:a16="http://schemas.microsoft.com/office/drawing/2014/main" id="{32F4DC76-26E0-588B-0A59-728F989652EC}"/>
                </a:ext>
              </a:extLst>
            </p:cNvPr>
            <p:cNvSpPr/>
            <p:nvPr/>
          </p:nvSpPr>
          <p:spPr>
            <a:xfrm>
              <a:off x="5039676" y="2614381"/>
              <a:ext cx="84524" cy="84524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8" name="椭圆 75">
              <a:extLst>
                <a:ext uri="{FF2B5EF4-FFF2-40B4-BE49-F238E27FC236}">
                  <a16:creationId xmlns:a16="http://schemas.microsoft.com/office/drawing/2014/main" id="{A8BE1467-64E7-0434-4416-3703D6502922}"/>
                </a:ext>
              </a:extLst>
            </p:cNvPr>
            <p:cNvSpPr/>
            <p:nvPr/>
          </p:nvSpPr>
          <p:spPr>
            <a:xfrm>
              <a:off x="5476261" y="2542604"/>
              <a:ext cx="84524" cy="84524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9" name="椭圆 76">
              <a:extLst>
                <a:ext uri="{FF2B5EF4-FFF2-40B4-BE49-F238E27FC236}">
                  <a16:creationId xmlns:a16="http://schemas.microsoft.com/office/drawing/2014/main" id="{F9EB6F56-D8D6-928A-B723-7A61F3C8E7FC}"/>
                </a:ext>
              </a:extLst>
            </p:cNvPr>
            <p:cNvSpPr/>
            <p:nvPr/>
          </p:nvSpPr>
          <p:spPr>
            <a:xfrm>
              <a:off x="5560785" y="2220322"/>
              <a:ext cx="84524" cy="84524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0" name="椭圆 77">
              <a:extLst>
                <a:ext uri="{FF2B5EF4-FFF2-40B4-BE49-F238E27FC236}">
                  <a16:creationId xmlns:a16="http://schemas.microsoft.com/office/drawing/2014/main" id="{582F1950-FCD3-7AA8-804C-5EFAFB378132}"/>
                </a:ext>
              </a:extLst>
            </p:cNvPr>
            <p:cNvSpPr/>
            <p:nvPr/>
          </p:nvSpPr>
          <p:spPr>
            <a:xfrm>
              <a:off x="5951671" y="2273746"/>
              <a:ext cx="84524" cy="84524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1" name="椭圆 78">
              <a:extLst>
                <a:ext uri="{FF2B5EF4-FFF2-40B4-BE49-F238E27FC236}">
                  <a16:creationId xmlns:a16="http://schemas.microsoft.com/office/drawing/2014/main" id="{A70B67EB-3791-769E-0007-F596F5F53D69}"/>
                </a:ext>
              </a:extLst>
            </p:cNvPr>
            <p:cNvSpPr/>
            <p:nvPr/>
          </p:nvSpPr>
          <p:spPr>
            <a:xfrm>
              <a:off x="6127123" y="2052724"/>
              <a:ext cx="84524" cy="84524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2" name="椭圆 79">
              <a:extLst>
                <a:ext uri="{FF2B5EF4-FFF2-40B4-BE49-F238E27FC236}">
                  <a16:creationId xmlns:a16="http://schemas.microsoft.com/office/drawing/2014/main" id="{0792B0B7-E480-FC22-3A02-63615D7C28DE}"/>
                </a:ext>
              </a:extLst>
            </p:cNvPr>
            <p:cNvSpPr/>
            <p:nvPr/>
          </p:nvSpPr>
          <p:spPr>
            <a:xfrm>
              <a:off x="5696537" y="2474855"/>
              <a:ext cx="84524" cy="84524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3" name="椭圆 80">
              <a:extLst>
                <a:ext uri="{FF2B5EF4-FFF2-40B4-BE49-F238E27FC236}">
                  <a16:creationId xmlns:a16="http://schemas.microsoft.com/office/drawing/2014/main" id="{2BF84AF0-6D2B-88C5-8A7F-EAEC1486B4FC}"/>
                </a:ext>
              </a:extLst>
            </p:cNvPr>
            <p:cNvSpPr/>
            <p:nvPr/>
          </p:nvSpPr>
          <p:spPr>
            <a:xfrm>
              <a:off x="4478498" y="3115768"/>
              <a:ext cx="84524" cy="84524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4" name="椭圆 81">
              <a:extLst>
                <a:ext uri="{FF2B5EF4-FFF2-40B4-BE49-F238E27FC236}">
                  <a16:creationId xmlns:a16="http://schemas.microsoft.com/office/drawing/2014/main" id="{300BC297-1659-E2D7-2318-4A8CA1DD5F82}"/>
                </a:ext>
              </a:extLst>
            </p:cNvPr>
            <p:cNvSpPr/>
            <p:nvPr/>
          </p:nvSpPr>
          <p:spPr>
            <a:xfrm>
              <a:off x="5239020" y="2620844"/>
              <a:ext cx="84524" cy="84524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75" name="直接连接符 82">
              <a:extLst>
                <a:ext uri="{FF2B5EF4-FFF2-40B4-BE49-F238E27FC236}">
                  <a16:creationId xmlns:a16="http://schemas.microsoft.com/office/drawing/2014/main" id="{62F75847-F112-0A19-4651-F0C7B44AB3D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186504" y="1901278"/>
              <a:ext cx="2274474" cy="1393892"/>
            </a:xfrm>
            <a:prstGeom prst="line">
              <a:avLst/>
            </a:prstGeom>
            <a:ln w="25400">
              <a:solidFill>
                <a:schemeClr val="accent2"/>
              </a:solidFill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</p:grpSp>
      <p:grpSp>
        <p:nvGrpSpPr>
          <p:cNvPr id="76" name="组合 83">
            <a:extLst>
              <a:ext uri="{FF2B5EF4-FFF2-40B4-BE49-F238E27FC236}">
                <a16:creationId xmlns:a16="http://schemas.microsoft.com/office/drawing/2014/main" id="{EC995C10-5056-005E-6550-20B19090BFFD}"/>
              </a:ext>
            </a:extLst>
          </p:cNvPr>
          <p:cNvGrpSpPr/>
          <p:nvPr/>
        </p:nvGrpSpPr>
        <p:grpSpPr>
          <a:xfrm>
            <a:off x="7357372" y="4338237"/>
            <a:ext cx="2626563" cy="1948112"/>
            <a:chOff x="377144" y="4176348"/>
            <a:chExt cx="2400128" cy="1922585"/>
          </a:xfrm>
        </p:grpSpPr>
        <p:sp>
          <p:nvSpPr>
            <p:cNvPr id="77" name="弧形 84">
              <a:extLst>
                <a:ext uri="{FF2B5EF4-FFF2-40B4-BE49-F238E27FC236}">
                  <a16:creationId xmlns:a16="http://schemas.microsoft.com/office/drawing/2014/main" id="{E4AE62D7-8BF1-6B7F-2019-260C2DAB9685}"/>
                </a:ext>
              </a:extLst>
            </p:cNvPr>
            <p:cNvSpPr/>
            <p:nvPr/>
          </p:nvSpPr>
          <p:spPr>
            <a:xfrm rot="12478146">
              <a:off x="860060" y="4272217"/>
              <a:ext cx="1900589" cy="1306465"/>
            </a:xfrm>
            <a:prstGeom prst="arc">
              <a:avLst>
                <a:gd name="adj1" fmla="val 11733525"/>
                <a:gd name="adj2" fmla="val 21393328"/>
              </a:avLst>
            </a:prstGeom>
            <a:ln w="254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grpSp>
          <p:nvGrpSpPr>
            <p:cNvPr id="78" name="组合 85">
              <a:extLst>
                <a:ext uri="{FF2B5EF4-FFF2-40B4-BE49-F238E27FC236}">
                  <a16:creationId xmlns:a16="http://schemas.microsoft.com/office/drawing/2014/main" id="{1010BD48-4678-26FB-F890-D34CD2AE930E}"/>
                </a:ext>
              </a:extLst>
            </p:cNvPr>
            <p:cNvGrpSpPr/>
            <p:nvPr/>
          </p:nvGrpSpPr>
          <p:grpSpPr>
            <a:xfrm>
              <a:off x="377144" y="4176348"/>
              <a:ext cx="2400128" cy="1922585"/>
              <a:chOff x="491928" y="4185138"/>
              <a:chExt cx="2400128" cy="1922585"/>
            </a:xfrm>
          </p:grpSpPr>
          <p:cxnSp>
            <p:nvCxnSpPr>
              <p:cNvPr id="79" name="直接箭头连接符 86">
                <a:extLst>
                  <a:ext uri="{FF2B5EF4-FFF2-40B4-BE49-F238E27FC236}">
                    <a16:creationId xmlns:a16="http://schemas.microsoft.com/office/drawing/2014/main" id="{94526D1F-678A-6255-B071-84671A6E0ED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91928" y="5908431"/>
                <a:ext cx="2400128" cy="0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0" name="直接箭头连接符 87">
                <a:extLst>
                  <a:ext uri="{FF2B5EF4-FFF2-40B4-BE49-F238E27FC236}">
                    <a16:creationId xmlns:a16="http://schemas.microsoft.com/office/drawing/2014/main" id="{DB1D434E-6C5B-22AB-A0BA-249CEB7C9B91}"/>
                  </a:ext>
                </a:extLst>
              </p:cNvPr>
              <p:cNvCxnSpPr/>
              <p:nvPr/>
            </p:nvCxnSpPr>
            <p:spPr>
              <a:xfrm flipV="1">
                <a:off x="660976" y="4185138"/>
                <a:ext cx="0" cy="1922585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1" name="椭圆 88">
                <a:extLst>
                  <a:ext uri="{FF2B5EF4-FFF2-40B4-BE49-F238E27FC236}">
                    <a16:creationId xmlns:a16="http://schemas.microsoft.com/office/drawing/2014/main" id="{49BDC836-96B4-98B1-0905-56F1EC880C4A}"/>
                  </a:ext>
                </a:extLst>
              </p:cNvPr>
              <p:cNvSpPr/>
              <p:nvPr/>
            </p:nvSpPr>
            <p:spPr>
              <a:xfrm>
                <a:off x="888452" y="5309821"/>
                <a:ext cx="84524" cy="84524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82" name="椭圆 89">
                <a:extLst>
                  <a:ext uri="{FF2B5EF4-FFF2-40B4-BE49-F238E27FC236}">
                    <a16:creationId xmlns:a16="http://schemas.microsoft.com/office/drawing/2014/main" id="{F56094E7-1FE5-8921-57B0-B3C86BA3ACEE}"/>
                  </a:ext>
                </a:extLst>
              </p:cNvPr>
              <p:cNvSpPr/>
              <p:nvPr/>
            </p:nvSpPr>
            <p:spPr>
              <a:xfrm>
                <a:off x="1068679" y="5453664"/>
                <a:ext cx="84524" cy="84524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83" name="椭圆 90">
                <a:extLst>
                  <a:ext uri="{FF2B5EF4-FFF2-40B4-BE49-F238E27FC236}">
                    <a16:creationId xmlns:a16="http://schemas.microsoft.com/office/drawing/2014/main" id="{7F77311B-9F28-7FB7-E2C9-B5FE25041197}"/>
                  </a:ext>
                </a:extLst>
              </p:cNvPr>
              <p:cNvSpPr/>
              <p:nvPr/>
            </p:nvSpPr>
            <p:spPr>
              <a:xfrm>
                <a:off x="1229070" y="5651124"/>
                <a:ext cx="84524" cy="84524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84" name="椭圆 91">
                <a:extLst>
                  <a:ext uri="{FF2B5EF4-FFF2-40B4-BE49-F238E27FC236}">
                    <a16:creationId xmlns:a16="http://schemas.microsoft.com/office/drawing/2014/main" id="{250462CC-BD47-18A3-DB8A-3AD211F957FA}"/>
                  </a:ext>
                </a:extLst>
              </p:cNvPr>
              <p:cNvSpPr/>
              <p:nvPr/>
            </p:nvSpPr>
            <p:spPr>
              <a:xfrm>
                <a:off x="869729" y="4758335"/>
                <a:ext cx="84524" cy="84524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85" name="椭圆 92">
                <a:extLst>
                  <a:ext uri="{FF2B5EF4-FFF2-40B4-BE49-F238E27FC236}">
                    <a16:creationId xmlns:a16="http://schemas.microsoft.com/office/drawing/2014/main" id="{62EFD6EB-4E5E-3DF1-FC4B-85E79E05CDCB}"/>
                  </a:ext>
                </a:extLst>
              </p:cNvPr>
              <p:cNvSpPr/>
              <p:nvPr/>
            </p:nvSpPr>
            <p:spPr>
              <a:xfrm>
                <a:off x="936130" y="5080186"/>
                <a:ext cx="84524" cy="84524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86" name="椭圆 93">
                <a:extLst>
                  <a:ext uri="{FF2B5EF4-FFF2-40B4-BE49-F238E27FC236}">
                    <a16:creationId xmlns:a16="http://schemas.microsoft.com/office/drawing/2014/main" id="{D4B9BDBD-EB0F-3108-4767-7BEDFFA3597F}"/>
                  </a:ext>
                </a:extLst>
              </p:cNvPr>
              <p:cNvSpPr/>
              <p:nvPr/>
            </p:nvSpPr>
            <p:spPr>
              <a:xfrm>
                <a:off x="1136682" y="5316437"/>
                <a:ext cx="84524" cy="84524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87" name="椭圆 94">
                <a:extLst>
                  <a:ext uri="{FF2B5EF4-FFF2-40B4-BE49-F238E27FC236}">
                    <a16:creationId xmlns:a16="http://schemas.microsoft.com/office/drawing/2014/main" id="{4D7B0935-FC6B-E1A3-67CA-D6431240C094}"/>
                  </a:ext>
                </a:extLst>
              </p:cNvPr>
              <p:cNvSpPr/>
              <p:nvPr/>
            </p:nvSpPr>
            <p:spPr>
              <a:xfrm>
                <a:off x="1052636" y="5221472"/>
                <a:ext cx="84524" cy="84524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88" name="椭圆 95">
                <a:extLst>
                  <a:ext uri="{FF2B5EF4-FFF2-40B4-BE49-F238E27FC236}">
                    <a16:creationId xmlns:a16="http://schemas.microsoft.com/office/drawing/2014/main" id="{07EEFBC4-7DAD-D4F9-BCD1-8D9F7A98AB66}"/>
                  </a:ext>
                </a:extLst>
              </p:cNvPr>
              <p:cNvSpPr/>
              <p:nvPr/>
            </p:nvSpPr>
            <p:spPr>
              <a:xfrm>
                <a:off x="1319571" y="5399323"/>
                <a:ext cx="84524" cy="84524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89" name="椭圆 96">
                <a:extLst>
                  <a:ext uri="{FF2B5EF4-FFF2-40B4-BE49-F238E27FC236}">
                    <a16:creationId xmlns:a16="http://schemas.microsoft.com/office/drawing/2014/main" id="{24E1DE3A-1467-7714-9793-D5F4B48A6464}"/>
                  </a:ext>
                </a:extLst>
              </p:cNvPr>
              <p:cNvSpPr/>
              <p:nvPr/>
            </p:nvSpPr>
            <p:spPr>
              <a:xfrm>
                <a:off x="1404095" y="4999798"/>
                <a:ext cx="84524" cy="84524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90" name="矩形 97">
                <a:extLst>
                  <a:ext uri="{FF2B5EF4-FFF2-40B4-BE49-F238E27FC236}">
                    <a16:creationId xmlns:a16="http://schemas.microsoft.com/office/drawing/2014/main" id="{F0EFDB4B-3B5B-4CCD-0B57-8B7EB2482B56}"/>
                  </a:ext>
                </a:extLst>
              </p:cNvPr>
              <p:cNvSpPr/>
              <p:nvPr/>
            </p:nvSpPr>
            <p:spPr>
              <a:xfrm>
                <a:off x="1424262" y="4697671"/>
                <a:ext cx="93855" cy="92728"/>
              </a:xfrm>
              <a:prstGeom prst="rect">
                <a:avLst/>
              </a:prstGeom>
              <a:solidFill>
                <a:srgbClr val="00B05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91" name="矩形 98">
                <a:extLst>
                  <a:ext uri="{FF2B5EF4-FFF2-40B4-BE49-F238E27FC236}">
                    <a16:creationId xmlns:a16="http://schemas.microsoft.com/office/drawing/2014/main" id="{A79502AA-8CA9-C002-A258-0B987B5E0FB0}"/>
                  </a:ext>
                </a:extLst>
              </p:cNvPr>
              <p:cNvSpPr/>
              <p:nvPr/>
            </p:nvSpPr>
            <p:spPr>
              <a:xfrm>
                <a:off x="1389007" y="5209095"/>
                <a:ext cx="93855" cy="92728"/>
              </a:xfrm>
              <a:prstGeom prst="rect">
                <a:avLst/>
              </a:prstGeom>
              <a:solidFill>
                <a:srgbClr val="00B05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92" name="矩形 99">
                <a:extLst>
                  <a:ext uri="{FF2B5EF4-FFF2-40B4-BE49-F238E27FC236}">
                    <a16:creationId xmlns:a16="http://schemas.microsoft.com/office/drawing/2014/main" id="{610357B4-8F99-8126-A6AA-91B600F8B9CE}"/>
                  </a:ext>
                </a:extLst>
              </p:cNvPr>
              <p:cNvSpPr/>
              <p:nvPr/>
            </p:nvSpPr>
            <p:spPr>
              <a:xfrm>
                <a:off x="1524252" y="5308233"/>
                <a:ext cx="93855" cy="92728"/>
              </a:xfrm>
              <a:prstGeom prst="rect">
                <a:avLst/>
              </a:prstGeom>
              <a:solidFill>
                <a:srgbClr val="00B05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93" name="矩形 100">
                <a:extLst>
                  <a:ext uri="{FF2B5EF4-FFF2-40B4-BE49-F238E27FC236}">
                    <a16:creationId xmlns:a16="http://schemas.microsoft.com/office/drawing/2014/main" id="{D85A56D7-6FFB-5B9D-47FC-F232115CE7E5}"/>
                  </a:ext>
                </a:extLst>
              </p:cNvPr>
              <p:cNvSpPr/>
              <p:nvPr/>
            </p:nvSpPr>
            <p:spPr>
              <a:xfrm>
                <a:off x="1681588" y="5400413"/>
                <a:ext cx="93855" cy="92728"/>
              </a:xfrm>
              <a:prstGeom prst="rect">
                <a:avLst/>
              </a:prstGeom>
              <a:solidFill>
                <a:srgbClr val="00B05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94" name="矩形 101">
                <a:extLst>
                  <a:ext uri="{FF2B5EF4-FFF2-40B4-BE49-F238E27FC236}">
                    <a16:creationId xmlns:a16="http://schemas.microsoft.com/office/drawing/2014/main" id="{F241D3E5-BEB3-E560-BA49-B3EDDA1B9529}"/>
                  </a:ext>
                </a:extLst>
              </p:cNvPr>
              <p:cNvSpPr/>
              <p:nvPr/>
            </p:nvSpPr>
            <p:spPr>
              <a:xfrm>
                <a:off x="1563444" y="4761974"/>
                <a:ext cx="93855" cy="92728"/>
              </a:xfrm>
              <a:prstGeom prst="rect">
                <a:avLst/>
              </a:prstGeom>
              <a:solidFill>
                <a:srgbClr val="00B05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95" name="矩形 102">
                <a:extLst>
                  <a:ext uri="{FF2B5EF4-FFF2-40B4-BE49-F238E27FC236}">
                    <a16:creationId xmlns:a16="http://schemas.microsoft.com/office/drawing/2014/main" id="{AD7025FF-4167-607F-94B8-9A4EE65F2189}"/>
                  </a:ext>
                </a:extLst>
              </p:cNvPr>
              <p:cNvSpPr/>
              <p:nvPr/>
            </p:nvSpPr>
            <p:spPr>
              <a:xfrm>
                <a:off x="1609066" y="4930859"/>
                <a:ext cx="93855" cy="92728"/>
              </a:xfrm>
              <a:prstGeom prst="rect">
                <a:avLst/>
              </a:prstGeom>
              <a:solidFill>
                <a:srgbClr val="00B05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96" name="矩形 103">
                <a:extLst>
                  <a:ext uri="{FF2B5EF4-FFF2-40B4-BE49-F238E27FC236}">
                    <a16:creationId xmlns:a16="http://schemas.microsoft.com/office/drawing/2014/main" id="{99487F6B-C688-B725-8F27-6A4F5D83934D}"/>
                  </a:ext>
                </a:extLst>
              </p:cNvPr>
              <p:cNvSpPr/>
              <p:nvPr/>
            </p:nvSpPr>
            <p:spPr>
              <a:xfrm>
                <a:off x="1095368" y="4673099"/>
                <a:ext cx="93855" cy="92728"/>
              </a:xfrm>
              <a:prstGeom prst="rect">
                <a:avLst/>
              </a:prstGeom>
              <a:solidFill>
                <a:srgbClr val="00B05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97" name="矩形 104">
                <a:extLst>
                  <a:ext uri="{FF2B5EF4-FFF2-40B4-BE49-F238E27FC236}">
                    <a16:creationId xmlns:a16="http://schemas.microsoft.com/office/drawing/2014/main" id="{81B0BD61-B5AC-999F-1492-E1EB504F4D13}"/>
                  </a:ext>
                </a:extLst>
              </p:cNvPr>
              <p:cNvSpPr/>
              <p:nvPr/>
            </p:nvSpPr>
            <p:spPr>
              <a:xfrm>
                <a:off x="1321566" y="4865885"/>
                <a:ext cx="93855" cy="92728"/>
              </a:xfrm>
              <a:prstGeom prst="rect">
                <a:avLst/>
              </a:prstGeom>
              <a:solidFill>
                <a:srgbClr val="00B05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98" name="矩形 105">
                <a:extLst>
                  <a:ext uri="{FF2B5EF4-FFF2-40B4-BE49-F238E27FC236}">
                    <a16:creationId xmlns:a16="http://schemas.microsoft.com/office/drawing/2014/main" id="{3A1406A4-A05A-522F-7EA6-2AB54128AA46}"/>
                  </a:ext>
                </a:extLst>
              </p:cNvPr>
              <p:cNvSpPr/>
              <p:nvPr/>
            </p:nvSpPr>
            <p:spPr>
              <a:xfrm>
                <a:off x="1371619" y="5543619"/>
                <a:ext cx="93855" cy="92728"/>
              </a:xfrm>
              <a:prstGeom prst="rect">
                <a:avLst/>
              </a:prstGeom>
              <a:solidFill>
                <a:srgbClr val="00B05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99" name="矩形 106">
                <a:extLst>
                  <a:ext uri="{FF2B5EF4-FFF2-40B4-BE49-F238E27FC236}">
                    <a16:creationId xmlns:a16="http://schemas.microsoft.com/office/drawing/2014/main" id="{0C22B7F0-6EBD-B61D-4EA8-7E96F4FA70F5}"/>
                  </a:ext>
                </a:extLst>
              </p:cNvPr>
              <p:cNvSpPr/>
              <p:nvPr/>
            </p:nvSpPr>
            <p:spPr>
              <a:xfrm>
                <a:off x="1829326" y="4889605"/>
                <a:ext cx="93855" cy="92728"/>
              </a:xfrm>
              <a:prstGeom prst="rect">
                <a:avLst/>
              </a:prstGeom>
              <a:solidFill>
                <a:srgbClr val="00B05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00" name="矩形 107">
                <a:extLst>
                  <a:ext uri="{FF2B5EF4-FFF2-40B4-BE49-F238E27FC236}">
                    <a16:creationId xmlns:a16="http://schemas.microsoft.com/office/drawing/2014/main" id="{1177AAF3-8E6F-9D32-4D34-B80E9B969FD9}"/>
                  </a:ext>
                </a:extLst>
              </p:cNvPr>
              <p:cNvSpPr/>
              <p:nvPr/>
            </p:nvSpPr>
            <p:spPr>
              <a:xfrm>
                <a:off x="1958032" y="5051369"/>
                <a:ext cx="93855" cy="92728"/>
              </a:xfrm>
              <a:prstGeom prst="rect">
                <a:avLst/>
              </a:prstGeom>
              <a:solidFill>
                <a:srgbClr val="00B05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01" name="矩形 108">
                <a:extLst>
                  <a:ext uri="{FF2B5EF4-FFF2-40B4-BE49-F238E27FC236}">
                    <a16:creationId xmlns:a16="http://schemas.microsoft.com/office/drawing/2014/main" id="{8F1AFE2D-40C9-BDE2-8D9F-289C6D90F085}"/>
                  </a:ext>
                </a:extLst>
              </p:cNvPr>
              <p:cNvSpPr/>
              <p:nvPr/>
            </p:nvSpPr>
            <p:spPr>
              <a:xfrm>
                <a:off x="1818555" y="5155206"/>
                <a:ext cx="93855" cy="92728"/>
              </a:xfrm>
              <a:prstGeom prst="rect">
                <a:avLst/>
              </a:prstGeom>
              <a:solidFill>
                <a:srgbClr val="00B05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02" name="矩形 109">
                <a:extLst>
                  <a:ext uri="{FF2B5EF4-FFF2-40B4-BE49-F238E27FC236}">
                    <a16:creationId xmlns:a16="http://schemas.microsoft.com/office/drawing/2014/main" id="{EC901DE4-19F2-AA12-8E85-5E22FF4AFA92}"/>
                  </a:ext>
                </a:extLst>
              </p:cNvPr>
              <p:cNvSpPr/>
              <p:nvPr/>
            </p:nvSpPr>
            <p:spPr>
              <a:xfrm>
                <a:off x="1968803" y="5389362"/>
                <a:ext cx="93855" cy="92728"/>
              </a:xfrm>
              <a:prstGeom prst="rect">
                <a:avLst/>
              </a:prstGeom>
              <a:solidFill>
                <a:srgbClr val="00B05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03" name="矩形 110">
                <a:extLst>
                  <a:ext uri="{FF2B5EF4-FFF2-40B4-BE49-F238E27FC236}">
                    <a16:creationId xmlns:a16="http://schemas.microsoft.com/office/drawing/2014/main" id="{3C3B9A3F-FD71-EF72-9E9C-ADE93A74BB07}"/>
                  </a:ext>
                </a:extLst>
              </p:cNvPr>
              <p:cNvSpPr/>
              <p:nvPr/>
            </p:nvSpPr>
            <p:spPr>
              <a:xfrm>
                <a:off x="1829326" y="5493199"/>
                <a:ext cx="93855" cy="92728"/>
              </a:xfrm>
              <a:prstGeom prst="rect">
                <a:avLst/>
              </a:prstGeom>
              <a:solidFill>
                <a:srgbClr val="00B05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04" name="椭圆 111">
                <a:extLst>
                  <a:ext uri="{FF2B5EF4-FFF2-40B4-BE49-F238E27FC236}">
                    <a16:creationId xmlns:a16="http://schemas.microsoft.com/office/drawing/2014/main" id="{480DBACC-DF85-3B0B-4C37-BA249F1945B5}"/>
                  </a:ext>
                </a:extLst>
              </p:cNvPr>
              <p:cNvSpPr/>
              <p:nvPr/>
            </p:nvSpPr>
            <p:spPr>
              <a:xfrm>
                <a:off x="1585819" y="5634586"/>
                <a:ext cx="84524" cy="84524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05" name="椭圆 112">
                <a:extLst>
                  <a:ext uri="{FF2B5EF4-FFF2-40B4-BE49-F238E27FC236}">
                    <a16:creationId xmlns:a16="http://schemas.microsoft.com/office/drawing/2014/main" id="{606D3A51-5F31-2219-7B5E-853900432267}"/>
                  </a:ext>
                </a:extLst>
              </p:cNvPr>
              <p:cNvSpPr/>
              <p:nvPr/>
            </p:nvSpPr>
            <p:spPr>
              <a:xfrm>
                <a:off x="911991" y="4368737"/>
                <a:ext cx="84524" cy="84524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06" name="椭圆 113">
                <a:extLst>
                  <a:ext uri="{FF2B5EF4-FFF2-40B4-BE49-F238E27FC236}">
                    <a16:creationId xmlns:a16="http://schemas.microsoft.com/office/drawing/2014/main" id="{A383D2BE-152A-F514-579F-6A74BAEBC8F9}"/>
                  </a:ext>
                </a:extLst>
              </p:cNvPr>
              <p:cNvSpPr/>
              <p:nvPr/>
            </p:nvSpPr>
            <p:spPr>
              <a:xfrm>
                <a:off x="941980" y="4884370"/>
                <a:ext cx="84524" cy="84524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07" name="椭圆 114">
                <a:extLst>
                  <a:ext uri="{FF2B5EF4-FFF2-40B4-BE49-F238E27FC236}">
                    <a16:creationId xmlns:a16="http://schemas.microsoft.com/office/drawing/2014/main" id="{46025842-88D0-3D99-7733-33118FB84548}"/>
                  </a:ext>
                </a:extLst>
              </p:cNvPr>
              <p:cNvSpPr/>
              <p:nvPr/>
            </p:nvSpPr>
            <p:spPr>
              <a:xfrm>
                <a:off x="1435935" y="5689776"/>
                <a:ext cx="84524" cy="84524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08" name="矩形 115">
                <a:extLst>
                  <a:ext uri="{FF2B5EF4-FFF2-40B4-BE49-F238E27FC236}">
                    <a16:creationId xmlns:a16="http://schemas.microsoft.com/office/drawing/2014/main" id="{F6BCB6DB-9E22-EB05-92AE-486DA1A7BFFF}"/>
                  </a:ext>
                </a:extLst>
              </p:cNvPr>
              <p:cNvSpPr/>
              <p:nvPr/>
            </p:nvSpPr>
            <p:spPr>
              <a:xfrm>
                <a:off x="2139295" y="5499316"/>
                <a:ext cx="93855" cy="92728"/>
              </a:xfrm>
              <a:prstGeom prst="rect">
                <a:avLst/>
              </a:prstGeom>
              <a:solidFill>
                <a:srgbClr val="00B05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09" name="椭圆 116">
                <a:extLst>
                  <a:ext uri="{FF2B5EF4-FFF2-40B4-BE49-F238E27FC236}">
                    <a16:creationId xmlns:a16="http://schemas.microsoft.com/office/drawing/2014/main" id="{0C51BE91-87C9-8623-BD38-D5B529DA73B8}"/>
                  </a:ext>
                </a:extLst>
              </p:cNvPr>
              <p:cNvSpPr/>
              <p:nvPr/>
            </p:nvSpPr>
            <p:spPr>
              <a:xfrm>
                <a:off x="1849012" y="5689776"/>
                <a:ext cx="84524" cy="84524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10" name="矩形 117">
                <a:extLst>
                  <a:ext uri="{FF2B5EF4-FFF2-40B4-BE49-F238E27FC236}">
                    <a16:creationId xmlns:a16="http://schemas.microsoft.com/office/drawing/2014/main" id="{16AADD30-3BCB-3FE6-BE13-A1B3BEE84FD1}"/>
                  </a:ext>
                </a:extLst>
              </p:cNvPr>
              <p:cNvSpPr/>
              <p:nvPr/>
            </p:nvSpPr>
            <p:spPr>
              <a:xfrm>
                <a:off x="1646498" y="5104812"/>
                <a:ext cx="93855" cy="92728"/>
              </a:xfrm>
              <a:prstGeom prst="rect">
                <a:avLst/>
              </a:prstGeom>
              <a:solidFill>
                <a:srgbClr val="00B05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11" name="矩形 118">
                <a:extLst>
                  <a:ext uri="{FF2B5EF4-FFF2-40B4-BE49-F238E27FC236}">
                    <a16:creationId xmlns:a16="http://schemas.microsoft.com/office/drawing/2014/main" id="{62095230-E4FF-72BA-6ACA-A2BB2286B6FF}"/>
                  </a:ext>
                </a:extLst>
              </p:cNvPr>
              <p:cNvSpPr/>
              <p:nvPr/>
            </p:nvSpPr>
            <p:spPr>
              <a:xfrm>
                <a:off x="1230762" y="5003291"/>
                <a:ext cx="93855" cy="92728"/>
              </a:xfrm>
              <a:prstGeom prst="rect">
                <a:avLst/>
              </a:prstGeom>
              <a:solidFill>
                <a:srgbClr val="00B05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12" name="椭圆 119">
                <a:extLst>
                  <a:ext uri="{FF2B5EF4-FFF2-40B4-BE49-F238E27FC236}">
                    <a16:creationId xmlns:a16="http://schemas.microsoft.com/office/drawing/2014/main" id="{595B585D-023D-CF2C-C4A7-59F245757599}"/>
                  </a:ext>
                </a:extLst>
              </p:cNvPr>
              <p:cNvSpPr/>
              <p:nvPr/>
            </p:nvSpPr>
            <p:spPr>
              <a:xfrm>
                <a:off x="2225077" y="5730801"/>
                <a:ext cx="84524" cy="84524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13" name="椭圆 120">
                <a:extLst>
                  <a:ext uri="{FF2B5EF4-FFF2-40B4-BE49-F238E27FC236}">
                    <a16:creationId xmlns:a16="http://schemas.microsoft.com/office/drawing/2014/main" id="{8417B478-CB10-2BBF-7E33-4BA669F0B473}"/>
                  </a:ext>
                </a:extLst>
              </p:cNvPr>
              <p:cNvSpPr/>
              <p:nvPr/>
            </p:nvSpPr>
            <p:spPr>
              <a:xfrm>
                <a:off x="911991" y="4549887"/>
                <a:ext cx="84524" cy="84524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14" name="矩形 121">
                <a:extLst>
                  <a:ext uri="{FF2B5EF4-FFF2-40B4-BE49-F238E27FC236}">
                    <a16:creationId xmlns:a16="http://schemas.microsoft.com/office/drawing/2014/main" id="{CC8A1D0D-51FE-8AE5-4ADF-70C5744B7DCC}"/>
                  </a:ext>
                </a:extLst>
              </p:cNvPr>
              <p:cNvSpPr/>
              <p:nvPr/>
            </p:nvSpPr>
            <p:spPr>
              <a:xfrm>
                <a:off x="1127351" y="4454885"/>
                <a:ext cx="93855" cy="92728"/>
              </a:xfrm>
              <a:prstGeom prst="rect">
                <a:avLst/>
              </a:prstGeom>
              <a:solidFill>
                <a:srgbClr val="00B05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15" name="矩形 122">
                <a:extLst>
                  <a:ext uri="{FF2B5EF4-FFF2-40B4-BE49-F238E27FC236}">
                    <a16:creationId xmlns:a16="http://schemas.microsoft.com/office/drawing/2014/main" id="{B0FBD11D-DFEC-1811-562E-25FAF9F15673}"/>
                  </a:ext>
                </a:extLst>
              </p:cNvPr>
              <p:cNvSpPr/>
              <p:nvPr/>
            </p:nvSpPr>
            <p:spPr>
              <a:xfrm>
                <a:off x="1114575" y="4838020"/>
                <a:ext cx="93855" cy="92728"/>
              </a:xfrm>
              <a:prstGeom prst="rect">
                <a:avLst/>
              </a:prstGeom>
              <a:solidFill>
                <a:srgbClr val="00B05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16" name="矩形 123">
                <a:extLst>
                  <a:ext uri="{FF2B5EF4-FFF2-40B4-BE49-F238E27FC236}">
                    <a16:creationId xmlns:a16="http://schemas.microsoft.com/office/drawing/2014/main" id="{41C46CB3-785F-18D3-70E2-3F07AC10C238}"/>
                  </a:ext>
                </a:extLst>
              </p:cNvPr>
              <p:cNvSpPr/>
              <p:nvPr/>
            </p:nvSpPr>
            <p:spPr>
              <a:xfrm>
                <a:off x="2394765" y="5490207"/>
                <a:ext cx="93855" cy="92728"/>
              </a:xfrm>
              <a:prstGeom prst="rect">
                <a:avLst/>
              </a:prstGeom>
              <a:solidFill>
                <a:srgbClr val="00B05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17" name="椭圆 124">
                <a:extLst>
                  <a:ext uri="{FF2B5EF4-FFF2-40B4-BE49-F238E27FC236}">
                    <a16:creationId xmlns:a16="http://schemas.microsoft.com/office/drawing/2014/main" id="{8D76BD79-2703-BC24-707F-FB25ED23A94A}"/>
                  </a:ext>
                </a:extLst>
              </p:cNvPr>
              <p:cNvSpPr/>
              <p:nvPr/>
            </p:nvSpPr>
            <p:spPr>
              <a:xfrm>
                <a:off x="2012173" y="5754174"/>
                <a:ext cx="84524" cy="84524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18" name="椭圆 125">
                <a:extLst>
                  <a:ext uri="{FF2B5EF4-FFF2-40B4-BE49-F238E27FC236}">
                    <a16:creationId xmlns:a16="http://schemas.microsoft.com/office/drawing/2014/main" id="{D7C17153-7131-B2AE-92E3-1A2CC12789ED}"/>
                  </a:ext>
                </a:extLst>
              </p:cNvPr>
              <p:cNvSpPr/>
              <p:nvPr/>
            </p:nvSpPr>
            <p:spPr>
              <a:xfrm>
                <a:off x="2417888" y="5721225"/>
                <a:ext cx="84524" cy="84524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</p:grpSp>
      <p:sp>
        <p:nvSpPr>
          <p:cNvPr id="119" name="文本框 126">
            <a:extLst>
              <a:ext uri="{FF2B5EF4-FFF2-40B4-BE49-F238E27FC236}">
                <a16:creationId xmlns:a16="http://schemas.microsoft.com/office/drawing/2014/main" id="{A3028D69-0D6A-0238-A72C-70356D87984D}"/>
              </a:ext>
            </a:extLst>
          </p:cNvPr>
          <p:cNvSpPr txBox="1"/>
          <p:nvPr/>
        </p:nvSpPr>
        <p:spPr>
          <a:xfrm>
            <a:off x="4723450" y="6047670"/>
            <a:ext cx="150938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good fitting</a:t>
            </a:r>
            <a:endParaRPr lang="zh-CN" alt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0" name="文本框 127">
            <a:extLst>
              <a:ext uri="{FF2B5EF4-FFF2-40B4-BE49-F238E27FC236}">
                <a16:creationId xmlns:a16="http://schemas.microsoft.com/office/drawing/2014/main" id="{36388D8A-85F6-1718-4A28-B23B4ED3D024}"/>
              </a:ext>
            </a:extLst>
          </p:cNvPr>
          <p:cNvSpPr txBox="1"/>
          <p:nvPr/>
        </p:nvSpPr>
        <p:spPr>
          <a:xfrm>
            <a:off x="8052343" y="6060315"/>
            <a:ext cx="163991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good fitting</a:t>
            </a:r>
            <a:endParaRPr lang="zh-CN" alt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1" name="文本框 128">
            <a:extLst>
              <a:ext uri="{FF2B5EF4-FFF2-40B4-BE49-F238E27FC236}">
                <a16:creationId xmlns:a16="http://schemas.microsoft.com/office/drawing/2014/main" id="{177C6216-D448-321E-3B68-FB72B63ED4F9}"/>
              </a:ext>
            </a:extLst>
          </p:cNvPr>
          <p:cNvSpPr txBox="1"/>
          <p:nvPr/>
        </p:nvSpPr>
        <p:spPr>
          <a:xfrm>
            <a:off x="4828042" y="3834153"/>
            <a:ext cx="150938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overfitting</a:t>
            </a:r>
            <a:endParaRPr lang="zh-CN" alt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2" name="文本框 129">
            <a:extLst>
              <a:ext uri="{FF2B5EF4-FFF2-40B4-BE49-F238E27FC236}">
                <a16:creationId xmlns:a16="http://schemas.microsoft.com/office/drawing/2014/main" id="{CE22E278-6EEC-80FC-8614-5B21C1355F81}"/>
              </a:ext>
            </a:extLst>
          </p:cNvPr>
          <p:cNvSpPr txBox="1"/>
          <p:nvPr/>
        </p:nvSpPr>
        <p:spPr>
          <a:xfrm>
            <a:off x="7857367" y="3879304"/>
            <a:ext cx="163991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overfitting</a:t>
            </a:r>
            <a:endParaRPr lang="zh-CN" alt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665638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0" grpId="0"/>
      <p:bldP spid="61" grpId="0"/>
      <p:bldP spid="119" grpId="0"/>
      <p:bldP spid="120" grpId="0"/>
      <p:bldP spid="121" grpId="0"/>
      <p:bldP spid="122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F8A487A5-99BF-B4FE-B346-51D459F3B2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/>
          <a:lstStyle/>
          <a:p>
            <a:r>
              <a:rPr lang="en-US" dirty="0"/>
              <a:t>How to detect and prevent overfitting?</a:t>
            </a:r>
          </a:p>
        </p:txBody>
      </p:sp>
      <p:sp>
        <p:nvSpPr>
          <p:cNvPr id="2" name="文本框 128">
            <a:extLst>
              <a:ext uri="{FF2B5EF4-FFF2-40B4-BE49-F238E27FC236}">
                <a16:creationId xmlns:a16="http://schemas.microsoft.com/office/drawing/2014/main" id="{08B5F57E-F4E3-1EF1-B744-3D7949C172F3}"/>
              </a:ext>
            </a:extLst>
          </p:cNvPr>
          <p:cNvSpPr txBox="1"/>
          <p:nvPr/>
        </p:nvSpPr>
        <p:spPr>
          <a:xfrm>
            <a:off x="676407" y="1624339"/>
            <a:ext cx="961525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b="1" dirty="0">
                <a:latin typeface="Arial" panose="020B0604020202020204" pitchFamily="34" charset="0"/>
                <a:cs typeface="Arial" panose="020B0604020202020204" pitchFamily="34" charset="0"/>
              </a:rPr>
              <a:t>Detection: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If the prediction error is much lower on training set than on the test set, it is likely overfitted.</a:t>
            </a:r>
          </a:p>
        </p:txBody>
      </p:sp>
      <p:sp>
        <p:nvSpPr>
          <p:cNvPr id="3" name="文本框 130">
            <a:extLst>
              <a:ext uri="{FF2B5EF4-FFF2-40B4-BE49-F238E27FC236}">
                <a16:creationId xmlns:a16="http://schemas.microsoft.com/office/drawing/2014/main" id="{F7DBF6AB-262F-93F0-A20D-5DB595986E7D}"/>
              </a:ext>
            </a:extLst>
          </p:cNvPr>
          <p:cNvSpPr txBox="1"/>
          <p:nvPr/>
        </p:nvSpPr>
        <p:spPr>
          <a:xfrm>
            <a:off x="596690" y="3429000"/>
            <a:ext cx="8085724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b="1" dirty="0">
                <a:latin typeface="Arial" panose="020B0604020202020204" pitchFamily="34" charset="0"/>
                <a:cs typeface="Arial" panose="020B0604020202020204" pitchFamily="34" charset="0"/>
              </a:rPr>
              <a:t>Avoidance: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altLang="zh-CN" sz="240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Increase the number of training data</a:t>
            </a:r>
            <a:endParaRPr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Remove irrelevant features</a:t>
            </a:r>
            <a:endParaRPr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Early stopping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GB" sz="2400" b="1" dirty="0">
                <a:latin typeface="Arial" panose="020B0604020202020204" pitchFamily="34" charset="0"/>
                <a:cs typeface="Arial" panose="020B0604020202020204" pitchFamily="34" charset="0"/>
              </a:rPr>
              <a:t>Preventative measure: </a:t>
            </a:r>
            <a:r>
              <a:rPr lang="en-US" altLang="zh-CN" sz="2400" b="1" dirty="0">
                <a:latin typeface="Arial" panose="020B0604020202020204" pitchFamily="34" charset="0"/>
                <a:cs typeface="Arial" panose="020B0604020202020204" pitchFamily="34" charset="0"/>
              </a:rPr>
              <a:t>k fold cross-validation</a:t>
            </a:r>
            <a:endParaRPr lang="zh-CN" alt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417306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F8A487A5-99BF-B4FE-B346-51D459F3B2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/>
          <a:lstStyle/>
          <a:p>
            <a:r>
              <a:rPr lang="en-GB" dirty="0"/>
              <a:t>K fold cross-validation</a:t>
            </a:r>
          </a:p>
        </p:txBody>
      </p:sp>
      <p:sp>
        <p:nvSpPr>
          <p:cNvPr id="2" name="文本框 6">
            <a:extLst>
              <a:ext uri="{FF2B5EF4-FFF2-40B4-BE49-F238E27FC236}">
                <a16:creationId xmlns:a16="http://schemas.microsoft.com/office/drawing/2014/main" id="{C1E878C1-1A5C-FAD4-26A4-3F8A4C065DD1}"/>
              </a:ext>
            </a:extLst>
          </p:cNvPr>
          <p:cNvSpPr txBox="1"/>
          <p:nvPr/>
        </p:nvSpPr>
        <p:spPr>
          <a:xfrm>
            <a:off x="446957" y="1471459"/>
            <a:ext cx="997062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b="1" dirty="0">
                <a:latin typeface="Arial" panose="020B0604020202020204" pitchFamily="34" charset="0"/>
                <a:cs typeface="Arial" panose="020B0604020202020204" pitchFamily="34" charset="0"/>
              </a:rPr>
              <a:t>K fold cross-validation 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is used to evaluate how well a model performs and compare different models/hyperparameters objectively.</a:t>
            </a:r>
            <a:endParaRPr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矩形 4">
            <a:extLst>
              <a:ext uri="{FF2B5EF4-FFF2-40B4-BE49-F238E27FC236}">
                <a16:creationId xmlns:a16="http://schemas.microsoft.com/office/drawing/2014/main" id="{B781B085-2D05-029B-D768-C613A35A4F9D}"/>
              </a:ext>
            </a:extLst>
          </p:cNvPr>
          <p:cNvSpPr/>
          <p:nvPr/>
        </p:nvSpPr>
        <p:spPr>
          <a:xfrm>
            <a:off x="865852" y="3568625"/>
            <a:ext cx="1105226" cy="36512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Dataset</a:t>
            </a:r>
            <a:endParaRPr lang="zh-CN" alt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矩形: 圆角 7">
            <a:extLst>
              <a:ext uri="{FF2B5EF4-FFF2-40B4-BE49-F238E27FC236}">
                <a16:creationId xmlns:a16="http://schemas.microsoft.com/office/drawing/2014/main" id="{B0CE2FAE-D96B-335A-CE14-1622185B06B1}"/>
              </a:ext>
            </a:extLst>
          </p:cNvPr>
          <p:cNvSpPr/>
          <p:nvPr/>
        </p:nvSpPr>
        <p:spPr>
          <a:xfrm>
            <a:off x="2520799" y="2442999"/>
            <a:ext cx="935585" cy="365125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Fold 1</a:t>
            </a:r>
            <a:endParaRPr lang="zh-CN" alt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矩形: 圆角 9">
            <a:extLst>
              <a:ext uri="{FF2B5EF4-FFF2-40B4-BE49-F238E27FC236}">
                <a16:creationId xmlns:a16="http://schemas.microsoft.com/office/drawing/2014/main" id="{625A415F-4174-C896-3A94-771A7A6C453A}"/>
              </a:ext>
            </a:extLst>
          </p:cNvPr>
          <p:cNvSpPr/>
          <p:nvPr/>
        </p:nvSpPr>
        <p:spPr>
          <a:xfrm>
            <a:off x="2531431" y="3006376"/>
            <a:ext cx="935585" cy="365125"/>
          </a:xfrm>
          <a:prstGeom prst="roundRect">
            <a:avLst/>
          </a:prstGeom>
          <a:solidFill>
            <a:srgbClr val="00B050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Fold 2</a:t>
            </a:r>
            <a:endParaRPr lang="zh-CN" alt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矩形: 圆角 10">
            <a:extLst>
              <a:ext uri="{FF2B5EF4-FFF2-40B4-BE49-F238E27FC236}">
                <a16:creationId xmlns:a16="http://schemas.microsoft.com/office/drawing/2014/main" id="{4B2DA31D-A607-383A-9A4C-D39D6DC8913B}"/>
              </a:ext>
            </a:extLst>
          </p:cNvPr>
          <p:cNvSpPr/>
          <p:nvPr/>
        </p:nvSpPr>
        <p:spPr>
          <a:xfrm>
            <a:off x="2531431" y="3568625"/>
            <a:ext cx="935585" cy="365125"/>
          </a:xfrm>
          <a:prstGeom prst="roundRect">
            <a:avLst/>
          </a:prstGeom>
          <a:solidFill>
            <a:srgbClr val="00B050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Fold 3</a:t>
            </a:r>
            <a:endParaRPr lang="zh-CN" alt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矩形: 圆角 11">
            <a:extLst>
              <a:ext uri="{FF2B5EF4-FFF2-40B4-BE49-F238E27FC236}">
                <a16:creationId xmlns:a16="http://schemas.microsoft.com/office/drawing/2014/main" id="{A23FEB8E-0097-ADC0-5634-5D2303778A6C}"/>
              </a:ext>
            </a:extLst>
          </p:cNvPr>
          <p:cNvSpPr/>
          <p:nvPr/>
        </p:nvSpPr>
        <p:spPr>
          <a:xfrm>
            <a:off x="2520799" y="4133130"/>
            <a:ext cx="935585" cy="365125"/>
          </a:xfrm>
          <a:prstGeom prst="roundRect">
            <a:avLst/>
          </a:prstGeom>
          <a:solidFill>
            <a:srgbClr val="00B050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Fold 4</a:t>
            </a:r>
            <a:endParaRPr lang="zh-CN" alt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矩形: 圆角 12">
            <a:extLst>
              <a:ext uri="{FF2B5EF4-FFF2-40B4-BE49-F238E27FC236}">
                <a16:creationId xmlns:a16="http://schemas.microsoft.com/office/drawing/2014/main" id="{E479044C-E95B-4575-0900-47424FFD4009}"/>
              </a:ext>
            </a:extLst>
          </p:cNvPr>
          <p:cNvSpPr/>
          <p:nvPr/>
        </p:nvSpPr>
        <p:spPr>
          <a:xfrm>
            <a:off x="2520799" y="4695379"/>
            <a:ext cx="935585" cy="365125"/>
          </a:xfrm>
          <a:prstGeom prst="roundRect">
            <a:avLst/>
          </a:prstGeom>
          <a:solidFill>
            <a:srgbClr val="00B050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Fold 5</a:t>
            </a:r>
            <a:endParaRPr lang="zh-CN" alt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0" name="直接箭头连接符 13">
            <a:extLst>
              <a:ext uri="{FF2B5EF4-FFF2-40B4-BE49-F238E27FC236}">
                <a16:creationId xmlns:a16="http://schemas.microsoft.com/office/drawing/2014/main" id="{53061F00-ADE3-B8EE-D687-9ABCCCB3C509}"/>
              </a:ext>
            </a:extLst>
          </p:cNvPr>
          <p:cNvCxnSpPr>
            <a:cxnSpLocks/>
          </p:cNvCxnSpPr>
          <p:nvPr/>
        </p:nvCxnSpPr>
        <p:spPr>
          <a:xfrm>
            <a:off x="2007053" y="3751187"/>
            <a:ext cx="232386" cy="4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连接符 15">
            <a:extLst>
              <a:ext uri="{FF2B5EF4-FFF2-40B4-BE49-F238E27FC236}">
                <a16:creationId xmlns:a16="http://schemas.microsoft.com/office/drawing/2014/main" id="{57687F3C-1020-7BC3-4081-AF93AFD331D3}"/>
              </a:ext>
            </a:extLst>
          </p:cNvPr>
          <p:cNvCxnSpPr>
            <a:cxnSpLocks/>
          </p:cNvCxnSpPr>
          <p:nvPr/>
        </p:nvCxnSpPr>
        <p:spPr>
          <a:xfrm>
            <a:off x="2231755" y="2543273"/>
            <a:ext cx="0" cy="242047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箭头连接符 18">
            <a:extLst>
              <a:ext uri="{FF2B5EF4-FFF2-40B4-BE49-F238E27FC236}">
                <a16:creationId xmlns:a16="http://schemas.microsoft.com/office/drawing/2014/main" id="{5C057D2E-909C-5974-5FCE-4CB19049CFAE}"/>
              </a:ext>
            </a:extLst>
          </p:cNvPr>
          <p:cNvCxnSpPr/>
          <p:nvPr/>
        </p:nvCxnSpPr>
        <p:spPr>
          <a:xfrm>
            <a:off x="2231755" y="2543273"/>
            <a:ext cx="28904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箭头连接符 20">
            <a:extLst>
              <a:ext uri="{FF2B5EF4-FFF2-40B4-BE49-F238E27FC236}">
                <a16:creationId xmlns:a16="http://schemas.microsoft.com/office/drawing/2014/main" id="{5599CFCE-ACA6-7D7A-EBB2-BBCD74D6D1D7}"/>
              </a:ext>
            </a:extLst>
          </p:cNvPr>
          <p:cNvCxnSpPr/>
          <p:nvPr/>
        </p:nvCxnSpPr>
        <p:spPr>
          <a:xfrm>
            <a:off x="2231755" y="3179973"/>
            <a:ext cx="28904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箭头连接符 22">
            <a:extLst>
              <a:ext uri="{FF2B5EF4-FFF2-40B4-BE49-F238E27FC236}">
                <a16:creationId xmlns:a16="http://schemas.microsoft.com/office/drawing/2014/main" id="{05E9BC1D-5EEE-C944-4C8C-42011EA9C502}"/>
              </a:ext>
            </a:extLst>
          </p:cNvPr>
          <p:cNvCxnSpPr/>
          <p:nvPr/>
        </p:nvCxnSpPr>
        <p:spPr>
          <a:xfrm>
            <a:off x="2231755" y="3751187"/>
            <a:ext cx="28904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箭头连接符 23">
            <a:extLst>
              <a:ext uri="{FF2B5EF4-FFF2-40B4-BE49-F238E27FC236}">
                <a16:creationId xmlns:a16="http://schemas.microsoft.com/office/drawing/2014/main" id="{A5A82034-4536-4E6A-7DC6-AE10534153B7}"/>
              </a:ext>
            </a:extLst>
          </p:cNvPr>
          <p:cNvCxnSpPr/>
          <p:nvPr/>
        </p:nvCxnSpPr>
        <p:spPr>
          <a:xfrm>
            <a:off x="2242387" y="4315692"/>
            <a:ext cx="28904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箭头连接符 24">
            <a:extLst>
              <a:ext uri="{FF2B5EF4-FFF2-40B4-BE49-F238E27FC236}">
                <a16:creationId xmlns:a16="http://schemas.microsoft.com/office/drawing/2014/main" id="{8920B397-DD85-71DD-A3E7-F276EF716A96}"/>
              </a:ext>
            </a:extLst>
          </p:cNvPr>
          <p:cNvCxnSpPr/>
          <p:nvPr/>
        </p:nvCxnSpPr>
        <p:spPr>
          <a:xfrm>
            <a:off x="2231755" y="4963744"/>
            <a:ext cx="28904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文本框 27">
            <a:extLst>
              <a:ext uri="{FF2B5EF4-FFF2-40B4-BE49-F238E27FC236}">
                <a16:creationId xmlns:a16="http://schemas.microsoft.com/office/drawing/2014/main" id="{7D2EB773-2BB3-EB35-BBFF-7A9CE87F7210}"/>
              </a:ext>
            </a:extLst>
          </p:cNvPr>
          <p:cNvSpPr txBox="1"/>
          <p:nvPr/>
        </p:nvSpPr>
        <p:spPr>
          <a:xfrm>
            <a:off x="1843710" y="5178080"/>
            <a:ext cx="16233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1-th iteration</a:t>
            </a:r>
            <a:endParaRPr lang="zh-CN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矩形 43">
            <a:extLst>
              <a:ext uri="{FF2B5EF4-FFF2-40B4-BE49-F238E27FC236}">
                <a16:creationId xmlns:a16="http://schemas.microsoft.com/office/drawing/2014/main" id="{BD966ADC-A0EE-9ED3-F442-934567EFBF23}"/>
              </a:ext>
            </a:extLst>
          </p:cNvPr>
          <p:cNvSpPr/>
          <p:nvPr/>
        </p:nvSpPr>
        <p:spPr>
          <a:xfrm>
            <a:off x="3766691" y="3556211"/>
            <a:ext cx="1105227" cy="36512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Dataset</a:t>
            </a:r>
            <a:endParaRPr lang="zh-CN" alt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矩形: 圆角 44">
            <a:extLst>
              <a:ext uri="{FF2B5EF4-FFF2-40B4-BE49-F238E27FC236}">
                <a16:creationId xmlns:a16="http://schemas.microsoft.com/office/drawing/2014/main" id="{B396F286-A3A1-0E70-357F-2407907A7B90}"/>
              </a:ext>
            </a:extLst>
          </p:cNvPr>
          <p:cNvSpPr/>
          <p:nvPr/>
        </p:nvSpPr>
        <p:spPr>
          <a:xfrm>
            <a:off x="5421639" y="2430585"/>
            <a:ext cx="935585" cy="365125"/>
          </a:xfrm>
          <a:prstGeom prst="roundRect">
            <a:avLst/>
          </a:prstGeom>
          <a:solidFill>
            <a:srgbClr val="00B050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Fold 1</a:t>
            </a:r>
            <a:endParaRPr lang="zh-CN" alt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矩形: 圆角 45">
            <a:extLst>
              <a:ext uri="{FF2B5EF4-FFF2-40B4-BE49-F238E27FC236}">
                <a16:creationId xmlns:a16="http://schemas.microsoft.com/office/drawing/2014/main" id="{8ACCA3D2-E8C6-B052-5D9D-B5C5CFFCCD3E}"/>
              </a:ext>
            </a:extLst>
          </p:cNvPr>
          <p:cNvSpPr/>
          <p:nvPr/>
        </p:nvSpPr>
        <p:spPr>
          <a:xfrm>
            <a:off x="5432271" y="2993962"/>
            <a:ext cx="935585" cy="365125"/>
          </a:xfrm>
          <a:prstGeom prst="roundRect">
            <a:avLst/>
          </a:prstGeom>
          <a:solidFill>
            <a:schemeClr val="accent2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Fold 2</a:t>
            </a:r>
            <a:endParaRPr lang="zh-CN" alt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矩形: 圆角 46">
            <a:extLst>
              <a:ext uri="{FF2B5EF4-FFF2-40B4-BE49-F238E27FC236}">
                <a16:creationId xmlns:a16="http://schemas.microsoft.com/office/drawing/2014/main" id="{E0269CA1-AFFA-F238-6419-CADDD564E53A}"/>
              </a:ext>
            </a:extLst>
          </p:cNvPr>
          <p:cNvSpPr/>
          <p:nvPr/>
        </p:nvSpPr>
        <p:spPr>
          <a:xfrm>
            <a:off x="5432271" y="3556211"/>
            <a:ext cx="935585" cy="365125"/>
          </a:xfrm>
          <a:prstGeom prst="roundRect">
            <a:avLst/>
          </a:prstGeom>
          <a:solidFill>
            <a:srgbClr val="00B050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Fold 3</a:t>
            </a:r>
            <a:endParaRPr lang="zh-CN" alt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矩形: 圆角 47">
            <a:extLst>
              <a:ext uri="{FF2B5EF4-FFF2-40B4-BE49-F238E27FC236}">
                <a16:creationId xmlns:a16="http://schemas.microsoft.com/office/drawing/2014/main" id="{B48C1DA6-AAFC-4BA1-4E66-921758B2504E}"/>
              </a:ext>
            </a:extLst>
          </p:cNvPr>
          <p:cNvSpPr/>
          <p:nvPr/>
        </p:nvSpPr>
        <p:spPr>
          <a:xfrm>
            <a:off x="5421639" y="4120716"/>
            <a:ext cx="935585" cy="365125"/>
          </a:xfrm>
          <a:prstGeom prst="roundRect">
            <a:avLst/>
          </a:prstGeom>
          <a:solidFill>
            <a:srgbClr val="00B050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Fold 4</a:t>
            </a:r>
            <a:endParaRPr lang="zh-CN" alt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矩形: 圆角 48">
            <a:extLst>
              <a:ext uri="{FF2B5EF4-FFF2-40B4-BE49-F238E27FC236}">
                <a16:creationId xmlns:a16="http://schemas.microsoft.com/office/drawing/2014/main" id="{6803E59A-446C-D71F-9172-AF484609B042}"/>
              </a:ext>
            </a:extLst>
          </p:cNvPr>
          <p:cNvSpPr/>
          <p:nvPr/>
        </p:nvSpPr>
        <p:spPr>
          <a:xfrm>
            <a:off x="5421639" y="4682965"/>
            <a:ext cx="935585" cy="365125"/>
          </a:xfrm>
          <a:prstGeom prst="roundRect">
            <a:avLst/>
          </a:prstGeom>
          <a:solidFill>
            <a:srgbClr val="00B050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Fold 5</a:t>
            </a:r>
            <a:endParaRPr lang="zh-CN" alt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24" name="直接箭头连接符 49">
            <a:extLst>
              <a:ext uri="{FF2B5EF4-FFF2-40B4-BE49-F238E27FC236}">
                <a16:creationId xmlns:a16="http://schemas.microsoft.com/office/drawing/2014/main" id="{873DB696-1BDD-24B1-69B7-F15381A5E16D}"/>
              </a:ext>
            </a:extLst>
          </p:cNvPr>
          <p:cNvCxnSpPr>
            <a:cxnSpLocks/>
          </p:cNvCxnSpPr>
          <p:nvPr/>
        </p:nvCxnSpPr>
        <p:spPr>
          <a:xfrm>
            <a:off x="4907893" y="3738773"/>
            <a:ext cx="232386" cy="4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接连接符 50">
            <a:extLst>
              <a:ext uri="{FF2B5EF4-FFF2-40B4-BE49-F238E27FC236}">
                <a16:creationId xmlns:a16="http://schemas.microsoft.com/office/drawing/2014/main" id="{5A9A73E6-117A-2D61-7460-A72CA97127D0}"/>
              </a:ext>
            </a:extLst>
          </p:cNvPr>
          <p:cNvCxnSpPr>
            <a:cxnSpLocks/>
          </p:cNvCxnSpPr>
          <p:nvPr/>
        </p:nvCxnSpPr>
        <p:spPr>
          <a:xfrm>
            <a:off x="5132595" y="2530859"/>
            <a:ext cx="0" cy="242047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接箭头连接符 51">
            <a:extLst>
              <a:ext uri="{FF2B5EF4-FFF2-40B4-BE49-F238E27FC236}">
                <a16:creationId xmlns:a16="http://schemas.microsoft.com/office/drawing/2014/main" id="{65156166-8F19-F301-8514-D925C980B104}"/>
              </a:ext>
            </a:extLst>
          </p:cNvPr>
          <p:cNvCxnSpPr/>
          <p:nvPr/>
        </p:nvCxnSpPr>
        <p:spPr>
          <a:xfrm>
            <a:off x="5132595" y="2530859"/>
            <a:ext cx="28904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接箭头连接符 52">
            <a:extLst>
              <a:ext uri="{FF2B5EF4-FFF2-40B4-BE49-F238E27FC236}">
                <a16:creationId xmlns:a16="http://schemas.microsoft.com/office/drawing/2014/main" id="{F4B7DAF9-6A8C-D907-5E9F-A037F99A858C}"/>
              </a:ext>
            </a:extLst>
          </p:cNvPr>
          <p:cNvCxnSpPr/>
          <p:nvPr/>
        </p:nvCxnSpPr>
        <p:spPr>
          <a:xfrm>
            <a:off x="5132595" y="3167559"/>
            <a:ext cx="28904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接箭头连接符 53">
            <a:extLst>
              <a:ext uri="{FF2B5EF4-FFF2-40B4-BE49-F238E27FC236}">
                <a16:creationId xmlns:a16="http://schemas.microsoft.com/office/drawing/2014/main" id="{C5C465FF-375B-EECE-680E-36066ED17B48}"/>
              </a:ext>
            </a:extLst>
          </p:cNvPr>
          <p:cNvCxnSpPr/>
          <p:nvPr/>
        </p:nvCxnSpPr>
        <p:spPr>
          <a:xfrm>
            <a:off x="5132595" y="3738773"/>
            <a:ext cx="28904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接箭头连接符 54">
            <a:extLst>
              <a:ext uri="{FF2B5EF4-FFF2-40B4-BE49-F238E27FC236}">
                <a16:creationId xmlns:a16="http://schemas.microsoft.com/office/drawing/2014/main" id="{5ADE4B83-6ABB-CF16-88BD-F514C7EB6829}"/>
              </a:ext>
            </a:extLst>
          </p:cNvPr>
          <p:cNvCxnSpPr/>
          <p:nvPr/>
        </p:nvCxnSpPr>
        <p:spPr>
          <a:xfrm>
            <a:off x="5143227" y="4303278"/>
            <a:ext cx="28904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接箭头连接符 55">
            <a:extLst>
              <a:ext uri="{FF2B5EF4-FFF2-40B4-BE49-F238E27FC236}">
                <a16:creationId xmlns:a16="http://schemas.microsoft.com/office/drawing/2014/main" id="{7259042F-A5F0-3428-B04D-46F97AFBB5B3}"/>
              </a:ext>
            </a:extLst>
          </p:cNvPr>
          <p:cNvCxnSpPr/>
          <p:nvPr/>
        </p:nvCxnSpPr>
        <p:spPr>
          <a:xfrm>
            <a:off x="5132595" y="4951330"/>
            <a:ext cx="28904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文本框 56">
            <a:extLst>
              <a:ext uri="{FF2B5EF4-FFF2-40B4-BE49-F238E27FC236}">
                <a16:creationId xmlns:a16="http://schemas.microsoft.com/office/drawing/2014/main" id="{0F284BD4-F423-E00F-5AB5-0C6A737EFAB9}"/>
              </a:ext>
            </a:extLst>
          </p:cNvPr>
          <p:cNvSpPr txBox="1"/>
          <p:nvPr/>
        </p:nvSpPr>
        <p:spPr>
          <a:xfrm>
            <a:off x="5024086" y="5178080"/>
            <a:ext cx="17357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2-th iteration</a:t>
            </a:r>
            <a:endParaRPr lang="zh-CN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2" name="椭圆 57">
            <a:extLst>
              <a:ext uri="{FF2B5EF4-FFF2-40B4-BE49-F238E27FC236}">
                <a16:creationId xmlns:a16="http://schemas.microsoft.com/office/drawing/2014/main" id="{38E74FCD-FF58-0F67-61C7-C641F6ADE564}"/>
              </a:ext>
            </a:extLst>
          </p:cNvPr>
          <p:cNvSpPr/>
          <p:nvPr/>
        </p:nvSpPr>
        <p:spPr>
          <a:xfrm>
            <a:off x="6638664" y="3694657"/>
            <a:ext cx="87060" cy="8706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3" name="椭圆 58">
            <a:extLst>
              <a:ext uri="{FF2B5EF4-FFF2-40B4-BE49-F238E27FC236}">
                <a16:creationId xmlns:a16="http://schemas.microsoft.com/office/drawing/2014/main" id="{E6E2CFE2-1031-732F-B98F-63FCADF29C32}"/>
              </a:ext>
            </a:extLst>
          </p:cNvPr>
          <p:cNvSpPr/>
          <p:nvPr/>
        </p:nvSpPr>
        <p:spPr>
          <a:xfrm>
            <a:off x="6798175" y="3694657"/>
            <a:ext cx="87060" cy="8706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4" name="椭圆 59">
            <a:extLst>
              <a:ext uri="{FF2B5EF4-FFF2-40B4-BE49-F238E27FC236}">
                <a16:creationId xmlns:a16="http://schemas.microsoft.com/office/drawing/2014/main" id="{E7B32D2B-70C3-DF29-F3F9-9857E18DD6B2}"/>
              </a:ext>
            </a:extLst>
          </p:cNvPr>
          <p:cNvSpPr/>
          <p:nvPr/>
        </p:nvSpPr>
        <p:spPr>
          <a:xfrm>
            <a:off x="6957686" y="3694657"/>
            <a:ext cx="87060" cy="8706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5" name="矩形 60">
            <a:extLst>
              <a:ext uri="{FF2B5EF4-FFF2-40B4-BE49-F238E27FC236}">
                <a16:creationId xmlns:a16="http://schemas.microsoft.com/office/drawing/2014/main" id="{E3860261-53A2-E86A-B16C-7E17539DEA1C}"/>
              </a:ext>
            </a:extLst>
          </p:cNvPr>
          <p:cNvSpPr/>
          <p:nvPr/>
        </p:nvSpPr>
        <p:spPr>
          <a:xfrm>
            <a:off x="7184910" y="3556211"/>
            <a:ext cx="1112226" cy="36512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Dataset</a:t>
            </a:r>
            <a:endParaRPr lang="zh-CN" alt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6" name="矩形: 圆角 61">
            <a:extLst>
              <a:ext uri="{FF2B5EF4-FFF2-40B4-BE49-F238E27FC236}">
                <a16:creationId xmlns:a16="http://schemas.microsoft.com/office/drawing/2014/main" id="{1C6560B5-66C7-6985-24A8-6B40E3E02AC1}"/>
              </a:ext>
            </a:extLst>
          </p:cNvPr>
          <p:cNvSpPr/>
          <p:nvPr/>
        </p:nvSpPr>
        <p:spPr>
          <a:xfrm>
            <a:off x="8846857" y="2430585"/>
            <a:ext cx="935585" cy="365125"/>
          </a:xfrm>
          <a:prstGeom prst="roundRect">
            <a:avLst/>
          </a:prstGeom>
          <a:solidFill>
            <a:srgbClr val="00B050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Fold 1</a:t>
            </a:r>
            <a:endParaRPr lang="zh-CN" alt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7" name="矩形: 圆角 62">
            <a:extLst>
              <a:ext uri="{FF2B5EF4-FFF2-40B4-BE49-F238E27FC236}">
                <a16:creationId xmlns:a16="http://schemas.microsoft.com/office/drawing/2014/main" id="{80195515-7AB4-AD2E-65E5-98674F533EEF}"/>
              </a:ext>
            </a:extLst>
          </p:cNvPr>
          <p:cNvSpPr/>
          <p:nvPr/>
        </p:nvSpPr>
        <p:spPr>
          <a:xfrm>
            <a:off x="8857489" y="2993962"/>
            <a:ext cx="935585" cy="365125"/>
          </a:xfrm>
          <a:prstGeom prst="roundRect">
            <a:avLst/>
          </a:prstGeom>
          <a:solidFill>
            <a:srgbClr val="00B050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Fold 2</a:t>
            </a:r>
            <a:endParaRPr lang="zh-CN" alt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8" name="矩形: 圆角 63">
            <a:extLst>
              <a:ext uri="{FF2B5EF4-FFF2-40B4-BE49-F238E27FC236}">
                <a16:creationId xmlns:a16="http://schemas.microsoft.com/office/drawing/2014/main" id="{E4F58852-B683-28E3-329C-047ED4ED1435}"/>
              </a:ext>
            </a:extLst>
          </p:cNvPr>
          <p:cNvSpPr/>
          <p:nvPr/>
        </p:nvSpPr>
        <p:spPr>
          <a:xfrm>
            <a:off x="8857489" y="3556211"/>
            <a:ext cx="935585" cy="365125"/>
          </a:xfrm>
          <a:prstGeom prst="roundRect">
            <a:avLst/>
          </a:prstGeom>
          <a:solidFill>
            <a:srgbClr val="00B050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Fold 3</a:t>
            </a:r>
            <a:endParaRPr lang="zh-CN" alt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9" name="矩形: 圆角 64">
            <a:extLst>
              <a:ext uri="{FF2B5EF4-FFF2-40B4-BE49-F238E27FC236}">
                <a16:creationId xmlns:a16="http://schemas.microsoft.com/office/drawing/2014/main" id="{3EA0C059-5204-4126-F9FA-3BF9EA6FD5B6}"/>
              </a:ext>
            </a:extLst>
          </p:cNvPr>
          <p:cNvSpPr/>
          <p:nvPr/>
        </p:nvSpPr>
        <p:spPr>
          <a:xfrm>
            <a:off x="8846857" y="4120716"/>
            <a:ext cx="935585" cy="365125"/>
          </a:xfrm>
          <a:prstGeom prst="roundRect">
            <a:avLst/>
          </a:prstGeom>
          <a:solidFill>
            <a:srgbClr val="00B050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Fold 4</a:t>
            </a:r>
            <a:endParaRPr lang="zh-CN" alt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0" name="矩形: 圆角 65">
            <a:extLst>
              <a:ext uri="{FF2B5EF4-FFF2-40B4-BE49-F238E27FC236}">
                <a16:creationId xmlns:a16="http://schemas.microsoft.com/office/drawing/2014/main" id="{D3BF94A8-616A-8286-D48B-14B493120B7A}"/>
              </a:ext>
            </a:extLst>
          </p:cNvPr>
          <p:cNvSpPr/>
          <p:nvPr/>
        </p:nvSpPr>
        <p:spPr>
          <a:xfrm>
            <a:off x="8846857" y="4682965"/>
            <a:ext cx="935585" cy="365125"/>
          </a:xfrm>
          <a:prstGeom prst="roundRect">
            <a:avLst/>
          </a:prstGeom>
          <a:solidFill>
            <a:schemeClr val="accent2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Fold 5</a:t>
            </a:r>
            <a:endParaRPr lang="zh-CN" alt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41" name="直接箭头连接符 66">
            <a:extLst>
              <a:ext uri="{FF2B5EF4-FFF2-40B4-BE49-F238E27FC236}">
                <a16:creationId xmlns:a16="http://schemas.microsoft.com/office/drawing/2014/main" id="{8CB8C22D-2512-A741-3316-01DFF34EFC69}"/>
              </a:ext>
            </a:extLst>
          </p:cNvPr>
          <p:cNvCxnSpPr>
            <a:cxnSpLocks/>
          </p:cNvCxnSpPr>
          <p:nvPr/>
        </p:nvCxnSpPr>
        <p:spPr>
          <a:xfrm>
            <a:off x="8333111" y="3738773"/>
            <a:ext cx="232386" cy="4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接连接符 67">
            <a:extLst>
              <a:ext uri="{FF2B5EF4-FFF2-40B4-BE49-F238E27FC236}">
                <a16:creationId xmlns:a16="http://schemas.microsoft.com/office/drawing/2014/main" id="{49EFACEC-84DE-2474-8AD9-58A073B3B340}"/>
              </a:ext>
            </a:extLst>
          </p:cNvPr>
          <p:cNvCxnSpPr>
            <a:cxnSpLocks/>
          </p:cNvCxnSpPr>
          <p:nvPr/>
        </p:nvCxnSpPr>
        <p:spPr>
          <a:xfrm>
            <a:off x="8557813" y="2530859"/>
            <a:ext cx="0" cy="242047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直接箭头连接符 68">
            <a:extLst>
              <a:ext uri="{FF2B5EF4-FFF2-40B4-BE49-F238E27FC236}">
                <a16:creationId xmlns:a16="http://schemas.microsoft.com/office/drawing/2014/main" id="{EEC19B62-17CB-F6F9-9D9A-7D8173C45D88}"/>
              </a:ext>
            </a:extLst>
          </p:cNvPr>
          <p:cNvCxnSpPr/>
          <p:nvPr/>
        </p:nvCxnSpPr>
        <p:spPr>
          <a:xfrm>
            <a:off x="8557813" y="2530859"/>
            <a:ext cx="28904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直接箭头连接符 69">
            <a:extLst>
              <a:ext uri="{FF2B5EF4-FFF2-40B4-BE49-F238E27FC236}">
                <a16:creationId xmlns:a16="http://schemas.microsoft.com/office/drawing/2014/main" id="{BB6F7737-1B7D-12B0-80DD-D24616DDE035}"/>
              </a:ext>
            </a:extLst>
          </p:cNvPr>
          <p:cNvCxnSpPr/>
          <p:nvPr/>
        </p:nvCxnSpPr>
        <p:spPr>
          <a:xfrm>
            <a:off x="8557813" y="3167559"/>
            <a:ext cx="28904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直接箭头连接符 70">
            <a:extLst>
              <a:ext uri="{FF2B5EF4-FFF2-40B4-BE49-F238E27FC236}">
                <a16:creationId xmlns:a16="http://schemas.microsoft.com/office/drawing/2014/main" id="{9B9D2EF1-B7CD-87D3-A81B-43DCB1E721F6}"/>
              </a:ext>
            </a:extLst>
          </p:cNvPr>
          <p:cNvCxnSpPr/>
          <p:nvPr/>
        </p:nvCxnSpPr>
        <p:spPr>
          <a:xfrm>
            <a:off x="8557813" y="3738773"/>
            <a:ext cx="28904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接箭头连接符 71">
            <a:extLst>
              <a:ext uri="{FF2B5EF4-FFF2-40B4-BE49-F238E27FC236}">
                <a16:creationId xmlns:a16="http://schemas.microsoft.com/office/drawing/2014/main" id="{E5A621B2-F427-7275-1CB1-845B1A8C729B}"/>
              </a:ext>
            </a:extLst>
          </p:cNvPr>
          <p:cNvCxnSpPr/>
          <p:nvPr/>
        </p:nvCxnSpPr>
        <p:spPr>
          <a:xfrm>
            <a:off x="8568445" y="4303278"/>
            <a:ext cx="28904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直接箭头连接符 72">
            <a:extLst>
              <a:ext uri="{FF2B5EF4-FFF2-40B4-BE49-F238E27FC236}">
                <a16:creationId xmlns:a16="http://schemas.microsoft.com/office/drawing/2014/main" id="{E3DA2BC2-2C3D-25EC-D267-D2E7FC737FFD}"/>
              </a:ext>
            </a:extLst>
          </p:cNvPr>
          <p:cNvCxnSpPr/>
          <p:nvPr/>
        </p:nvCxnSpPr>
        <p:spPr>
          <a:xfrm>
            <a:off x="8557813" y="4951330"/>
            <a:ext cx="28904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文本框 73">
            <a:extLst>
              <a:ext uri="{FF2B5EF4-FFF2-40B4-BE49-F238E27FC236}">
                <a16:creationId xmlns:a16="http://schemas.microsoft.com/office/drawing/2014/main" id="{61A3D287-2B21-9F24-AAD4-7A1DBE268474}"/>
              </a:ext>
            </a:extLst>
          </p:cNvPr>
          <p:cNvSpPr txBox="1"/>
          <p:nvPr/>
        </p:nvSpPr>
        <p:spPr>
          <a:xfrm>
            <a:off x="8159136" y="5135154"/>
            <a:ext cx="16339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5-th iteration</a:t>
            </a:r>
            <a:endParaRPr lang="zh-CN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9" name="矩形: 圆角 74">
            <a:extLst>
              <a:ext uri="{FF2B5EF4-FFF2-40B4-BE49-F238E27FC236}">
                <a16:creationId xmlns:a16="http://schemas.microsoft.com/office/drawing/2014/main" id="{2274A872-BBA3-2864-7E18-8C335D6C0872}"/>
              </a:ext>
            </a:extLst>
          </p:cNvPr>
          <p:cNvSpPr/>
          <p:nvPr/>
        </p:nvSpPr>
        <p:spPr>
          <a:xfrm>
            <a:off x="2904738" y="5656376"/>
            <a:ext cx="935585" cy="365125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0" name="矩形: 圆角 76">
            <a:extLst>
              <a:ext uri="{FF2B5EF4-FFF2-40B4-BE49-F238E27FC236}">
                <a16:creationId xmlns:a16="http://schemas.microsoft.com/office/drawing/2014/main" id="{534A4997-259C-4AE2-74A0-5BDA4531A59C}"/>
              </a:ext>
            </a:extLst>
          </p:cNvPr>
          <p:cNvSpPr/>
          <p:nvPr/>
        </p:nvSpPr>
        <p:spPr>
          <a:xfrm>
            <a:off x="6402559" y="5692342"/>
            <a:ext cx="935585" cy="365125"/>
          </a:xfrm>
          <a:prstGeom prst="roundRect">
            <a:avLst/>
          </a:prstGeom>
          <a:solidFill>
            <a:srgbClr val="00B050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1" name="文本框 77">
            <a:extLst>
              <a:ext uri="{FF2B5EF4-FFF2-40B4-BE49-F238E27FC236}">
                <a16:creationId xmlns:a16="http://schemas.microsoft.com/office/drawing/2014/main" id="{4EC11579-1879-9273-8147-057B639A565C}"/>
              </a:ext>
            </a:extLst>
          </p:cNvPr>
          <p:cNvSpPr txBox="1"/>
          <p:nvPr/>
        </p:nvSpPr>
        <p:spPr>
          <a:xfrm>
            <a:off x="3856268" y="5651541"/>
            <a:ext cx="15162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Test dataset</a:t>
            </a:r>
            <a:endParaRPr lang="zh-CN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2" name="文本框 78">
            <a:extLst>
              <a:ext uri="{FF2B5EF4-FFF2-40B4-BE49-F238E27FC236}">
                <a16:creationId xmlns:a16="http://schemas.microsoft.com/office/drawing/2014/main" id="{BFFFDBC2-2D56-EED3-240B-1AF56DE5BEA7}"/>
              </a:ext>
            </a:extLst>
          </p:cNvPr>
          <p:cNvSpPr txBox="1"/>
          <p:nvPr/>
        </p:nvSpPr>
        <p:spPr>
          <a:xfrm>
            <a:off x="7410595" y="5663312"/>
            <a:ext cx="19666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Training dataset</a:t>
            </a:r>
            <a:endParaRPr lang="zh-CN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3" name="文本框 80">
            <a:extLst>
              <a:ext uri="{FF2B5EF4-FFF2-40B4-BE49-F238E27FC236}">
                <a16:creationId xmlns:a16="http://schemas.microsoft.com/office/drawing/2014/main" id="{5F1B6434-84EE-F3E3-513F-918ABBED425E}"/>
              </a:ext>
            </a:extLst>
          </p:cNvPr>
          <p:cNvSpPr txBox="1"/>
          <p:nvPr/>
        </p:nvSpPr>
        <p:spPr>
          <a:xfrm>
            <a:off x="1241315" y="6251342"/>
            <a:ext cx="997062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End up with a </a:t>
            </a:r>
            <a:r>
              <a:rPr lang="en-US" altLang="zh-CN" sz="2400" i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 number of evaluation scores, which can be averaged. </a:t>
            </a:r>
          </a:p>
        </p:txBody>
      </p:sp>
    </p:spTree>
    <p:extLst>
      <p:ext uri="{BB962C8B-B14F-4D97-AF65-F5344CB8AC3E}">
        <p14:creationId xmlns:p14="http://schemas.microsoft.com/office/powerpoint/2010/main" val="20831715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4" fill="hold">
                      <p:stCondLst>
                        <p:cond delay="indefinite"/>
                      </p:stCondLst>
                      <p:childTnLst>
                        <p:par>
                          <p:cTn id="125" fill="hold">
                            <p:stCondLst>
                              <p:cond delay="0"/>
                            </p:stCondLst>
                            <p:childTnLst>
                              <p:par>
                                <p:cTn id="1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8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1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4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8" fill="hold">
                      <p:stCondLst>
                        <p:cond delay="indefinite"/>
                      </p:stCondLst>
                      <p:childTnLst>
                        <p:par>
                          <p:cTn id="139" fill="hold">
                            <p:stCondLst>
                              <p:cond delay="0"/>
                            </p:stCondLst>
                            <p:childTnLst>
                              <p:par>
                                <p:cTn id="1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>
                      <p:stCondLst>
                        <p:cond delay="indefinite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0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3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6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9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2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5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6" fill="hold">
                      <p:stCondLst>
                        <p:cond delay="indefinite"/>
                      </p:stCondLst>
                      <p:childTnLst>
                        <p:par>
                          <p:cTn id="167" fill="hold">
                            <p:stCondLst>
                              <p:cond delay="0"/>
                            </p:stCondLst>
                            <p:childTnLst>
                              <p:par>
                                <p:cTn id="16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0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3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6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9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2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3" fill="hold">
                      <p:stCondLst>
                        <p:cond delay="indefinite"/>
                      </p:stCondLst>
                      <p:childTnLst>
                        <p:par>
                          <p:cTn id="184" fill="hold">
                            <p:stCondLst>
                              <p:cond delay="0"/>
                            </p:stCondLst>
                            <p:childTnLst>
                              <p:par>
                                <p:cTn id="18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7" dur="500"/>
                                        <p:tgtEl>
                                          <p:spTgt spid="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 animBg="1"/>
      <p:bldP spid="9" grpId="0" animBg="1"/>
      <p:bldP spid="17" grpId="0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31" grpId="0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8" grpId="0"/>
      <p:bldP spid="49" grpId="0" animBg="1"/>
      <p:bldP spid="50" grpId="0" animBg="1"/>
      <p:bldP spid="51" grpId="0"/>
      <p:bldP spid="52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F8A487A5-99BF-B4FE-B346-51D459F3B2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/>
          <a:lstStyle/>
          <a:p>
            <a:r>
              <a:rPr lang="en-GB" dirty="0"/>
              <a:t>K fold cross-validation</a:t>
            </a:r>
          </a:p>
        </p:txBody>
      </p:sp>
      <p:sp>
        <p:nvSpPr>
          <p:cNvPr id="2" name="文本框 2">
            <a:extLst>
              <a:ext uri="{FF2B5EF4-FFF2-40B4-BE49-F238E27FC236}">
                <a16:creationId xmlns:a16="http://schemas.microsoft.com/office/drawing/2014/main" id="{C95FFC6C-313F-5C5E-4A59-BF8208067F92}"/>
              </a:ext>
            </a:extLst>
          </p:cNvPr>
          <p:cNvSpPr txBox="1"/>
          <p:nvPr/>
        </p:nvSpPr>
        <p:spPr>
          <a:xfrm>
            <a:off x="656112" y="1422400"/>
            <a:ext cx="88797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How to estimate the bias and variance by k fold cross-validation? </a:t>
            </a:r>
            <a:endParaRPr lang="zh-CN" altLang="en-US" sz="2400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文本框 75">
                <a:extLst>
                  <a:ext uri="{FF2B5EF4-FFF2-40B4-BE49-F238E27FC236}">
                    <a16:creationId xmlns:a16="http://schemas.microsoft.com/office/drawing/2014/main" id="{3EEB28A9-89B7-0A67-CA25-30370F761D41}"/>
                  </a:ext>
                </a:extLst>
              </p:cNvPr>
              <p:cNvSpPr txBox="1"/>
              <p:nvPr/>
            </p:nvSpPr>
            <p:spPr>
              <a:xfrm>
                <a:off x="656112" y="1971964"/>
                <a:ext cx="10120744" cy="120032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After k fold cross-validation, we will get 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different estimated prediction error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, ⋯</m:t>
                      </m:r>
                      <m:sSub>
                        <m:sSubPr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</m:oMath>
                  </m:oMathPara>
                </a14:m>
                <a:endParaRPr lang="zh-CN" altLang="en-US" sz="2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>
          <p:sp>
            <p:nvSpPr>
              <p:cNvPr id="3" name="文本框 75">
                <a:extLst>
                  <a:ext uri="{FF2B5EF4-FFF2-40B4-BE49-F238E27FC236}">
                    <a16:creationId xmlns:a16="http://schemas.microsoft.com/office/drawing/2014/main" id="{3EEB28A9-89B7-0A67-CA25-30370F761D4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6112" y="1971964"/>
                <a:ext cx="10120744" cy="1200329"/>
              </a:xfrm>
              <a:prstGeom prst="rect">
                <a:avLst/>
              </a:prstGeom>
              <a:blipFill>
                <a:blip r:embed="rId3"/>
                <a:stretch>
                  <a:fillRect l="-964" t="-3553" b="-152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文本框 79">
                <a:extLst>
                  <a:ext uri="{FF2B5EF4-FFF2-40B4-BE49-F238E27FC236}">
                    <a16:creationId xmlns:a16="http://schemas.microsoft.com/office/drawing/2014/main" id="{0C54AF96-AB4F-B469-1D43-A3BDDEEE39BE}"/>
                  </a:ext>
                </a:extLst>
              </p:cNvPr>
              <p:cNvSpPr txBox="1"/>
              <p:nvPr/>
            </p:nvSpPr>
            <p:spPr>
              <a:xfrm>
                <a:off x="656112" y="3035774"/>
                <a:ext cx="9470233" cy="122501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Bias can be estimated by the mean of these errors: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</m:acc>
                      <m:r>
                        <a:rPr lang="en-US" altLang="zh-CN" sz="24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24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altLang="zh-CN" sz="24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altLang="zh-CN" sz="2400" b="0" i="1" dirty="0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den>
                      </m:f>
                      <m:nary>
                        <m:naryPr>
                          <m:chr m:val="∑"/>
                          <m:limLoc m:val="subSup"/>
                          <m:ctrlPr>
                            <a:rPr lang="en-US" altLang="zh-CN" sz="2400" b="0" i="1" dirty="0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5"/>
                            </m:rPr>
                            <a:rPr lang="en-US" altLang="zh-CN" sz="2400" b="0" i="1" dirty="0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CN" sz="2400" b="0" i="1" dirty="0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zh-CN" sz="2400" b="0" i="1" dirty="0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p>
                        <m:e>
                          <m:sSub>
                            <m:sSubPr>
                              <m:ctrlPr>
                                <a:rPr lang="en-US" altLang="zh-CN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b="0" i="1" dirty="0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b>
                              <m:r>
                                <a:rPr lang="en-US" altLang="zh-CN" sz="2400" b="0" i="1" dirty="0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zh-CN" altLang="en-US" sz="2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>
          <p:sp>
            <p:nvSpPr>
              <p:cNvPr id="4" name="文本框 79">
                <a:extLst>
                  <a:ext uri="{FF2B5EF4-FFF2-40B4-BE49-F238E27FC236}">
                    <a16:creationId xmlns:a16="http://schemas.microsoft.com/office/drawing/2014/main" id="{0C54AF96-AB4F-B469-1D43-A3BDDEEE39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6112" y="3035774"/>
                <a:ext cx="9470233" cy="1225015"/>
              </a:xfrm>
              <a:prstGeom prst="rect">
                <a:avLst/>
              </a:prstGeom>
              <a:blipFill>
                <a:blip r:embed="rId4"/>
                <a:stretch>
                  <a:fillRect l="-1030" t="-348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本框 81">
                <a:extLst>
                  <a:ext uri="{FF2B5EF4-FFF2-40B4-BE49-F238E27FC236}">
                    <a16:creationId xmlns:a16="http://schemas.microsoft.com/office/drawing/2014/main" id="{E2F15E06-8995-6806-F4BD-8D98B7C817F8}"/>
                  </a:ext>
                </a:extLst>
              </p:cNvPr>
              <p:cNvSpPr txBox="1"/>
              <p:nvPr/>
            </p:nvSpPr>
            <p:spPr>
              <a:xfrm>
                <a:off x="656112" y="4373626"/>
                <a:ext cx="11158235" cy="155286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Variance can be estimated by standard deviation of all these errors: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𝜎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f>
                            <m:fPr>
                              <m:ctrlP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den>
                          </m:f>
                          <m:nary>
                            <m:naryPr>
                              <m:chr m:val="∑"/>
                              <m:limLoc m:val="subSup"/>
                              <m:ctrlP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5"/>
                                </m:rP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p>
                            <m:e>
                              <m:sSup>
                                <m:sSupPr>
                                  <m:ctrlPr>
                                    <a:rPr lang="en-US" altLang="zh-CN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altLang="zh-CN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altLang="zh-CN" sz="2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2400" i="1">
                                              <a:latin typeface="Cambria Math" panose="02040503050406030204" pitchFamily="18" charset="0"/>
                                            </a:rPr>
                                            <m:t>𝑒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2400" i="1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  <m:r>
                                        <a:rPr lang="en-US" altLang="zh-CN" sz="2400" i="1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acc>
                                        <m:accPr>
                                          <m:chr m:val="̅"/>
                                          <m:ctrlPr>
                                            <a:rPr lang="en-US" altLang="zh-CN" sz="2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altLang="zh-CN" sz="2400" i="1">
                                              <a:latin typeface="Cambria Math" panose="02040503050406030204" pitchFamily="18" charset="0"/>
                                            </a:rPr>
                                            <m:t>𝑒</m:t>
                                          </m:r>
                                        </m:e>
                                      </m:acc>
                                    </m:e>
                                  </m:d>
                                </m:e>
                                <m:sup>
                                  <m:r>
                                    <a:rPr lang="en-US" altLang="zh-CN" sz="24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nary>
                        </m:e>
                      </m:rad>
                    </m:oMath>
                  </m:oMathPara>
                </a14:m>
                <a:endParaRPr lang="en-US" altLang="zh-CN" sz="2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5" name="文本框 81">
                <a:extLst>
                  <a:ext uri="{FF2B5EF4-FFF2-40B4-BE49-F238E27FC236}">
                    <a16:creationId xmlns:a16="http://schemas.microsoft.com/office/drawing/2014/main" id="{E2F15E06-8995-6806-F4BD-8D98B7C817F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6112" y="4373626"/>
                <a:ext cx="11158235" cy="1552861"/>
              </a:xfrm>
              <a:prstGeom prst="rect">
                <a:avLst/>
              </a:prstGeom>
              <a:blipFill>
                <a:blip r:embed="rId5"/>
                <a:stretch>
                  <a:fillRect l="-874" t="-274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本框 17">
                <a:extLst>
                  <a:ext uri="{FF2B5EF4-FFF2-40B4-BE49-F238E27FC236}">
                    <a16:creationId xmlns:a16="http://schemas.microsoft.com/office/drawing/2014/main" id="{52E63D8F-45E7-DED8-CAF9-2BCC54EA2160}"/>
                  </a:ext>
                </a:extLst>
              </p:cNvPr>
              <p:cNvSpPr txBox="1"/>
              <p:nvPr/>
            </p:nvSpPr>
            <p:spPr>
              <a:xfrm>
                <a:off x="618705" y="6039324"/>
                <a:ext cx="10313654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Based on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</m:acc>
                  </m:oMath>
                </a14:m>
                <a:r>
                  <a:rPr lang="zh-CN" alt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and 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𝜎</m:t>
                    </m:r>
                  </m:oMath>
                </a14:m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, we can have an objective judgment of the model. We can also tune hyperparameters and compare different ML models.</a:t>
                </a:r>
                <a:endParaRPr lang="zh-CN" altLang="en-US" sz="2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6" name="文本框 17">
                <a:extLst>
                  <a:ext uri="{FF2B5EF4-FFF2-40B4-BE49-F238E27FC236}">
                    <a16:creationId xmlns:a16="http://schemas.microsoft.com/office/drawing/2014/main" id="{52E63D8F-45E7-DED8-CAF9-2BCC54EA216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8705" y="6039324"/>
                <a:ext cx="10313654" cy="830997"/>
              </a:xfrm>
              <a:prstGeom prst="rect">
                <a:avLst/>
              </a:prstGeom>
              <a:blipFill>
                <a:blip r:embed="rId6"/>
                <a:stretch>
                  <a:fillRect l="-887" t="-5147" b="-1691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030242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The University at sunset">
            <a:extLst>
              <a:ext uri="{FF2B5EF4-FFF2-40B4-BE49-F238E27FC236}">
                <a16:creationId xmlns:a16="http://schemas.microsoft.com/office/drawing/2014/main" id="{11FDCD37-95D4-D94F-8143-5384ADC6A6C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175F20C-468E-F742-9149-B8A5FEBC2911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645886" y="1889351"/>
            <a:ext cx="5842000" cy="1931535"/>
          </a:xfrm>
        </p:spPr>
        <p:txBody>
          <a:bodyPr>
            <a:noAutofit/>
          </a:bodyPr>
          <a:lstStyle/>
          <a:p>
            <a:pPr algn="l"/>
            <a:r>
              <a:rPr lang="en-GB">
                <a:solidFill>
                  <a:schemeClr val="bg1"/>
                </a:solidFill>
              </a:rPr>
              <a:t>Thanks!</a:t>
            </a:r>
            <a:endParaRPr lang="en-US" dirty="0">
              <a:solidFill>
                <a:schemeClr val="bg1"/>
              </a:solidFill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322ED6EA-1EF6-E99C-8D46-A77E8079F0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8385228" y="5699322"/>
            <a:ext cx="3413095" cy="854153"/>
            <a:chOff x="8385228" y="5699322"/>
            <a:chExt cx="3413095" cy="854153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044E80E0-21D5-A09C-9C43-3B822C05837D}"/>
                </a:ext>
              </a:extLst>
            </p:cNvPr>
            <p:cNvSpPr txBox="1"/>
            <p:nvPr/>
          </p:nvSpPr>
          <p:spPr>
            <a:xfrm>
              <a:off x="8385228" y="5699322"/>
              <a:ext cx="3413095" cy="461665"/>
            </a:xfrm>
            <a:prstGeom prst="rect">
              <a:avLst/>
            </a:prstGeom>
            <a:noFill/>
            <a:effectLst>
              <a:outerShdw blurRad="1270000" dist="50800" dir="5400000" sx="200000" sy="200000" algn="ctr" rotWithShape="0">
                <a:schemeClr val="tx1"/>
              </a:outerShdw>
            </a:effectLst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2400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#</a:t>
              </a:r>
              <a:r>
                <a:rPr lang="en-US" sz="2400" b="1" dirty="0" err="1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UofGWorldChangers</a:t>
              </a:r>
              <a:endParaRPr lang="en-US" sz="2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792BBCD2-E264-1B57-0E93-92E9DB639953}"/>
                </a:ext>
              </a:extLst>
            </p:cNvPr>
            <p:cNvSpPr txBox="1"/>
            <p:nvPr/>
          </p:nvSpPr>
          <p:spPr>
            <a:xfrm>
              <a:off x="9098531" y="6091810"/>
              <a:ext cx="269979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2400" b="1" dirty="0">
                  <a:solidFill>
                    <a:schemeClr val="bg1"/>
                  </a:solidFill>
                  <a:latin typeface="Arial" panose="020B0604020202020204" pitchFamily="34" charset="0"/>
                  <a:ea typeface="Arial" charset="0"/>
                  <a:cs typeface="Arial" panose="020B0604020202020204" pitchFamily="34" charset="0"/>
                </a:rPr>
                <a:t>@</a:t>
              </a:r>
              <a:r>
                <a:rPr lang="en-US" sz="2400" b="1" dirty="0" err="1">
                  <a:solidFill>
                    <a:schemeClr val="bg1"/>
                  </a:solidFill>
                  <a:latin typeface="Arial" panose="020B0604020202020204" pitchFamily="34" charset="0"/>
                  <a:ea typeface="Arial" charset="0"/>
                  <a:cs typeface="Arial" panose="020B0604020202020204" pitchFamily="34" charset="0"/>
                </a:rPr>
                <a:t>UofGlasgow</a:t>
              </a:r>
              <a:endParaRPr lang="en-US" sz="2400" b="1" dirty="0">
                <a:solidFill>
                  <a:schemeClr val="bg1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endParaRPr>
            </a:p>
          </p:txBody>
        </p: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84EA5A01-D67E-B5A8-4983-B4E38F735C71}"/>
                </a:ext>
              </a:extLst>
            </p:cNvPr>
            <p:cNvGrpSpPr/>
            <p:nvPr/>
          </p:nvGrpSpPr>
          <p:grpSpPr>
            <a:xfrm>
              <a:off x="8516481" y="6162367"/>
              <a:ext cx="841333" cy="347112"/>
              <a:chOff x="8601252" y="6162367"/>
              <a:chExt cx="841333" cy="347112"/>
            </a:xfrm>
          </p:grpSpPr>
          <p:pic>
            <p:nvPicPr>
              <p:cNvPr id="15" name="Picture 14">
                <a:extLst>
                  <a:ext uri="{FF2B5EF4-FFF2-40B4-BE49-F238E27FC236}">
                    <a16:creationId xmlns:a16="http://schemas.microsoft.com/office/drawing/2014/main" id="{8049EAA7-B259-E0CF-6188-D83E4A7650D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8778761" y="6162367"/>
                <a:ext cx="475023" cy="347112"/>
              </a:xfrm>
              <a:prstGeom prst="rect">
                <a:avLst/>
              </a:prstGeom>
            </p:spPr>
          </p:pic>
          <p:pic>
            <p:nvPicPr>
              <p:cNvPr id="16" name="Picture 15">
                <a:extLst>
                  <a:ext uri="{FF2B5EF4-FFF2-40B4-BE49-F238E27FC236}">
                    <a16:creationId xmlns:a16="http://schemas.microsoft.com/office/drawing/2014/main" id="{C9EF044C-8E77-0253-404C-AEACFCC1AE0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9194185" y="6223334"/>
                <a:ext cx="248400" cy="248399"/>
              </a:xfrm>
              <a:prstGeom prst="rect">
                <a:avLst/>
              </a:prstGeom>
            </p:spPr>
          </p:pic>
          <p:pic>
            <p:nvPicPr>
              <p:cNvPr id="17" name="Picture 16">
                <a:extLst>
                  <a:ext uri="{FF2B5EF4-FFF2-40B4-BE49-F238E27FC236}">
                    <a16:creationId xmlns:a16="http://schemas.microsoft.com/office/drawing/2014/main" id="{1EFBA2B9-08B7-B52F-FE3B-91DCAC58DCD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8601252" y="6221141"/>
                <a:ext cx="239105" cy="239106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30063787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UofG colours">
      <a:dk1>
        <a:srgbClr val="003865"/>
      </a:dk1>
      <a:lt1>
        <a:srgbClr val="FFFFFE"/>
      </a:lt1>
      <a:dk2>
        <a:srgbClr val="000000"/>
      </a:dk2>
      <a:lt2>
        <a:srgbClr val="7D2238"/>
      </a:lt2>
      <a:accent1>
        <a:srgbClr val="0075B0"/>
      </a:accent1>
      <a:accent2>
        <a:srgbClr val="5B4D93"/>
      </a:accent2>
      <a:accent3>
        <a:srgbClr val="CF1C20"/>
      </a:accent3>
      <a:accent4>
        <a:srgbClr val="00833C"/>
      </a:accent4>
      <a:accent5>
        <a:srgbClr val="BE4D00"/>
      </a:accent5>
      <a:accent6>
        <a:srgbClr val="951271"/>
      </a:accent6>
      <a:hlink>
        <a:srgbClr val="584B3D"/>
      </a:hlink>
      <a:folHlink>
        <a:srgbClr val="0068A9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A61AF5F2-503D-2641-86A1-09AD8919EA9C}" vid="{A816E7D6-9491-074F-A4D5-6596497DAC18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1cc9bed8-8410-44eb-bf25-ca1ea4636418">
      <Terms xmlns="http://schemas.microsoft.com/office/infopath/2007/PartnerControls"/>
    </lcf76f155ced4ddcb4097134ff3c332f>
    <TaxCatchAll xmlns="dfc159fb-6789-415c-9027-b0bc58ba83c2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C3DDD16490E0A48848881CB6EECDF92" ma:contentTypeVersion="14" ma:contentTypeDescription="Create a new document." ma:contentTypeScope="" ma:versionID="7257862a4d6c3825659cc59ecdb78f01">
  <xsd:schema xmlns:xsd="http://www.w3.org/2001/XMLSchema" xmlns:xs="http://www.w3.org/2001/XMLSchema" xmlns:p="http://schemas.microsoft.com/office/2006/metadata/properties" xmlns:ns2="1cc9bed8-8410-44eb-bf25-ca1ea4636418" xmlns:ns3="dfc159fb-6789-415c-9027-b0bc58ba83c2" targetNamespace="http://schemas.microsoft.com/office/2006/metadata/properties" ma:root="true" ma:fieldsID="e75013956d80933023b8c9f213f858d3" ns2:_="" ns3:_="">
    <xsd:import namespace="1cc9bed8-8410-44eb-bf25-ca1ea4636418"/>
    <xsd:import namespace="dfc159fb-6789-415c-9027-b0bc58ba83c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ObjectDetectorVersions" minOccurs="0"/>
                <xsd:element ref="ns3:SharedWithUsers" minOccurs="0"/>
                <xsd:element ref="ns3:SharedWithDetails" minOccurs="0"/>
                <xsd:element ref="ns2:MediaServiceSearchProperties" minOccurs="0"/>
                <xsd:element ref="ns2:MediaServiceDateTaken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cc9bed8-8410-44eb-bf25-ca1ea463641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lcf76f155ced4ddcb4097134ff3c332f" ma:index="11" nillable="true" ma:taxonomy="true" ma:internalName="lcf76f155ced4ddcb4097134ff3c332f" ma:taxonomyFieldName="MediaServiceImageTags" ma:displayName="Image Tags" ma:readOnly="false" ma:fieldId="{5cf76f15-5ced-4ddc-b409-7134ff3c332f}" ma:taxonomyMulti="true" ma:sspId="7306b285-ac2c-4225-b56d-e54690cf9c97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bjectDetectorVersions" ma:index="16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20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21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fc159fb-6789-415c-9027-b0bc58ba83c2" elementFormDefault="qualified">
    <xsd:import namespace="http://schemas.microsoft.com/office/2006/documentManagement/types"/>
    <xsd:import namespace="http://schemas.microsoft.com/office/infopath/2007/PartnerControls"/>
    <xsd:element name="TaxCatchAll" ma:index="12" nillable="true" ma:displayName="Taxonomy Catch All Column" ma:hidden="true" ma:list="{79eadc21-23c5-47b9-90bf-40474c6df852}" ma:internalName="TaxCatchAll" ma:showField="CatchAllData" ma:web="dfc159fb-6789-415c-9027-b0bc58ba83c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7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839693CE-3D15-42A7-8A18-8EBC7F53E05E}">
  <ds:schemaRefs>
    <ds:schemaRef ds:uri="http://schemas.microsoft.com/office/2006/metadata/properties"/>
    <ds:schemaRef ds:uri="http://schemas.microsoft.com/office/infopath/2007/PartnerControls"/>
    <ds:schemaRef ds:uri="1cc9bed8-8410-44eb-bf25-ca1ea4636418"/>
    <ds:schemaRef ds:uri="dfc159fb-6789-415c-9027-b0bc58ba83c2"/>
  </ds:schemaRefs>
</ds:datastoreItem>
</file>

<file path=customXml/itemProps2.xml><?xml version="1.0" encoding="utf-8"?>
<ds:datastoreItem xmlns:ds="http://schemas.openxmlformats.org/officeDocument/2006/customXml" ds:itemID="{26728596-F575-4D00-B205-8F0266F82BA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1cc9bed8-8410-44eb-bf25-ca1ea4636418"/>
    <ds:schemaRef ds:uri="dfc159fb-6789-415c-9027-b0bc58ba83c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C2E41981-8DBF-4D08-B81B-DB6880516500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1987</TotalTime>
  <Words>572</Words>
  <Application>Microsoft Office PowerPoint</Application>
  <PresentationFormat>Widescreen</PresentationFormat>
  <Paragraphs>108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Cambria Math</vt:lpstr>
      <vt:lpstr>Office Theme</vt:lpstr>
      <vt:lpstr>Fundamental Concepts in Machine Learning Model Evaluation (1)</vt:lpstr>
      <vt:lpstr>Training data and test data</vt:lpstr>
      <vt:lpstr>Prediction error</vt:lpstr>
      <vt:lpstr>Bias</vt:lpstr>
      <vt:lpstr>Underfitting</vt:lpstr>
      <vt:lpstr>Underfitting</vt:lpstr>
      <vt:lpstr>Variance</vt:lpstr>
      <vt:lpstr>Overfitting</vt:lpstr>
      <vt:lpstr>How to detect and prevent overfitting?</vt:lpstr>
      <vt:lpstr>K fold cross-validation</vt:lpstr>
      <vt:lpstr>K fold cross-validation</vt:lpstr>
      <vt:lpstr>Thanks!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/>
  <cp:lastModifiedBy>Bo Liu</cp:lastModifiedBy>
  <cp:revision>76</cp:revision>
  <dcterms:created xsi:type="dcterms:W3CDTF">2021-01-06T14:22:07Z</dcterms:created>
  <dcterms:modified xsi:type="dcterms:W3CDTF">2024-08-14T12:00:31Z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0x0101009C3DDD16490E0A48848881CB6EECDF92</vt:lpwstr>
  </property>
</Properties>
</file>