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sldIdLst>
    <p:sldId id="256" r:id="rId5"/>
    <p:sldId id="494" r:id="rId6"/>
    <p:sldId id="496" r:id="rId7"/>
    <p:sldId id="497" r:id="rId8"/>
    <p:sldId id="27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 autoAdjust="0"/>
    <p:restoredTop sz="96327"/>
  </p:normalViewPr>
  <p:slideViewPr>
    <p:cSldViewPr snapToGrid="0">
      <p:cViewPr varScale="1">
        <p:scale>
          <a:sx n="136" d="100"/>
          <a:sy n="136" d="100"/>
        </p:scale>
        <p:origin x="96" y="532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7/22/2024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22/07/2024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uk.mathworks.com/discovery/overfitting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Underfitting and Overfitting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Underfitting and overfitting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971F3D-89F5-5269-5E81-465331395181}"/>
              </a:ext>
            </a:extLst>
          </p:cNvPr>
          <p:cNvSpPr txBox="1"/>
          <p:nvPr/>
        </p:nvSpPr>
        <p:spPr>
          <a:xfrm>
            <a:off x="8470176" y="2391728"/>
            <a:ext cx="3125843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Useful documentation:</a:t>
            </a:r>
          </a:p>
          <a:p>
            <a:pPr algn="r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underfitting and overfitting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4CA834B3-D922-7E0D-9BC0-DA596AC652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620706"/>
              </p:ext>
            </p:extLst>
          </p:nvPr>
        </p:nvGraphicFramePr>
        <p:xfrm>
          <a:off x="996479" y="5103842"/>
          <a:ext cx="8059140" cy="162506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4785">
                  <a:extLst>
                    <a:ext uri="{9D8B030D-6E8A-4147-A177-3AD203B41FA5}">
                      <a16:colId xmlns:a16="http://schemas.microsoft.com/office/drawing/2014/main" val="3757903256"/>
                    </a:ext>
                  </a:extLst>
                </a:gridCol>
                <a:gridCol w="2014785">
                  <a:extLst>
                    <a:ext uri="{9D8B030D-6E8A-4147-A177-3AD203B41FA5}">
                      <a16:colId xmlns:a16="http://schemas.microsoft.com/office/drawing/2014/main" val="688845732"/>
                    </a:ext>
                  </a:extLst>
                </a:gridCol>
                <a:gridCol w="2014785">
                  <a:extLst>
                    <a:ext uri="{9D8B030D-6E8A-4147-A177-3AD203B41FA5}">
                      <a16:colId xmlns:a16="http://schemas.microsoft.com/office/drawing/2014/main" val="3096089969"/>
                    </a:ext>
                  </a:extLst>
                </a:gridCol>
                <a:gridCol w="2014785">
                  <a:extLst>
                    <a:ext uri="{9D8B030D-6E8A-4147-A177-3AD203B41FA5}">
                      <a16:colId xmlns:a16="http://schemas.microsoft.com/office/drawing/2014/main" val="2563361202"/>
                    </a:ext>
                  </a:extLst>
                </a:gridCol>
              </a:tblGrid>
              <a:tr h="541687">
                <a:tc>
                  <a:txBody>
                    <a:bodyPr/>
                    <a:lstStyle/>
                    <a:p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Overfitting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Good fitting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Underfitting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2977046"/>
                  </a:ext>
                </a:extLst>
              </a:tr>
              <a:tr h="541687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Training set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 loss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 loss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 loss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7464438"/>
                  </a:ext>
                </a:extLst>
              </a:tr>
              <a:tr h="541687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 set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 loss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 loss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 loss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246102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6548AA9-2A93-F020-CF68-375DC06C290F}"/>
              </a:ext>
            </a:extLst>
          </p:cNvPr>
          <p:cNvSpPr txBox="1"/>
          <p:nvPr/>
        </p:nvSpPr>
        <p:spPr>
          <a:xfrm>
            <a:off x="996479" y="4203303"/>
            <a:ext cx="45179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Overfitting: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model pays attention to subtle patterns in the training set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F66AEC-F85F-0A2F-5E8E-196401B7E9B5}"/>
              </a:ext>
            </a:extLst>
          </p:cNvPr>
          <p:cNvSpPr txBox="1"/>
          <p:nvPr/>
        </p:nvSpPr>
        <p:spPr>
          <a:xfrm>
            <a:off x="5860417" y="4234080"/>
            <a:ext cx="51885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Underfitting: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model fails to capture the underlying relationships in the training set.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131C051-C512-09CD-4AFE-86D544CE9533}"/>
              </a:ext>
            </a:extLst>
          </p:cNvPr>
          <p:cNvGrpSpPr/>
          <p:nvPr/>
        </p:nvGrpSpPr>
        <p:grpSpPr>
          <a:xfrm>
            <a:off x="802011" y="1422400"/>
            <a:ext cx="6441925" cy="2669188"/>
            <a:chOff x="798683" y="3029835"/>
            <a:chExt cx="6507956" cy="2949912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4C9ABC8-9B74-6F7D-895D-16E7BF808C6B}"/>
                </a:ext>
              </a:extLst>
            </p:cNvPr>
            <p:cNvGrpSpPr/>
            <p:nvPr/>
          </p:nvGrpSpPr>
          <p:grpSpPr>
            <a:xfrm>
              <a:off x="2454774" y="3500997"/>
              <a:ext cx="4851865" cy="2478750"/>
              <a:chOff x="847916" y="3145890"/>
              <a:chExt cx="4851865" cy="2478750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0FF2F5D7-FB60-6B49-274A-4E07A484AA5E}"/>
                  </a:ext>
                </a:extLst>
              </p:cNvPr>
              <p:cNvGrpSpPr/>
              <p:nvPr/>
            </p:nvGrpSpPr>
            <p:grpSpPr>
              <a:xfrm>
                <a:off x="852678" y="3152239"/>
                <a:ext cx="1423193" cy="1055687"/>
                <a:chOff x="6577807" y="1604963"/>
                <a:chExt cx="1423193" cy="1055687"/>
              </a:xfrm>
            </p:grpSpPr>
            <p:cxnSp>
              <p:nvCxnSpPr>
                <p:cNvPr id="141" name="Straight Connector 140">
                  <a:extLst>
                    <a:ext uri="{FF2B5EF4-FFF2-40B4-BE49-F238E27FC236}">
                      <a16:creationId xmlns:a16="http://schemas.microsoft.com/office/drawing/2014/main" id="{C968326A-08F6-5F9A-FCFD-D7D963D7DC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84950" y="1604963"/>
                  <a:ext cx="0" cy="105568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Straight Connector 141">
                  <a:extLst>
                    <a:ext uri="{FF2B5EF4-FFF2-40B4-BE49-F238E27FC236}">
                      <a16:creationId xmlns:a16="http://schemas.microsoft.com/office/drawing/2014/main" id="{E9E5CDE5-A1CC-3150-0B80-8CDBF06164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77807" y="2654301"/>
                  <a:ext cx="1423193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3" name="Oval 142">
                  <a:extLst>
                    <a:ext uri="{FF2B5EF4-FFF2-40B4-BE49-F238E27FC236}">
                      <a16:creationId xmlns:a16="http://schemas.microsoft.com/office/drawing/2014/main" id="{61292E8E-9EAA-240B-E159-19A670CA764A}"/>
                    </a:ext>
                  </a:extLst>
                </p:cNvPr>
                <p:cNvSpPr/>
                <p:nvPr/>
              </p:nvSpPr>
              <p:spPr>
                <a:xfrm>
                  <a:off x="7100888" y="2155035"/>
                  <a:ext cx="63500" cy="69850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4" name="Oval 143">
                  <a:extLst>
                    <a:ext uri="{FF2B5EF4-FFF2-40B4-BE49-F238E27FC236}">
                      <a16:creationId xmlns:a16="http://schemas.microsoft.com/office/drawing/2014/main" id="{5547F8FB-92C8-F0CD-59DC-F5B5EDA7C360}"/>
                    </a:ext>
                  </a:extLst>
                </p:cNvPr>
                <p:cNvSpPr/>
                <p:nvPr/>
              </p:nvSpPr>
              <p:spPr>
                <a:xfrm>
                  <a:off x="6861175" y="1858964"/>
                  <a:ext cx="63500" cy="69850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5" name="Oval 144">
                  <a:extLst>
                    <a:ext uri="{FF2B5EF4-FFF2-40B4-BE49-F238E27FC236}">
                      <a16:creationId xmlns:a16="http://schemas.microsoft.com/office/drawing/2014/main" id="{25226BCD-7AA5-401F-420F-B43B48CCA197}"/>
                    </a:ext>
                  </a:extLst>
                </p:cNvPr>
                <p:cNvSpPr/>
                <p:nvPr/>
              </p:nvSpPr>
              <p:spPr>
                <a:xfrm>
                  <a:off x="6924675" y="1757364"/>
                  <a:ext cx="63500" cy="69850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6" name="Oval 145">
                  <a:extLst>
                    <a:ext uri="{FF2B5EF4-FFF2-40B4-BE49-F238E27FC236}">
                      <a16:creationId xmlns:a16="http://schemas.microsoft.com/office/drawing/2014/main" id="{32330F0A-7E3A-5B08-56AD-4E2795C98B9A}"/>
                    </a:ext>
                  </a:extLst>
                </p:cNvPr>
                <p:cNvSpPr/>
                <p:nvPr/>
              </p:nvSpPr>
              <p:spPr>
                <a:xfrm>
                  <a:off x="6731000" y="1707355"/>
                  <a:ext cx="62706" cy="67469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7" name="Oval 146">
                  <a:extLst>
                    <a:ext uri="{FF2B5EF4-FFF2-40B4-BE49-F238E27FC236}">
                      <a16:creationId xmlns:a16="http://schemas.microsoft.com/office/drawing/2014/main" id="{63791232-8D12-BB80-C38E-F05C1A72A05D}"/>
                    </a:ext>
                  </a:extLst>
                </p:cNvPr>
                <p:cNvSpPr/>
                <p:nvPr/>
              </p:nvSpPr>
              <p:spPr>
                <a:xfrm>
                  <a:off x="6861175" y="1970092"/>
                  <a:ext cx="63500" cy="69850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8" name="Oval 147">
                  <a:extLst>
                    <a:ext uri="{FF2B5EF4-FFF2-40B4-BE49-F238E27FC236}">
                      <a16:creationId xmlns:a16="http://schemas.microsoft.com/office/drawing/2014/main" id="{D6719E91-C3AF-E7B2-8817-C95378E8F4D1}"/>
                    </a:ext>
                  </a:extLst>
                </p:cNvPr>
                <p:cNvSpPr/>
                <p:nvPr/>
              </p:nvSpPr>
              <p:spPr>
                <a:xfrm>
                  <a:off x="6943726" y="2074864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9" name="Oval 148">
                  <a:extLst>
                    <a:ext uri="{FF2B5EF4-FFF2-40B4-BE49-F238E27FC236}">
                      <a16:creationId xmlns:a16="http://schemas.microsoft.com/office/drawing/2014/main" id="{EEC4A267-9B09-C4C8-38C8-1C67816E838D}"/>
                    </a:ext>
                  </a:extLst>
                </p:cNvPr>
                <p:cNvSpPr/>
                <p:nvPr/>
              </p:nvSpPr>
              <p:spPr>
                <a:xfrm>
                  <a:off x="6823077" y="2144714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0" name="Oval 149">
                  <a:extLst>
                    <a:ext uri="{FF2B5EF4-FFF2-40B4-BE49-F238E27FC236}">
                      <a16:creationId xmlns:a16="http://schemas.microsoft.com/office/drawing/2014/main" id="{88CA4AD3-7524-F5BC-ADDF-6FD522281D24}"/>
                    </a:ext>
                  </a:extLst>
                </p:cNvPr>
                <p:cNvSpPr/>
                <p:nvPr/>
              </p:nvSpPr>
              <p:spPr>
                <a:xfrm>
                  <a:off x="7018336" y="1949456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1" name="Oval 150">
                  <a:extLst>
                    <a:ext uri="{FF2B5EF4-FFF2-40B4-BE49-F238E27FC236}">
                      <a16:creationId xmlns:a16="http://schemas.microsoft.com/office/drawing/2014/main" id="{07A40F78-56E3-3D26-0ADB-0D4FA0611B7A}"/>
                    </a:ext>
                  </a:extLst>
                </p:cNvPr>
                <p:cNvSpPr/>
                <p:nvPr/>
              </p:nvSpPr>
              <p:spPr>
                <a:xfrm>
                  <a:off x="6740525" y="2300288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2" name="Oval 151">
                  <a:extLst>
                    <a:ext uri="{FF2B5EF4-FFF2-40B4-BE49-F238E27FC236}">
                      <a16:creationId xmlns:a16="http://schemas.microsoft.com/office/drawing/2014/main" id="{69A577C4-7CB9-5F78-4816-2D9AA3C8309A}"/>
                    </a:ext>
                  </a:extLst>
                </p:cNvPr>
                <p:cNvSpPr/>
                <p:nvPr/>
              </p:nvSpPr>
              <p:spPr>
                <a:xfrm>
                  <a:off x="6740525" y="2492379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3" name="Oval 152">
                  <a:extLst>
                    <a:ext uri="{FF2B5EF4-FFF2-40B4-BE49-F238E27FC236}">
                      <a16:creationId xmlns:a16="http://schemas.microsoft.com/office/drawing/2014/main" id="{8D56BAC9-27EB-E956-6DAA-6834D1604F03}"/>
                    </a:ext>
                  </a:extLst>
                </p:cNvPr>
                <p:cNvSpPr/>
                <p:nvPr/>
              </p:nvSpPr>
              <p:spPr>
                <a:xfrm>
                  <a:off x="6886577" y="2398718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4" name="Oval 153">
                  <a:extLst>
                    <a:ext uri="{FF2B5EF4-FFF2-40B4-BE49-F238E27FC236}">
                      <a16:creationId xmlns:a16="http://schemas.microsoft.com/office/drawing/2014/main" id="{5360551A-E6CA-9C74-674A-F96E6EFA3B0D}"/>
                    </a:ext>
                  </a:extLst>
                </p:cNvPr>
                <p:cNvSpPr/>
                <p:nvPr/>
              </p:nvSpPr>
              <p:spPr>
                <a:xfrm>
                  <a:off x="7007226" y="2519366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5" name="Oval 154">
                  <a:extLst>
                    <a:ext uri="{FF2B5EF4-FFF2-40B4-BE49-F238E27FC236}">
                      <a16:creationId xmlns:a16="http://schemas.microsoft.com/office/drawing/2014/main" id="{AA43841C-B5C2-559C-DCF7-74BCC3AF0AAE}"/>
                    </a:ext>
                  </a:extLst>
                </p:cNvPr>
                <p:cNvSpPr/>
                <p:nvPr/>
              </p:nvSpPr>
              <p:spPr>
                <a:xfrm>
                  <a:off x="7085807" y="2354272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6" name="Oval 155">
                  <a:extLst>
                    <a:ext uri="{FF2B5EF4-FFF2-40B4-BE49-F238E27FC236}">
                      <a16:creationId xmlns:a16="http://schemas.microsoft.com/office/drawing/2014/main" id="{A8A86415-B9C0-D9EF-1393-63D32E0B2031}"/>
                    </a:ext>
                  </a:extLst>
                </p:cNvPr>
                <p:cNvSpPr/>
                <p:nvPr/>
              </p:nvSpPr>
              <p:spPr>
                <a:xfrm>
                  <a:off x="7264402" y="2446345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7" name="Oval 156">
                  <a:extLst>
                    <a:ext uri="{FF2B5EF4-FFF2-40B4-BE49-F238E27FC236}">
                      <a16:creationId xmlns:a16="http://schemas.microsoft.com/office/drawing/2014/main" id="{C8EB3EB0-1EBB-FEE9-FC06-A99B4FE88CE7}"/>
                    </a:ext>
                  </a:extLst>
                </p:cNvPr>
                <p:cNvSpPr/>
                <p:nvPr/>
              </p:nvSpPr>
              <p:spPr>
                <a:xfrm>
                  <a:off x="7419976" y="2509841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8" name="Oval 157">
                  <a:extLst>
                    <a:ext uri="{FF2B5EF4-FFF2-40B4-BE49-F238E27FC236}">
                      <a16:creationId xmlns:a16="http://schemas.microsoft.com/office/drawing/2014/main" id="{3B8FF774-CF75-D241-EB8C-F3E14B3B2CB9}"/>
                    </a:ext>
                  </a:extLst>
                </p:cNvPr>
                <p:cNvSpPr/>
                <p:nvPr/>
              </p:nvSpPr>
              <p:spPr>
                <a:xfrm>
                  <a:off x="6969920" y="2279257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9" name="Oval 158">
                  <a:extLst>
                    <a:ext uri="{FF2B5EF4-FFF2-40B4-BE49-F238E27FC236}">
                      <a16:creationId xmlns:a16="http://schemas.microsoft.com/office/drawing/2014/main" id="{14862CD4-8C58-6D59-92BA-D778296ECD57}"/>
                    </a:ext>
                  </a:extLst>
                </p:cNvPr>
                <p:cNvSpPr/>
                <p:nvPr/>
              </p:nvSpPr>
              <p:spPr>
                <a:xfrm>
                  <a:off x="7327902" y="2224884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0" name="Oval 159">
                  <a:extLst>
                    <a:ext uri="{FF2B5EF4-FFF2-40B4-BE49-F238E27FC236}">
                      <a16:creationId xmlns:a16="http://schemas.microsoft.com/office/drawing/2014/main" id="{F59DD73B-128A-A2DB-2D56-9D9EF79AA232}"/>
                    </a:ext>
                  </a:extLst>
                </p:cNvPr>
                <p:cNvSpPr/>
                <p:nvPr/>
              </p:nvSpPr>
              <p:spPr>
                <a:xfrm>
                  <a:off x="7419976" y="2109789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1" name="Oval 160">
                  <a:extLst>
                    <a:ext uri="{FF2B5EF4-FFF2-40B4-BE49-F238E27FC236}">
                      <a16:creationId xmlns:a16="http://schemas.microsoft.com/office/drawing/2014/main" id="{56794CD3-D651-C21F-B0E2-5F6ECA078D00}"/>
                    </a:ext>
                  </a:extLst>
                </p:cNvPr>
                <p:cNvSpPr/>
                <p:nvPr/>
              </p:nvSpPr>
              <p:spPr>
                <a:xfrm>
                  <a:off x="7380289" y="1978028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2" name="Oval 161">
                  <a:extLst>
                    <a:ext uri="{FF2B5EF4-FFF2-40B4-BE49-F238E27FC236}">
                      <a16:creationId xmlns:a16="http://schemas.microsoft.com/office/drawing/2014/main" id="{053568A2-F3B6-CA36-88E8-1070104FA7F7}"/>
                    </a:ext>
                  </a:extLst>
                </p:cNvPr>
                <p:cNvSpPr/>
                <p:nvPr/>
              </p:nvSpPr>
              <p:spPr>
                <a:xfrm>
                  <a:off x="7521575" y="1904213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3" name="Oval 162">
                  <a:extLst>
                    <a:ext uri="{FF2B5EF4-FFF2-40B4-BE49-F238E27FC236}">
                      <a16:creationId xmlns:a16="http://schemas.microsoft.com/office/drawing/2014/main" id="{9DF2DF34-3CA2-98E0-342A-B60747CE08BE}"/>
                    </a:ext>
                  </a:extLst>
                </p:cNvPr>
                <p:cNvSpPr/>
                <p:nvPr/>
              </p:nvSpPr>
              <p:spPr>
                <a:xfrm>
                  <a:off x="7232654" y="1961364"/>
                  <a:ext cx="63500" cy="69850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4" name="Oval 163">
                  <a:extLst>
                    <a:ext uri="{FF2B5EF4-FFF2-40B4-BE49-F238E27FC236}">
                      <a16:creationId xmlns:a16="http://schemas.microsoft.com/office/drawing/2014/main" id="{5292A2CA-628D-FA84-C8B2-E0204310E028}"/>
                    </a:ext>
                  </a:extLst>
                </p:cNvPr>
                <p:cNvSpPr/>
                <p:nvPr/>
              </p:nvSpPr>
              <p:spPr>
                <a:xfrm>
                  <a:off x="7117557" y="1725619"/>
                  <a:ext cx="63500" cy="69850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5" name="Oval 164">
                  <a:extLst>
                    <a:ext uri="{FF2B5EF4-FFF2-40B4-BE49-F238E27FC236}">
                      <a16:creationId xmlns:a16="http://schemas.microsoft.com/office/drawing/2014/main" id="{2BE2F3DB-CA49-B97C-87CF-B8B2ECF5F4CD}"/>
                    </a:ext>
                  </a:extLst>
                </p:cNvPr>
                <p:cNvSpPr/>
                <p:nvPr/>
              </p:nvSpPr>
              <p:spPr>
                <a:xfrm>
                  <a:off x="7388226" y="1767297"/>
                  <a:ext cx="63500" cy="69850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28C9353E-C01A-2D5D-34E4-03E46CE4E073}"/>
                    </a:ext>
                  </a:extLst>
                </p:cNvPr>
                <p:cNvSpPr/>
                <p:nvPr/>
              </p:nvSpPr>
              <p:spPr>
                <a:xfrm>
                  <a:off x="7549358" y="1767297"/>
                  <a:ext cx="63500" cy="69850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A05F284F-BE31-853F-A867-46C4DFA182BC}"/>
                    </a:ext>
                  </a:extLst>
                </p:cNvPr>
                <p:cNvSpPr/>
                <p:nvPr/>
              </p:nvSpPr>
              <p:spPr>
                <a:xfrm>
                  <a:off x="7575550" y="2214170"/>
                  <a:ext cx="63500" cy="69850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8" name="Oval 167">
                  <a:extLst>
                    <a:ext uri="{FF2B5EF4-FFF2-40B4-BE49-F238E27FC236}">
                      <a16:creationId xmlns:a16="http://schemas.microsoft.com/office/drawing/2014/main" id="{E3DCB260-66A2-5050-F81F-7308D4264028}"/>
                    </a:ext>
                  </a:extLst>
                </p:cNvPr>
                <p:cNvSpPr/>
                <p:nvPr/>
              </p:nvSpPr>
              <p:spPr>
                <a:xfrm>
                  <a:off x="7500942" y="2319347"/>
                  <a:ext cx="63500" cy="69850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D5FC0EC5-F62B-1888-5B89-A158DC29DD6B}"/>
                    </a:ext>
                  </a:extLst>
                </p:cNvPr>
                <p:cNvSpPr/>
                <p:nvPr/>
              </p:nvSpPr>
              <p:spPr>
                <a:xfrm>
                  <a:off x="7634287" y="2074864"/>
                  <a:ext cx="63500" cy="69850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0" name="Oval 169">
                  <a:extLst>
                    <a:ext uri="{FF2B5EF4-FFF2-40B4-BE49-F238E27FC236}">
                      <a16:creationId xmlns:a16="http://schemas.microsoft.com/office/drawing/2014/main" id="{694B12C5-49D4-AFC5-CD26-0A061C33A704}"/>
                    </a:ext>
                  </a:extLst>
                </p:cNvPr>
                <p:cNvSpPr/>
                <p:nvPr/>
              </p:nvSpPr>
              <p:spPr>
                <a:xfrm>
                  <a:off x="7720016" y="1904213"/>
                  <a:ext cx="63500" cy="69850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2357B1B8-3409-9598-6A57-A9BA9CE556E1}"/>
                    </a:ext>
                  </a:extLst>
                </p:cNvPr>
                <p:cNvSpPr/>
                <p:nvPr/>
              </p:nvSpPr>
              <p:spPr>
                <a:xfrm>
                  <a:off x="7252892" y="1798648"/>
                  <a:ext cx="63500" cy="69850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4DB949A-6047-B6D9-97FB-71F4221AB1CA}"/>
                    </a:ext>
                  </a:extLst>
                </p:cNvPr>
                <p:cNvSpPr/>
                <p:nvPr/>
              </p:nvSpPr>
              <p:spPr>
                <a:xfrm>
                  <a:off x="7666037" y="2420939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3" name="Oval 172">
                  <a:extLst>
                    <a:ext uri="{FF2B5EF4-FFF2-40B4-BE49-F238E27FC236}">
                      <a16:creationId xmlns:a16="http://schemas.microsoft.com/office/drawing/2014/main" id="{6DEDFD62-B374-2346-1BD4-32FF1DDAA4D2}"/>
                    </a:ext>
                  </a:extLst>
                </p:cNvPr>
                <p:cNvSpPr/>
                <p:nvPr/>
              </p:nvSpPr>
              <p:spPr>
                <a:xfrm>
                  <a:off x="7783516" y="2314182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4" name="Freeform: Shape 177">
                  <a:extLst>
                    <a:ext uri="{FF2B5EF4-FFF2-40B4-BE49-F238E27FC236}">
                      <a16:creationId xmlns:a16="http://schemas.microsoft.com/office/drawing/2014/main" id="{7C4C7E8D-096D-2830-EAC6-21A46A967D6E}"/>
                    </a:ext>
                  </a:extLst>
                </p:cNvPr>
                <p:cNvSpPr/>
                <p:nvPr/>
              </p:nvSpPr>
              <p:spPr>
                <a:xfrm>
                  <a:off x="6651624" y="1853143"/>
                  <a:ext cx="1289050" cy="635100"/>
                </a:xfrm>
                <a:custGeom>
                  <a:avLst/>
                  <a:gdLst>
                    <a:gd name="connsiteX0" fmla="*/ 0 w 1289050"/>
                    <a:gd name="connsiteY0" fmla="*/ 42333 h 635100"/>
                    <a:gd name="connsiteX1" fmla="*/ 203200 w 1289050"/>
                    <a:gd name="connsiteY1" fmla="*/ 270933 h 635100"/>
                    <a:gd name="connsiteX2" fmla="*/ 444500 w 1289050"/>
                    <a:gd name="connsiteY2" fmla="*/ 23283 h 635100"/>
                    <a:gd name="connsiteX3" fmla="*/ 412750 w 1289050"/>
                    <a:gd name="connsiteY3" fmla="*/ 448733 h 635100"/>
                    <a:gd name="connsiteX4" fmla="*/ 654050 w 1289050"/>
                    <a:gd name="connsiteY4" fmla="*/ 245533 h 635100"/>
                    <a:gd name="connsiteX5" fmla="*/ 711200 w 1289050"/>
                    <a:gd name="connsiteY5" fmla="*/ 67733 h 635100"/>
                    <a:gd name="connsiteX6" fmla="*/ 965200 w 1289050"/>
                    <a:gd name="connsiteY6" fmla="*/ 42333 h 635100"/>
                    <a:gd name="connsiteX7" fmla="*/ 781050 w 1289050"/>
                    <a:gd name="connsiteY7" fmla="*/ 626533 h 635100"/>
                    <a:gd name="connsiteX8" fmla="*/ 1066800 w 1289050"/>
                    <a:gd name="connsiteY8" fmla="*/ 391583 h 635100"/>
                    <a:gd name="connsiteX9" fmla="*/ 1289050 w 1289050"/>
                    <a:gd name="connsiteY9" fmla="*/ 404283 h 635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289050" h="635100">
                      <a:moveTo>
                        <a:pt x="0" y="42333"/>
                      </a:moveTo>
                      <a:cubicBezTo>
                        <a:pt x="64558" y="158220"/>
                        <a:pt x="129117" y="274108"/>
                        <a:pt x="203200" y="270933"/>
                      </a:cubicBezTo>
                      <a:cubicBezTo>
                        <a:pt x="277283" y="267758"/>
                        <a:pt x="409575" y="-6350"/>
                        <a:pt x="444500" y="23283"/>
                      </a:cubicBezTo>
                      <a:cubicBezTo>
                        <a:pt x="479425" y="52916"/>
                        <a:pt x="377825" y="411691"/>
                        <a:pt x="412750" y="448733"/>
                      </a:cubicBezTo>
                      <a:cubicBezTo>
                        <a:pt x="447675" y="485775"/>
                        <a:pt x="604308" y="309033"/>
                        <a:pt x="654050" y="245533"/>
                      </a:cubicBezTo>
                      <a:cubicBezTo>
                        <a:pt x="703792" y="182033"/>
                        <a:pt x="659342" y="101600"/>
                        <a:pt x="711200" y="67733"/>
                      </a:cubicBezTo>
                      <a:cubicBezTo>
                        <a:pt x="763058" y="33866"/>
                        <a:pt x="953558" y="-50800"/>
                        <a:pt x="965200" y="42333"/>
                      </a:cubicBezTo>
                      <a:cubicBezTo>
                        <a:pt x="976842" y="135466"/>
                        <a:pt x="764117" y="568325"/>
                        <a:pt x="781050" y="626533"/>
                      </a:cubicBezTo>
                      <a:cubicBezTo>
                        <a:pt x="797983" y="684741"/>
                        <a:pt x="982133" y="428625"/>
                        <a:pt x="1066800" y="391583"/>
                      </a:cubicBezTo>
                      <a:cubicBezTo>
                        <a:pt x="1151467" y="354541"/>
                        <a:pt x="1248833" y="415925"/>
                        <a:pt x="1289050" y="404283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4B167987-4501-CC05-9700-BC7EA7C755E3}"/>
                  </a:ext>
                </a:extLst>
              </p:cNvPr>
              <p:cNvGrpSpPr/>
              <p:nvPr/>
            </p:nvGrpSpPr>
            <p:grpSpPr>
              <a:xfrm>
                <a:off x="2618772" y="3152239"/>
                <a:ext cx="1423193" cy="1055687"/>
                <a:chOff x="2618772" y="3152239"/>
                <a:chExt cx="1423193" cy="1055687"/>
              </a:xfrm>
            </p:grpSpPr>
            <p:grpSp>
              <p:nvGrpSpPr>
                <p:cNvPr id="105" name="Group 104">
                  <a:extLst>
                    <a:ext uri="{FF2B5EF4-FFF2-40B4-BE49-F238E27FC236}">
                      <a16:creationId xmlns:a16="http://schemas.microsoft.com/office/drawing/2014/main" id="{E0B56991-9F86-B6E5-5C20-7A1A34FB6200}"/>
                    </a:ext>
                  </a:extLst>
                </p:cNvPr>
                <p:cNvGrpSpPr/>
                <p:nvPr/>
              </p:nvGrpSpPr>
              <p:grpSpPr>
                <a:xfrm>
                  <a:off x="2618772" y="3152239"/>
                  <a:ext cx="1423193" cy="1055687"/>
                  <a:chOff x="6577807" y="1604963"/>
                  <a:chExt cx="1423193" cy="1055687"/>
                </a:xfrm>
              </p:grpSpPr>
              <p:cxnSp>
                <p:nvCxnSpPr>
                  <p:cNvPr id="107" name="Straight Connector 106">
                    <a:extLst>
                      <a:ext uri="{FF2B5EF4-FFF2-40B4-BE49-F238E27FC236}">
                        <a16:creationId xmlns:a16="http://schemas.microsoft.com/office/drawing/2014/main" id="{C2577A52-7E84-8E5A-2773-7980510D393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584950" y="1604963"/>
                    <a:ext cx="0" cy="1055687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" name="Straight Connector 107">
                    <a:extLst>
                      <a:ext uri="{FF2B5EF4-FFF2-40B4-BE49-F238E27FC236}">
                        <a16:creationId xmlns:a16="http://schemas.microsoft.com/office/drawing/2014/main" id="{AC502216-585F-E133-59D4-B66044565CA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577807" y="2654301"/>
                    <a:ext cx="1423193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9" name="Oval 108">
                    <a:extLst>
                      <a:ext uri="{FF2B5EF4-FFF2-40B4-BE49-F238E27FC236}">
                        <a16:creationId xmlns:a16="http://schemas.microsoft.com/office/drawing/2014/main" id="{10C55C03-46B7-6CE6-7D67-2A11CE1364A6}"/>
                      </a:ext>
                    </a:extLst>
                  </p:cNvPr>
                  <p:cNvSpPr/>
                  <p:nvPr/>
                </p:nvSpPr>
                <p:spPr>
                  <a:xfrm>
                    <a:off x="7100888" y="2155035"/>
                    <a:ext cx="63500" cy="69850"/>
                  </a:xfrm>
                  <a:prstGeom prst="ellipse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10" name="Oval 109">
                    <a:extLst>
                      <a:ext uri="{FF2B5EF4-FFF2-40B4-BE49-F238E27FC236}">
                        <a16:creationId xmlns:a16="http://schemas.microsoft.com/office/drawing/2014/main" id="{6CCE7DF0-EDE8-89C0-6169-320EB4B1A298}"/>
                      </a:ext>
                    </a:extLst>
                  </p:cNvPr>
                  <p:cNvSpPr/>
                  <p:nvPr/>
                </p:nvSpPr>
                <p:spPr>
                  <a:xfrm>
                    <a:off x="6861175" y="1858964"/>
                    <a:ext cx="63500" cy="69850"/>
                  </a:xfrm>
                  <a:prstGeom prst="ellipse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11" name="Oval 110">
                    <a:extLst>
                      <a:ext uri="{FF2B5EF4-FFF2-40B4-BE49-F238E27FC236}">
                        <a16:creationId xmlns:a16="http://schemas.microsoft.com/office/drawing/2014/main" id="{179FFC4B-B12C-B0D1-30CA-7998EE7A6A1B}"/>
                      </a:ext>
                    </a:extLst>
                  </p:cNvPr>
                  <p:cNvSpPr/>
                  <p:nvPr/>
                </p:nvSpPr>
                <p:spPr>
                  <a:xfrm>
                    <a:off x="6743101" y="1978019"/>
                    <a:ext cx="63500" cy="69850"/>
                  </a:xfrm>
                  <a:prstGeom prst="ellipse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12" name="Oval 111">
                    <a:extLst>
                      <a:ext uri="{FF2B5EF4-FFF2-40B4-BE49-F238E27FC236}">
                        <a16:creationId xmlns:a16="http://schemas.microsoft.com/office/drawing/2014/main" id="{9E717449-0A6B-28EC-9290-5899FD95368A}"/>
                      </a:ext>
                    </a:extLst>
                  </p:cNvPr>
                  <p:cNvSpPr/>
                  <p:nvPr/>
                </p:nvSpPr>
                <p:spPr>
                  <a:xfrm>
                    <a:off x="6924675" y="1757364"/>
                    <a:ext cx="63500" cy="69850"/>
                  </a:xfrm>
                  <a:prstGeom prst="ellipse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13" name="Oval 112">
                    <a:extLst>
                      <a:ext uri="{FF2B5EF4-FFF2-40B4-BE49-F238E27FC236}">
                        <a16:creationId xmlns:a16="http://schemas.microsoft.com/office/drawing/2014/main" id="{1E7A7035-DA71-FCA2-BA86-0B61D67F69C3}"/>
                      </a:ext>
                    </a:extLst>
                  </p:cNvPr>
                  <p:cNvSpPr/>
                  <p:nvPr/>
                </p:nvSpPr>
                <p:spPr>
                  <a:xfrm>
                    <a:off x="6731000" y="1707355"/>
                    <a:ext cx="62706" cy="67469"/>
                  </a:xfrm>
                  <a:prstGeom prst="ellipse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14" name="Oval 113">
                    <a:extLst>
                      <a:ext uri="{FF2B5EF4-FFF2-40B4-BE49-F238E27FC236}">
                        <a16:creationId xmlns:a16="http://schemas.microsoft.com/office/drawing/2014/main" id="{4103A0C6-128C-0BDE-C853-86D04F30F05E}"/>
                      </a:ext>
                    </a:extLst>
                  </p:cNvPr>
                  <p:cNvSpPr/>
                  <p:nvPr/>
                </p:nvSpPr>
                <p:spPr>
                  <a:xfrm>
                    <a:off x="6861175" y="1970092"/>
                    <a:ext cx="63500" cy="69850"/>
                  </a:xfrm>
                  <a:prstGeom prst="ellipse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15" name="Oval 114">
                    <a:extLst>
                      <a:ext uri="{FF2B5EF4-FFF2-40B4-BE49-F238E27FC236}">
                        <a16:creationId xmlns:a16="http://schemas.microsoft.com/office/drawing/2014/main" id="{FF8D2157-9EDA-DA9D-291E-CD0A1FCCBB3D}"/>
                      </a:ext>
                    </a:extLst>
                  </p:cNvPr>
                  <p:cNvSpPr/>
                  <p:nvPr/>
                </p:nvSpPr>
                <p:spPr>
                  <a:xfrm>
                    <a:off x="6943726" y="2074864"/>
                    <a:ext cx="63500" cy="69850"/>
                  </a:xfrm>
                  <a:prstGeom prst="ellipse">
                    <a:avLst/>
                  </a:pr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16" name="Oval 115">
                    <a:extLst>
                      <a:ext uri="{FF2B5EF4-FFF2-40B4-BE49-F238E27FC236}">
                        <a16:creationId xmlns:a16="http://schemas.microsoft.com/office/drawing/2014/main" id="{5DB8DE22-C489-1BB1-CF21-65F3E7B47AFC}"/>
                      </a:ext>
                    </a:extLst>
                  </p:cNvPr>
                  <p:cNvSpPr/>
                  <p:nvPr/>
                </p:nvSpPr>
                <p:spPr>
                  <a:xfrm>
                    <a:off x="6823077" y="2144714"/>
                    <a:ext cx="63500" cy="69850"/>
                  </a:xfrm>
                  <a:prstGeom prst="ellipse">
                    <a:avLst/>
                  </a:pr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17" name="Oval 116">
                    <a:extLst>
                      <a:ext uri="{FF2B5EF4-FFF2-40B4-BE49-F238E27FC236}">
                        <a16:creationId xmlns:a16="http://schemas.microsoft.com/office/drawing/2014/main" id="{0C97D38C-96B1-2C0C-17F0-68CB94C45C43}"/>
                      </a:ext>
                    </a:extLst>
                  </p:cNvPr>
                  <p:cNvSpPr/>
                  <p:nvPr/>
                </p:nvSpPr>
                <p:spPr>
                  <a:xfrm>
                    <a:off x="7018336" y="1949456"/>
                    <a:ext cx="63500" cy="69850"/>
                  </a:xfrm>
                  <a:prstGeom prst="ellipse">
                    <a:avLst/>
                  </a:pr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18" name="Oval 117">
                    <a:extLst>
                      <a:ext uri="{FF2B5EF4-FFF2-40B4-BE49-F238E27FC236}">
                        <a16:creationId xmlns:a16="http://schemas.microsoft.com/office/drawing/2014/main" id="{FC776195-5D51-14B5-C355-4699101D52A3}"/>
                      </a:ext>
                    </a:extLst>
                  </p:cNvPr>
                  <p:cNvSpPr/>
                  <p:nvPr/>
                </p:nvSpPr>
                <p:spPr>
                  <a:xfrm>
                    <a:off x="6740525" y="2300288"/>
                    <a:ext cx="63500" cy="69850"/>
                  </a:xfrm>
                  <a:prstGeom prst="ellipse">
                    <a:avLst/>
                  </a:pr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19" name="Oval 118">
                    <a:extLst>
                      <a:ext uri="{FF2B5EF4-FFF2-40B4-BE49-F238E27FC236}">
                        <a16:creationId xmlns:a16="http://schemas.microsoft.com/office/drawing/2014/main" id="{FE0D2B04-1EB2-5E02-CA8A-82B75B472FD3}"/>
                      </a:ext>
                    </a:extLst>
                  </p:cNvPr>
                  <p:cNvSpPr/>
                  <p:nvPr/>
                </p:nvSpPr>
                <p:spPr>
                  <a:xfrm>
                    <a:off x="6740525" y="2492379"/>
                    <a:ext cx="63500" cy="69850"/>
                  </a:xfrm>
                  <a:prstGeom prst="ellipse">
                    <a:avLst/>
                  </a:pr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20" name="Oval 119">
                    <a:extLst>
                      <a:ext uri="{FF2B5EF4-FFF2-40B4-BE49-F238E27FC236}">
                        <a16:creationId xmlns:a16="http://schemas.microsoft.com/office/drawing/2014/main" id="{007A89C2-1595-40E8-6D69-1B6A5FD24C09}"/>
                      </a:ext>
                    </a:extLst>
                  </p:cNvPr>
                  <p:cNvSpPr/>
                  <p:nvPr/>
                </p:nvSpPr>
                <p:spPr>
                  <a:xfrm>
                    <a:off x="6886577" y="2398718"/>
                    <a:ext cx="63500" cy="69850"/>
                  </a:xfrm>
                  <a:prstGeom prst="ellipse">
                    <a:avLst/>
                  </a:pr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21" name="Oval 120">
                    <a:extLst>
                      <a:ext uri="{FF2B5EF4-FFF2-40B4-BE49-F238E27FC236}">
                        <a16:creationId xmlns:a16="http://schemas.microsoft.com/office/drawing/2014/main" id="{0756810B-372A-D09F-E7D2-813ECF48B359}"/>
                      </a:ext>
                    </a:extLst>
                  </p:cNvPr>
                  <p:cNvSpPr/>
                  <p:nvPr/>
                </p:nvSpPr>
                <p:spPr>
                  <a:xfrm>
                    <a:off x="7007226" y="2519366"/>
                    <a:ext cx="63500" cy="69850"/>
                  </a:xfrm>
                  <a:prstGeom prst="ellipse">
                    <a:avLst/>
                  </a:pr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22" name="Oval 121">
                    <a:extLst>
                      <a:ext uri="{FF2B5EF4-FFF2-40B4-BE49-F238E27FC236}">
                        <a16:creationId xmlns:a16="http://schemas.microsoft.com/office/drawing/2014/main" id="{D0F2EED4-8150-E878-7E48-9E2425C773A3}"/>
                      </a:ext>
                    </a:extLst>
                  </p:cNvPr>
                  <p:cNvSpPr/>
                  <p:nvPr/>
                </p:nvSpPr>
                <p:spPr>
                  <a:xfrm>
                    <a:off x="7085807" y="2354272"/>
                    <a:ext cx="63500" cy="69850"/>
                  </a:xfrm>
                  <a:prstGeom prst="ellipse">
                    <a:avLst/>
                  </a:pr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23" name="Oval 122">
                    <a:extLst>
                      <a:ext uri="{FF2B5EF4-FFF2-40B4-BE49-F238E27FC236}">
                        <a16:creationId xmlns:a16="http://schemas.microsoft.com/office/drawing/2014/main" id="{30369B5C-B52A-8973-38E5-3B558691318C}"/>
                      </a:ext>
                    </a:extLst>
                  </p:cNvPr>
                  <p:cNvSpPr/>
                  <p:nvPr/>
                </p:nvSpPr>
                <p:spPr>
                  <a:xfrm>
                    <a:off x="7264402" y="2446345"/>
                    <a:ext cx="63500" cy="69850"/>
                  </a:xfrm>
                  <a:prstGeom prst="ellipse">
                    <a:avLst/>
                  </a:pr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24" name="Oval 123">
                    <a:extLst>
                      <a:ext uri="{FF2B5EF4-FFF2-40B4-BE49-F238E27FC236}">
                        <a16:creationId xmlns:a16="http://schemas.microsoft.com/office/drawing/2014/main" id="{221AE1F7-354C-989F-5C15-7FEF320203B1}"/>
                      </a:ext>
                    </a:extLst>
                  </p:cNvPr>
                  <p:cNvSpPr/>
                  <p:nvPr/>
                </p:nvSpPr>
                <p:spPr>
                  <a:xfrm>
                    <a:off x="7419976" y="2509841"/>
                    <a:ext cx="63500" cy="69850"/>
                  </a:xfrm>
                  <a:prstGeom prst="ellipse">
                    <a:avLst/>
                  </a:pr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25" name="Oval 124">
                    <a:extLst>
                      <a:ext uri="{FF2B5EF4-FFF2-40B4-BE49-F238E27FC236}">
                        <a16:creationId xmlns:a16="http://schemas.microsoft.com/office/drawing/2014/main" id="{801E9BAC-0315-F674-5B1E-819C7B6F06C8}"/>
                      </a:ext>
                    </a:extLst>
                  </p:cNvPr>
                  <p:cNvSpPr/>
                  <p:nvPr/>
                </p:nvSpPr>
                <p:spPr>
                  <a:xfrm>
                    <a:off x="6969920" y="2279257"/>
                    <a:ext cx="63500" cy="69850"/>
                  </a:xfrm>
                  <a:prstGeom prst="ellipse">
                    <a:avLst/>
                  </a:pr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26" name="Oval 125">
                    <a:extLst>
                      <a:ext uri="{FF2B5EF4-FFF2-40B4-BE49-F238E27FC236}">
                        <a16:creationId xmlns:a16="http://schemas.microsoft.com/office/drawing/2014/main" id="{D87F5FF8-4AF3-B1AB-0190-7D1438ED5864}"/>
                      </a:ext>
                    </a:extLst>
                  </p:cNvPr>
                  <p:cNvSpPr/>
                  <p:nvPr/>
                </p:nvSpPr>
                <p:spPr>
                  <a:xfrm>
                    <a:off x="7327902" y="2224884"/>
                    <a:ext cx="63500" cy="69850"/>
                  </a:xfrm>
                  <a:prstGeom prst="ellipse">
                    <a:avLst/>
                  </a:pr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27" name="Oval 126">
                    <a:extLst>
                      <a:ext uri="{FF2B5EF4-FFF2-40B4-BE49-F238E27FC236}">
                        <a16:creationId xmlns:a16="http://schemas.microsoft.com/office/drawing/2014/main" id="{DC4DB400-6BC6-E7D4-B61C-4B1326D2A934}"/>
                      </a:ext>
                    </a:extLst>
                  </p:cNvPr>
                  <p:cNvSpPr/>
                  <p:nvPr/>
                </p:nvSpPr>
                <p:spPr>
                  <a:xfrm>
                    <a:off x="7419976" y="2109789"/>
                    <a:ext cx="63500" cy="69850"/>
                  </a:xfrm>
                  <a:prstGeom prst="ellipse">
                    <a:avLst/>
                  </a:pr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28" name="Oval 127">
                    <a:extLst>
                      <a:ext uri="{FF2B5EF4-FFF2-40B4-BE49-F238E27FC236}">
                        <a16:creationId xmlns:a16="http://schemas.microsoft.com/office/drawing/2014/main" id="{FE2D0F9D-5617-1562-B687-F4053EB3B614}"/>
                      </a:ext>
                    </a:extLst>
                  </p:cNvPr>
                  <p:cNvSpPr/>
                  <p:nvPr/>
                </p:nvSpPr>
                <p:spPr>
                  <a:xfrm>
                    <a:off x="7380289" y="1978028"/>
                    <a:ext cx="63500" cy="69850"/>
                  </a:xfrm>
                  <a:prstGeom prst="ellipse">
                    <a:avLst/>
                  </a:pr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29" name="Oval 128">
                    <a:extLst>
                      <a:ext uri="{FF2B5EF4-FFF2-40B4-BE49-F238E27FC236}">
                        <a16:creationId xmlns:a16="http://schemas.microsoft.com/office/drawing/2014/main" id="{1DB3737B-A4F6-CAFB-D6D7-B6C89BB3E4F2}"/>
                      </a:ext>
                    </a:extLst>
                  </p:cNvPr>
                  <p:cNvSpPr/>
                  <p:nvPr/>
                </p:nvSpPr>
                <p:spPr>
                  <a:xfrm>
                    <a:off x="7521575" y="1904213"/>
                    <a:ext cx="63500" cy="69850"/>
                  </a:xfrm>
                  <a:prstGeom prst="ellipse">
                    <a:avLst/>
                  </a:pr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30" name="Oval 129">
                    <a:extLst>
                      <a:ext uri="{FF2B5EF4-FFF2-40B4-BE49-F238E27FC236}">
                        <a16:creationId xmlns:a16="http://schemas.microsoft.com/office/drawing/2014/main" id="{E90715EA-6FDC-6C4B-9A99-354253BE348D}"/>
                      </a:ext>
                    </a:extLst>
                  </p:cNvPr>
                  <p:cNvSpPr/>
                  <p:nvPr/>
                </p:nvSpPr>
                <p:spPr>
                  <a:xfrm>
                    <a:off x="7232654" y="1961364"/>
                    <a:ext cx="63500" cy="69850"/>
                  </a:xfrm>
                  <a:prstGeom prst="ellipse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31" name="Oval 130">
                    <a:extLst>
                      <a:ext uri="{FF2B5EF4-FFF2-40B4-BE49-F238E27FC236}">
                        <a16:creationId xmlns:a16="http://schemas.microsoft.com/office/drawing/2014/main" id="{E89B664B-3F92-DB8A-AE28-F4A91DAFDC63}"/>
                      </a:ext>
                    </a:extLst>
                  </p:cNvPr>
                  <p:cNvSpPr/>
                  <p:nvPr/>
                </p:nvSpPr>
                <p:spPr>
                  <a:xfrm>
                    <a:off x="7117557" y="1725619"/>
                    <a:ext cx="63500" cy="69850"/>
                  </a:xfrm>
                  <a:prstGeom prst="ellipse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32" name="Oval 131">
                    <a:extLst>
                      <a:ext uri="{FF2B5EF4-FFF2-40B4-BE49-F238E27FC236}">
                        <a16:creationId xmlns:a16="http://schemas.microsoft.com/office/drawing/2014/main" id="{E9AFCB7F-5F8E-1856-ED70-8523B5800596}"/>
                      </a:ext>
                    </a:extLst>
                  </p:cNvPr>
                  <p:cNvSpPr/>
                  <p:nvPr/>
                </p:nvSpPr>
                <p:spPr>
                  <a:xfrm>
                    <a:off x="7388226" y="1767297"/>
                    <a:ext cx="63500" cy="69850"/>
                  </a:xfrm>
                  <a:prstGeom prst="ellipse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33" name="Oval 132">
                    <a:extLst>
                      <a:ext uri="{FF2B5EF4-FFF2-40B4-BE49-F238E27FC236}">
                        <a16:creationId xmlns:a16="http://schemas.microsoft.com/office/drawing/2014/main" id="{C18EFDEB-02B8-D17C-F42D-AB5987B5D78B}"/>
                      </a:ext>
                    </a:extLst>
                  </p:cNvPr>
                  <p:cNvSpPr/>
                  <p:nvPr/>
                </p:nvSpPr>
                <p:spPr>
                  <a:xfrm>
                    <a:off x="7549358" y="1767297"/>
                    <a:ext cx="63500" cy="69850"/>
                  </a:xfrm>
                  <a:prstGeom prst="ellipse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34" name="Oval 133">
                    <a:extLst>
                      <a:ext uri="{FF2B5EF4-FFF2-40B4-BE49-F238E27FC236}">
                        <a16:creationId xmlns:a16="http://schemas.microsoft.com/office/drawing/2014/main" id="{29006770-AFE4-B253-F3DC-80895FF7AD10}"/>
                      </a:ext>
                    </a:extLst>
                  </p:cNvPr>
                  <p:cNvSpPr/>
                  <p:nvPr/>
                </p:nvSpPr>
                <p:spPr>
                  <a:xfrm>
                    <a:off x="7575550" y="2214170"/>
                    <a:ext cx="63500" cy="69850"/>
                  </a:xfrm>
                  <a:prstGeom prst="ellipse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35" name="Oval 134">
                    <a:extLst>
                      <a:ext uri="{FF2B5EF4-FFF2-40B4-BE49-F238E27FC236}">
                        <a16:creationId xmlns:a16="http://schemas.microsoft.com/office/drawing/2014/main" id="{A4685399-A646-48FB-FA7D-C5AE76264F61}"/>
                      </a:ext>
                    </a:extLst>
                  </p:cNvPr>
                  <p:cNvSpPr/>
                  <p:nvPr/>
                </p:nvSpPr>
                <p:spPr>
                  <a:xfrm>
                    <a:off x="7500942" y="2319347"/>
                    <a:ext cx="63500" cy="69850"/>
                  </a:xfrm>
                  <a:prstGeom prst="ellipse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36" name="Oval 135">
                    <a:extLst>
                      <a:ext uri="{FF2B5EF4-FFF2-40B4-BE49-F238E27FC236}">
                        <a16:creationId xmlns:a16="http://schemas.microsoft.com/office/drawing/2014/main" id="{58F8B60D-B037-435F-FDCA-69E4AF942CEA}"/>
                      </a:ext>
                    </a:extLst>
                  </p:cNvPr>
                  <p:cNvSpPr/>
                  <p:nvPr/>
                </p:nvSpPr>
                <p:spPr>
                  <a:xfrm>
                    <a:off x="7634287" y="2074864"/>
                    <a:ext cx="63500" cy="69850"/>
                  </a:xfrm>
                  <a:prstGeom prst="ellipse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37" name="Oval 136">
                    <a:extLst>
                      <a:ext uri="{FF2B5EF4-FFF2-40B4-BE49-F238E27FC236}">
                        <a16:creationId xmlns:a16="http://schemas.microsoft.com/office/drawing/2014/main" id="{8721F089-826E-24FD-440D-1D774675B2E0}"/>
                      </a:ext>
                    </a:extLst>
                  </p:cNvPr>
                  <p:cNvSpPr/>
                  <p:nvPr/>
                </p:nvSpPr>
                <p:spPr>
                  <a:xfrm>
                    <a:off x="7720016" y="1904213"/>
                    <a:ext cx="63500" cy="69850"/>
                  </a:xfrm>
                  <a:prstGeom prst="ellipse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38" name="Oval 137">
                    <a:extLst>
                      <a:ext uri="{FF2B5EF4-FFF2-40B4-BE49-F238E27FC236}">
                        <a16:creationId xmlns:a16="http://schemas.microsoft.com/office/drawing/2014/main" id="{BC79ACDA-4048-F64C-BDC7-4B7E559F8872}"/>
                      </a:ext>
                    </a:extLst>
                  </p:cNvPr>
                  <p:cNvSpPr/>
                  <p:nvPr/>
                </p:nvSpPr>
                <p:spPr>
                  <a:xfrm>
                    <a:off x="7252892" y="1798648"/>
                    <a:ext cx="63500" cy="69850"/>
                  </a:xfrm>
                  <a:prstGeom prst="ellipse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39" name="Oval 138">
                    <a:extLst>
                      <a:ext uri="{FF2B5EF4-FFF2-40B4-BE49-F238E27FC236}">
                        <a16:creationId xmlns:a16="http://schemas.microsoft.com/office/drawing/2014/main" id="{F9B0B530-513E-BF13-F7B1-4D3E65025C74}"/>
                      </a:ext>
                    </a:extLst>
                  </p:cNvPr>
                  <p:cNvSpPr/>
                  <p:nvPr/>
                </p:nvSpPr>
                <p:spPr>
                  <a:xfrm>
                    <a:off x="7666037" y="2420939"/>
                    <a:ext cx="63500" cy="69850"/>
                  </a:xfrm>
                  <a:prstGeom prst="ellipse">
                    <a:avLst/>
                  </a:pr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40" name="Oval 139">
                    <a:extLst>
                      <a:ext uri="{FF2B5EF4-FFF2-40B4-BE49-F238E27FC236}">
                        <a16:creationId xmlns:a16="http://schemas.microsoft.com/office/drawing/2014/main" id="{AD021E5F-07A8-AF3F-DBC7-441E8E024062}"/>
                      </a:ext>
                    </a:extLst>
                  </p:cNvPr>
                  <p:cNvSpPr/>
                  <p:nvPr/>
                </p:nvSpPr>
                <p:spPr>
                  <a:xfrm>
                    <a:off x="7783516" y="2314182"/>
                    <a:ext cx="63500" cy="69850"/>
                  </a:xfrm>
                  <a:prstGeom prst="ellipse">
                    <a:avLst/>
                  </a:pr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06" name="Freeform: Shape 109">
                  <a:extLst>
                    <a:ext uri="{FF2B5EF4-FFF2-40B4-BE49-F238E27FC236}">
                      <a16:creationId xmlns:a16="http://schemas.microsoft.com/office/drawing/2014/main" id="{516AE58A-277B-FFED-F356-F4FA4E137A4E}"/>
                    </a:ext>
                  </a:extLst>
                </p:cNvPr>
                <p:cNvSpPr/>
                <p:nvPr/>
              </p:nvSpPr>
              <p:spPr>
                <a:xfrm>
                  <a:off x="2695575" y="3539061"/>
                  <a:ext cx="1176338" cy="561456"/>
                </a:xfrm>
                <a:custGeom>
                  <a:avLst/>
                  <a:gdLst>
                    <a:gd name="connsiteX0" fmla="*/ 0 w 1176338"/>
                    <a:gd name="connsiteY0" fmla="*/ 218556 h 561456"/>
                    <a:gd name="connsiteX1" fmla="*/ 747713 w 1176338"/>
                    <a:gd name="connsiteY1" fmla="*/ 13769 h 561456"/>
                    <a:gd name="connsiteX2" fmla="*/ 1176338 w 1176338"/>
                    <a:gd name="connsiteY2" fmla="*/ 561456 h 5614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176338" h="561456">
                      <a:moveTo>
                        <a:pt x="0" y="218556"/>
                      </a:moveTo>
                      <a:cubicBezTo>
                        <a:pt x="275828" y="87587"/>
                        <a:pt x="551657" y="-43381"/>
                        <a:pt x="747713" y="13769"/>
                      </a:cubicBezTo>
                      <a:cubicBezTo>
                        <a:pt x="943769" y="70919"/>
                        <a:pt x="1100138" y="465412"/>
                        <a:pt x="1176338" y="561456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592D486D-222D-24DB-1CC2-F45AAA91B43E}"/>
                  </a:ext>
                </a:extLst>
              </p:cNvPr>
              <p:cNvGrpSpPr/>
              <p:nvPr/>
            </p:nvGrpSpPr>
            <p:grpSpPr>
              <a:xfrm>
                <a:off x="4262629" y="3145890"/>
                <a:ext cx="1423193" cy="1055687"/>
                <a:chOff x="6577807" y="1604963"/>
                <a:chExt cx="1423193" cy="1055687"/>
              </a:xfrm>
            </p:grpSpPr>
            <p:cxnSp>
              <p:nvCxnSpPr>
                <p:cNvPr id="71" name="Straight Connector 70">
                  <a:extLst>
                    <a:ext uri="{FF2B5EF4-FFF2-40B4-BE49-F238E27FC236}">
                      <a16:creationId xmlns:a16="http://schemas.microsoft.com/office/drawing/2014/main" id="{DEEDCC71-D58C-0CA5-89B4-9015859C26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84950" y="1604963"/>
                  <a:ext cx="0" cy="105568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Connector 71">
                  <a:extLst>
                    <a:ext uri="{FF2B5EF4-FFF2-40B4-BE49-F238E27FC236}">
                      <a16:creationId xmlns:a16="http://schemas.microsoft.com/office/drawing/2014/main" id="{4B958AA6-6D41-5ECD-9489-5BC0412F51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77807" y="2654301"/>
                  <a:ext cx="1423193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" name="Oval 72">
                  <a:extLst>
                    <a:ext uri="{FF2B5EF4-FFF2-40B4-BE49-F238E27FC236}">
                      <a16:creationId xmlns:a16="http://schemas.microsoft.com/office/drawing/2014/main" id="{64CE68DA-F93B-9E95-1D74-5DCD0B208BF7}"/>
                    </a:ext>
                  </a:extLst>
                </p:cNvPr>
                <p:cNvSpPr/>
                <p:nvPr/>
              </p:nvSpPr>
              <p:spPr>
                <a:xfrm>
                  <a:off x="7100888" y="2155035"/>
                  <a:ext cx="63500" cy="69850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FE0A617D-4E6E-B07D-B01F-F51CFBCDB679}"/>
                    </a:ext>
                  </a:extLst>
                </p:cNvPr>
                <p:cNvSpPr/>
                <p:nvPr/>
              </p:nvSpPr>
              <p:spPr>
                <a:xfrm>
                  <a:off x="6861175" y="1858964"/>
                  <a:ext cx="63500" cy="69850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5" name="Oval 74">
                  <a:extLst>
                    <a:ext uri="{FF2B5EF4-FFF2-40B4-BE49-F238E27FC236}">
                      <a16:creationId xmlns:a16="http://schemas.microsoft.com/office/drawing/2014/main" id="{F02592CD-4F5B-E7AD-8C7E-BD3026A2EFB8}"/>
                    </a:ext>
                  </a:extLst>
                </p:cNvPr>
                <p:cNvSpPr/>
                <p:nvPr/>
              </p:nvSpPr>
              <p:spPr>
                <a:xfrm>
                  <a:off x="6743100" y="1971938"/>
                  <a:ext cx="63500" cy="69850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6" name="Oval 75">
                  <a:extLst>
                    <a:ext uri="{FF2B5EF4-FFF2-40B4-BE49-F238E27FC236}">
                      <a16:creationId xmlns:a16="http://schemas.microsoft.com/office/drawing/2014/main" id="{CCDFA0F7-ED64-4D2D-E20D-FF5FB810BCC1}"/>
                    </a:ext>
                  </a:extLst>
                </p:cNvPr>
                <p:cNvSpPr/>
                <p:nvPr/>
              </p:nvSpPr>
              <p:spPr>
                <a:xfrm>
                  <a:off x="6924675" y="1757364"/>
                  <a:ext cx="63500" cy="69850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7" name="Oval 76">
                  <a:extLst>
                    <a:ext uri="{FF2B5EF4-FFF2-40B4-BE49-F238E27FC236}">
                      <a16:creationId xmlns:a16="http://schemas.microsoft.com/office/drawing/2014/main" id="{035A76EB-2706-21A5-983B-5252F99D5BAD}"/>
                    </a:ext>
                  </a:extLst>
                </p:cNvPr>
                <p:cNvSpPr/>
                <p:nvPr/>
              </p:nvSpPr>
              <p:spPr>
                <a:xfrm>
                  <a:off x="6731000" y="1707355"/>
                  <a:ext cx="62706" cy="67469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8" name="Oval 77">
                  <a:extLst>
                    <a:ext uri="{FF2B5EF4-FFF2-40B4-BE49-F238E27FC236}">
                      <a16:creationId xmlns:a16="http://schemas.microsoft.com/office/drawing/2014/main" id="{9F14B122-796E-BA15-1A75-EB72F11D400C}"/>
                    </a:ext>
                  </a:extLst>
                </p:cNvPr>
                <p:cNvSpPr/>
                <p:nvPr/>
              </p:nvSpPr>
              <p:spPr>
                <a:xfrm>
                  <a:off x="6861175" y="1970092"/>
                  <a:ext cx="63500" cy="69850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9" name="Oval 78">
                  <a:extLst>
                    <a:ext uri="{FF2B5EF4-FFF2-40B4-BE49-F238E27FC236}">
                      <a16:creationId xmlns:a16="http://schemas.microsoft.com/office/drawing/2014/main" id="{43B32E2B-2BF6-9CA3-0F2A-E595ED34DC4C}"/>
                    </a:ext>
                  </a:extLst>
                </p:cNvPr>
                <p:cNvSpPr/>
                <p:nvPr/>
              </p:nvSpPr>
              <p:spPr>
                <a:xfrm>
                  <a:off x="6943726" y="2074864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0" name="Oval 79">
                  <a:extLst>
                    <a:ext uri="{FF2B5EF4-FFF2-40B4-BE49-F238E27FC236}">
                      <a16:creationId xmlns:a16="http://schemas.microsoft.com/office/drawing/2014/main" id="{01AEBE98-F9B9-54D5-E3DB-C6342E2E910A}"/>
                    </a:ext>
                  </a:extLst>
                </p:cNvPr>
                <p:cNvSpPr/>
                <p:nvPr/>
              </p:nvSpPr>
              <p:spPr>
                <a:xfrm>
                  <a:off x="6823077" y="2144714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1" name="Oval 80">
                  <a:extLst>
                    <a:ext uri="{FF2B5EF4-FFF2-40B4-BE49-F238E27FC236}">
                      <a16:creationId xmlns:a16="http://schemas.microsoft.com/office/drawing/2014/main" id="{40BDBA14-94E2-B551-76F9-0690BA2853CA}"/>
                    </a:ext>
                  </a:extLst>
                </p:cNvPr>
                <p:cNvSpPr/>
                <p:nvPr/>
              </p:nvSpPr>
              <p:spPr>
                <a:xfrm>
                  <a:off x="7023099" y="1954219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2" name="Oval 81">
                  <a:extLst>
                    <a:ext uri="{FF2B5EF4-FFF2-40B4-BE49-F238E27FC236}">
                      <a16:creationId xmlns:a16="http://schemas.microsoft.com/office/drawing/2014/main" id="{E913A0A7-FFE9-88EB-D18A-A45B1EDBA262}"/>
                    </a:ext>
                  </a:extLst>
                </p:cNvPr>
                <p:cNvSpPr/>
                <p:nvPr/>
              </p:nvSpPr>
              <p:spPr>
                <a:xfrm>
                  <a:off x="6740525" y="2300288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3" name="Oval 82">
                  <a:extLst>
                    <a:ext uri="{FF2B5EF4-FFF2-40B4-BE49-F238E27FC236}">
                      <a16:creationId xmlns:a16="http://schemas.microsoft.com/office/drawing/2014/main" id="{64B545A3-80E7-940D-ED5E-3341C61D6753}"/>
                    </a:ext>
                  </a:extLst>
                </p:cNvPr>
                <p:cNvSpPr/>
                <p:nvPr/>
              </p:nvSpPr>
              <p:spPr>
                <a:xfrm>
                  <a:off x="6740525" y="2492379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4" name="Oval 83">
                  <a:extLst>
                    <a:ext uri="{FF2B5EF4-FFF2-40B4-BE49-F238E27FC236}">
                      <a16:creationId xmlns:a16="http://schemas.microsoft.com/office/drawing/2014/main" id="{528E7A7E-C4DA-AC22-5EF7-AD710BCD81AE}"/>
                    </a:ext>
                  </a:extLst>
                </p:cNvPr>
                <p:cNvSpPr/>
                <p:nvPr/>
              </p:nvSpPr>
              <p:spPr>
                <a:xfrm>
                  <a:off x="6886577" y="2398718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5" name="Oval 84">
                  <a:extLst>
                    <a:ext uri="{FF2B5EF4-FFF2-40B4-BE49-F238E27FC236}">
                      <a16:creationId xmlns:a16="http://schemas.microsoft.com/office/drawing/2014/main" id="{9AE384A1-1456-025B-069D-65E5E19D6982}"/>
                    </a:ext>
                  </a:extLst>
                </p:cNvPr>
                <p:cNvSpPr/>
                <p:nvPr/>
              </p:nvSpPr>
              <p:spPr>
                <a:xfrm>
                  <a:off x="7007226" y="2519366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6" name="Oval 85">
                  <a:extLst>
                    <a:ext uri="{FF2B5EF4-FFF2-40B4-BE49-F238E27FC236}">
                      <a16:creationId xmlns:a16="http://schemas.microsoft.com/office/drawing/2014/main" id="{7E155659-D34D-FF73-1B67-8B7C86B4F855}"/>
                    </a:ext>
                  </a:extLst>
                </p:cNvPr>
                <p:cNvSpPr/>
                <p:nvPr/>
              </p:nvSpPr>
              <p:spPr>
                <a:xfrm>
                  <a:off x="7085807" y="2354272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7" name="Oval 86">
                  <a:extLst>
                    <a:ext uri="{FF2B5EF4-FFF2-40B4-BE49-F238E27FC236}">
                      <a16:creationId xmlns:a16="http://schemas.microsoft.com/office/drawing/2014/main" id="{7A545FC4-0F01-1B89-81E3-ED0DB9AF1618}"/>
                    </a:ext>
                  </a:extLst>
                </p:cNvPr>
                <p:cNvSpPr/>
                <p:nvPr/>
              </p:nvSpPr>
              <p:spPr>
                <a:xfrm>
                  <a:off x="7264402" y="2446345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8" name="Oval 87">
                  <a:extLst>
                    <a:ext uri="{FF2B5EF4-FFF2-40B4-BE49-F238E27FC236}">
                      <a16:creationId xmlns:a16="http://schemas.microsoft.com/office/drawing/2014/main" id="{D1E3B533-4AAB-F41E-15EB-7757AE40D9DA}"/>
                    </a:ext>
                  </a:extLst>
                </p:cNvPr>
                <p:cNvSpPr/>
                <p:nvPr/>
              </p:nvSpPr>
              <p:spPr>
                <a:xfrm>
                  <a:off x="7419976" y="2509841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9" name="Oval 88">
                  <a:extLst>
                    <a:ext uri="{FF2B5EF4-FFF2-40B4-BE49-F238E27FC236}">
                      <a16:creationId xmlns:a16="http://schemas.microsoft.com/office/drawing/2014/main" id="{933CF90F-EEEA-AA71-7E52-931D0779059B}"/>
                    </a:ext>
                  </a:extLst>
                </p:cNvPr>
                <p:cNvSpPr/>
                <p:nvPr/>
              </p:nvSpPr>
              <p:spPr>
                <a:xfrm>
                  <a:off x="6969920" y="2279257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0" name="Oval 89">
                  <a:extLst>
                    <a:ext uri="{FF2B5EF4-FFF2-40B4-BE49-F238E27FC236}">
                      <a16:creationId xmlns:a16="http://schemas.microsoft.com/office/drawing/2014/main" id="{A1888656-F270-548C-5158-008C6A5C4C4C}"/>
                    </a:ext>
                  </a:extLst>
                </p:cNvPr>
                <p:cNvSpPr/>
                <p:nvPr/>
              </p:nvSpPr>
              <p:spPr>
                <a:xfrm>
                  <a:off x="7327902" y="2224884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1" name="Oval 90">
                  <a:extLst>
                    <a:ext uri="{FF2B5EF4-FFF2-40B4-BE49-F238E27FC236}">
                      <a16:creationId xmlns:a16="http://schemas.microsoft.com/office/drawing/2014/main" id="{72A6D818-DAD9-AC2D-2DE5-A5D7196EC888}"/>
                    </a:ext>
                  </a:extLst>
                </p:cNvPr>
                <p:cNvSpPr/>
                <p:nvPr/>
              </p:nvSpPr>
              <p:spPr>
                <a:xfrm>
                  <a:off x="7419976" y="2109789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2" name="Oval 91">
                  <a:extLst>
                    <a:ext uri="{FF2B5EF4-FFF2-40B4-BE49-F238E27FC236}">
                      <a16:creationId xmlns:a16="http://schemas.microsoft.com/office/drawing/2014/main" id="{858D5347-A12F-B568-F84A-1A3BBAB85D10}"/>
                    </a:ext>
                  </a:extLst>
                </p:cNvPr>
                <p:cNvSpPr/>
                <p:nvPr/>
              </p:nvSpPr>
              <p:spPr>
                <a:xfrm>
                  <a:off x="7380289" y="1978028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F73B0963-D48A-9430-7059-BBCECE910806}"/>
                    </a:ext>
                  </a:extLst>
                </p:cNvPr>
                <p:cNvSpPr/>
                <p:nvPr/>
              </p:nvSpPr>
              <p:spPr>
                <a:xfrm>
                  <a:off x="7521575" y="1904213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4" name="Oval 93">
                  <a:extLst>
                    <a:ext uri="{FF2B5EF4-FFF2-40B4-BE49-F238E27FC236}">
                      <a16:creationId xmlns:a16="http://schemas.microsoft.com/office/drawing/2014/main" id="{042421A4-159D-3EB7-70B9-5635ED134752}"/>
                    </a:ext>
                  </a:extLst>
                </p:cNvPr>
                <p:cNvSpPr/>
                <p:nvPr/>
              </p:nvSpPr>
              <p:spPr>
                <a:xfrm>
                  <a:off x="7232654" y="1961364"/>
                  <a:ext cx="63500" cy="69850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5" name="Oval 94">
                  <a:extLst>
                    <a:ext uri="{FF2B5EF4-FFF2-40B4-BE49-F238E27FC236}">
                      <a16:creationId xmlns:a16="http://schemas.microsoft.com/office/drawing/2014/main" id="{AC204670-FF8C-793E-3F55-EB37F390880C}"/>
                    </a:ext>
                  </a:extLst>
                </p:cNvPr>
                <p:cNvSpPr/>
                <p:nvPr/>
              </p:nvSpPr>
              <p:spPr>
                <a:xfrm>
                  <a:off x="7117557" y="1725619"/>
                  <a:ext cx="63500" cy="69850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6" name="Oval 95">
                  <a:extLst>
                    <a:ext uri="{FF2B5EF4-FFF2-40B4-BE49-F238E27FC236}">
                      <a16:creationId xmlns:a16="http://schemas.microsoft.com/office/drawing/2014/main" id="{2517E2C2-BF2A-9A06-797A-35151D077A7C}"/>
                    </a:ext>
                  </a:extLst>
                </p:cNvPr>
                <p:cNvSpPr/>
                <p:nvPr/>
              </p:nvSpPr>
              <p:spPr>
                <a:xfrm>
                  <a:off x="7388226" y="1767297"/>
                  <a:ext cx="63500" cy="69850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7" name="Oval 96">
                  <a:extLst>
                    <a:ext uri="{FF2B5EF4-FFF2-40B4-BE49-F238E27FC236}">
                      <a16:creationId xmlns:a16="http://schemas.microsoft.com/office/drawing/2014/main" id="{EAD6088A-7EF0-A368-8FAF-C6B1988E32FC}"/>
                    </a:ext>
                  </a:extLst>
                </p:cNvPr>
                <p:cNvSpPr/>
                <p:nvPr/>
              </p:nvSpPr>
              <p:spPr>
                <a:xfrm>
                  <a:off x="7549358" y="1767297"/>
                  <a:ext cx="63500" cy="69850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12BFFB7E-70EA-A318-8C25-E47648208577}"/>
                    </a:ext>
                  </a:extLst>
                </p:cNvPr>
                <p:cNvSpPr/>
                <p:nvPr/>
              </p:nvSpPr>
              <p:spPr>
                <a:xfrm>
                  <a:off x="7575550" y="2214170"/>
                  <a:ext cx="63500" cy="69850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9" name="Oval 98">
                  <a:extLst>
                    <a:ext uri="{FF2B5EF4-FFF2-40B4-BE49-F238E27FC236}">
                      <a16:creationId xmlns:a16="http://schemas.microsoft.com/office/drawing/2014/main" id="{CC1BF9B6-09D3-B681-4B1F-D65D2D224298}"/>
                    </a:ext>
                  </a:extLst>
                </p:cNvPr>
                <p:cNvSpPr/>
                <p:nvPr/>
              </p:nvSpPr>
              <p:spPr>
                <a:xfrm>
                  <a:off x="7500942" y="2319347"/>
                  <a:ext cx="63500" cy="69850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0" name="Oval 99">
                  <a:extLst>
                    <a:ext uri="{FF2B5EF4-FFF2-40B4-BE49-F238E27FC236}">
                      <a16:creationId xmlns:a16="http://schemas.microsoft.com/office/drawing/2014/main" id="{F2260A83-1955-BF6A-BDDD-4632BD441D6E}"/>
                    </a:ext>
                  </a:extLst>
                </p:cNvPr>
                <p:cNvSpPr/>
                <p:nvPr/>
              </p:nvSpPr>
              <p:spPr>
                <a:xfrm>
                  <a:off x="7634287" y="2074864"/>
                  <a:ext cx="63500" cy="69850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1" name="Oval 100">
                  <a:extLst>
                    <a:ext uri="{FF2B5EF4-FFF2-40B4-BE49-F238E27FC236}">
                      <a16:creationId xmlns:a16="http://schemas.microsoft.com/office/drawing/2014/main" id="{5350B60E-1196-327C-F9B4-AF8ACF6E7A27}"/>
                    </a:ext>
                  </a:extLst>
                </p:cNvPr>
                <p:cNvSpPr/>
                <p:nvPr/>
              </p:nvSpPr>
              <p:spPr>
                <a:xfrm>
                  <a:off x="7720016" y="1904213"/>
                  <a:ext cx="63500" cy="69850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1D3E5176-89B5-FDF2-7680-3206B9267574}"/>
                    </a:ext>
                  </a:extLst>
                </p:cNvPr>
                <p:cNvSpPr/>
                <p:nvPr/>
              </p:nvSpPr>
              <p:spPr>
                <a:xfrm>
                  <a:off x="7252892" y="1798648"/>
                  <a:ext cx="63500" cy="69850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3" name="Oval 102">
                  <a:extLst>
                    <a:ext uri="{FF2B5EF4-FFF2-40B4-BE49-F238E27FC236}">
                      <a16:creationId xmlns:a16="http://schemas.microsoft.com/office/drawing/2014/main" id="{4F7988F3-5412-2F18-8A77-BC00F9995C80}"/>
                    </a:ext>
                  </a:extLst>
                </p:cNvPr>
                <p:cNvSpPr/>
                <p:nvPr/>
              </p:nvSpPr>
              <p:spPr>
                <a:xfrm>
                  <a:off x="7666037" y="2420939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4" name="Oval 103">
                  <a:extLst>
                    <a:ext uri="{FF2B5EF4-FFF2-40B4-BE49-F238E27FC236}">
                      <a16:creationId xmlns:a16="http://schemas.microsoft.com/office/drawing/2014/main" id="{C695E7FA-21F6-5705-FEC4-1A2A6D0C7661}"/>
                    </a:ext>
                  </a:extLst>
                </p:cNvPr>
                <p:cNvSpPr/>
                <p:nvPr/>
              </p:nvSpPr>
              <p:spPr>
                <a:xfrm>
                  <a:off x="7783516" y="2314182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D85CE5AE-C90D-206C-4905-6B39C7587755}"/>
                  </a:ext>
                </a:extLst>
              </p:cNvPr>
              <p:cNvCxnSpPr/>
              <p:nvPr/>
            </p:nvCxnSpPr>
            <p:spPr>
              <a:xfrm>
                <a:off x="4344878" y="3447709"/>
                <a:ext cx="1249171" cy="458660"/>
              </a:xfrm>
              <a:prstGeom prst="line">
                <a:avLst/>
              </a:prstGeom>
              <a:ln w="12700">
                <a:solidFill>
                  <a:srgbClr val="172C5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6B455F96-BDBA-AAC7-21CE-D9A4185EDA33}"/>
                  </a:ext>
                </a:extLst>
              </p:cNvPr>
              <p:cNvSpPr/>
              <p:nvPr/>
            </p:nvSpPr>
            <p:spPr>
              <a:xfrm>
                <a:off x="1023333" y="3518955"/>
                <a:ext cx="63500" cy="6985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FF585417-108F-0B7E-2956-7CB57F9A0483}"/>
                  </a:ext>
                </a:extLst>
              </p:cNvPr>
              <p:cNvGrpSpPr/>
              <p:nvPr/>
            </p:nvGrpSpPr>
            <p:grpSpPr>
              <a:xfrm>
                <a:off x="847916" y="4568953"/>
                <a:ext cx="1423193" cy="1055687"/>
                <a:chOff x="847916" y="4568953"/>
                <a:chExt cx="1423193" cy="1055687"/>
              </a:xfrm>
            </p:grpSpPr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BF71BE74-D4DF-08D1-9D3A-2B15A1078D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5059" y="4568953"/>
                  <a:ext cx="0" cy="105568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B450B6C1-0009-4666-F14D-99747DD479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47916" y="5618291"/>
                  <a:ext cx="1423193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01FC3FF7-80B2-B91C-28EC-AFEA87B334B6}"/>
                    </a:ext>
                  </a:extLst>
                </p:cNvPr>
                <p:cNvSpPr/>
                <p:nvPr/>
              </p:nvSpPr>
              <p:spPr>
                <a:xfrm>
                  <a:off x="1005077" y="5117032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262DDBA8-315E-F13E-4B92-9BC7BE25A868}"/>
                    </a:ext>
                  </a:extLst>
                </p:cNvPr>
                <p:cNvSpPr/>
                <p:nvPr/>
              </p:nvSpPr>
              <p:spPr>
                <a:xfrm>
                  <a:off x="1104296" y="5286618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0" name="Oval 59">
                  <a:extLst>
                    <a:ext uri="{FF2B5EF4-FFF2-40B4-BE49-F238E27FC236}">
                      <a16:creationId xmlns:a16="http://schemas.microsoft.com/office/drawing/2014/main" id="{344ECD03-F7D4-65BA-D62D-C99300D507A2}"/>
                    </a:ext>
                  </a:extLst>
                </p:cNvPr>
                <p:cNvSpPr/>
                <p:nvPr/>
              </p:nvSpPr>
              <p:spPr>
                <a:xfrm>
                  <a:off x="1213230" y="5197342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1" name="Oval 60">
                  <a:extLst>
                    <a:ext uri="{FF2B5EF4-FFF2-40B4-BE49-F238E27FC236}">
                      <a16:creationId xmlns:a16="http://schemas.microsoft.com/office/drawing/2014/main" id="{BABD8CDC-E346-B879-CA4E-3BA17F9FE7DC}"/>
                    </a:ext>
                  </a:extLst>
                </p:cNvPr>
                <p:cNvSpPr/>
                <p:nvPr/>
              </p:nvSpPr>
              <p:spPr>
                <a:xfrm>
                  <a:off x="1305812" y="5340610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2" name="Oval 61">
                  <a:extLst>
                    <a:ext uri="{FF2B5EF4-FFF2-40B4-BE49-F238E27FC236}">
                      <a16:creationId xmlns:a16="http://schemas.microsoft.com/office/drawing/2014/main" id="{2EA4B214-FC79-73FE-B633-31CF848CC6E5}"/>
                    </a:ext>
                  </a:extLst>
                </p:cNvPr>
                <p:cNvSpPr/>
                <p:nvPr/>
              </p:nvSpPr>
              <p:spPr>
                <a:xfrm>
                  <a:off x="1415636" y="5226181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id="{1A05EFB4-0D34-31F8-9C87-58EA5F940C8C}"/>
                    </a:ext>
                  </a:extLst>
                </p:cNvPr>
                <p:cNvSpPr/>
                <p:nvPr/>
              </p:nvSpPr>
              <p:spPr>
                <a:xfrm>
                  <a:off x="1509697" y="5308988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A2CDA8BC-7DB2-5C56-0D7C-FEFC5AB5F963}"/>
                    </a:ext>
                  </a:extLst>
                </p:cNvPr>
                <p:cNvSpPr/>
                <p:nvPr/>
              </p:nvSpPr>
              <p:spPr>
                <a:xfrm>
                  <a:off x="1560060" y="5156331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5" name="Oval 64">
                  <a:extLst>
                    <a:ext uri="{FF2B5EF4-FFF2-40B4-BE49-F238E27FC236}">
                      <a16:creationId xmlns:a16="http://schemas.microsoft.com/office/drawing/2014/main" id="{C0051FC0-EC86-F7D3-3A89-8BE57891A2AD}"/>
                    </a:ext>
                  </a:extLst>
                </p:cNvPr>
                <p:cNvSpPr/>
                <p:nvPr/>
              </p:nvSpPr>
              <p:spPr>
                <a:xfrm>
                  <a:off x="1719435" y="5213878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A481C003-9B96-2AB5-6271-4B38AEF6310A}"/>
                    </a:ext>
                  </a:extLst>
                </p:cNvPr>
                <p:cNvSpPr/>
                <p:nvPr/>
              </p:nvSpPr>
              <p:spPr>
                <a:xfrm>
                  <a:off x="1775756" y="5030517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7" name="Oval 66">
                  <a:extLst>
                    <a:ext uri="{FF2B5EF4-FFF2-40B4-BE49-F238E27FC236}">
                      <a16:creationId xmlns:a16="http://schemas.microsoft.com/office/drawing/2014/main" id="{CA3624A0-8C63-47F6-D4B5-813FEBEEAE23}"/>
                    </a:ext>
                  </a:extLst>
                </p:cNvPr>
                <p:cNvSpPr/>
                <p:nvPr/>
              </p:nvSpPr>
              <p:spPr>
                <a:xfrm>
                  <a:off x="1911336" y="5122783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9B20B9FC-B54E-8574-893B-F16ECFB0DD6E}"/>
                    </a:ext>
                  </a:extLst>
                </p:cNvPr>
                <p:cNvSpPr/>
                <p:nvPr/>
              </p:nvSpPr>
              <p:spPr>
                <a:xfrm>
                  <a:off x="1999041" y="4929589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9" name="Oval 68">
                  <a:extLst>
                    <a:ext uri="{FF2B5EF4-FFF2-40B4-BE49-F238E27FC236}">
                      <a16:creationId xmlns:a16="http://schemas.microsoft.com/office/drawing/2014/main" id="{27D93E94-7F4A-8C39-D999-1EC5FE498FC9}"/>
                    </a:ext>
                  </a:extLst>
                </p:cNvPr>
                <p:cNvSpPr/>
                <p:nvPr/>
              </p:nvSpPr>
              <p:spPr>
                <a:xfrm>
                  <a:off x="2109132" y="5004589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A782B41E-001D-A4E0-8A23-255CABB8EC0A}"/>
                    </a:ext>
                  </a:extLst>
                </p:cNvPr>
                <p:cNvSpPr/>
                <p:nvPr/>
              </p:nvSpPr>
              <p:spPr>
                <a:xfrm>
                  <a:off x="2173766" y="4772551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94903492-B492-A0C1-93BD-60457D2072B7}"/>
                  </a:ext>
                </a:extLst>
              </p:cNvPr>
              <p:cNvGrpSpPr/>
              <p:nvPr/>
            </p:nvGrpSpPr>
            <p:grpSpPr>
              <a:xfrm>
                <a:off x="2614010" y="4559559"/>
                <a:ext cx="1423193" cy="1055687"/>
                <a:chOff x="847916" y="4568953"/>
                <a:chExt cx="1423193" cy="1055687"/>
              </a:xfrm>
            </p:grpSpPr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2978E2CE-96F5-DC9D-5AAA-29893A7519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5059" y="4568953"/>
                  <a:ext cx="0" cy="105568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FF394185-E2E7-5DF2-8392-D16C08724F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47916" y="5618291"/>
                  <a:ext cx="1423193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843463E5-FE3A-6326-F19D-D0F7F91BD7BC}"/>
                    </a:ext>
                  </a:extLst>
                </p:cNvPr>
                <p:cNvSpPr/>
                <p:nvPr/>
              </p:nvSpPr>
              <p:spPr>
                <a:xfrm>
                  <a:off x="1005077" y="5117032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625DF26-F7F2-6D33-38AC-34DFE90F257C}"/>
                    </a:ext>
                  </a:extLst>
                </p:cNvPr>
                <p:cNvSpPr/>
                <p:nvPr/>
              </p:nvSpPr>
              <p:spPr>
                <a:xfrm>
                  <a:off x="1104296" y="5286618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3C370DA6-749D-5DB9-A309-DC5ECF07892A}"/>
                    </a:ext>
                  </a:extLst>
                </p:cNvPr>
                <p:cNvSpPr/>
                <p:nvPr/>
              </p:nvSpPr>
              <p:spPr>
                <a:xfrm>
                  <a:off x="1213230" y="5197342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8FC9C837-1209-27EE-85E6-0D43E3ADE142}"/>
                    </a:ext>
                  </a:extLst>
                </p:cNvPr>
                <p:cNvSpPr/>
                <p:nvPr/>
              </p:nvSpPr>
              <p:spPr>
                <a:xfrm>
                  <a:off x="1305812" y="5340610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69EB9DCB-5BA1-EF22-6DDD-604F8A98BBE1}"/>
                    </a:ext>
                  </a:extLst>
                </p:cNvPr>
                <p:cNvSpPr/>
                <p:nvPr/>
              </p:nvSpPr>
              <p:spPr>
                <a:xfrm>
                  <a:off x="1415636" y="5226181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AD662B16-F005-B00F-92EC-D4912B5F6494}"/>
                    </a:ext>
                  </a:extLst>
                </p:cNvPr>
                <p:cNvSpPr/>
                <p:nvPr/>
              </p:nvSpPr>
              <p:spPr>
                <a:xfrm>
                  <a:off x="1509697" y="5308988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D7E9BCCB-726E-1680-B43D-F34BFC6984C5}"/>
                    </a:ext>
                  </a:extLst>
                </p:cNvPr>
                <p:cNvSpPr/>
                <p:nvPr/>
              </p:nvSpPr>
              <p:spPr>
                <a:xfrm>
                  <a:off x="1560060" y="5156331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B6A8A6FA-855B-92C6-51B2-AD3B6D600983}"/>
                    </a:ext>
                  </a:extLst>
                </p:cNvPr>
                <p:cNvSpPr/>
                <p:nvPr/>
              </p:nvSpPr>
              <p:spPr>
                <a:xfrm>
                  <a:off x="1719435" y="5213878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6A31E828-41A2-D98D-69B1-5E524F6D7607}"/>
                    </a:ext>
                  </a:extLst>
                </p:cNvPr>
                <p:cNvSpPr/>
                <p:nvPr/>
              </p:nvSpPr>
              <p:spPr>
                <a:xfrm>
                  <a:off x="1775756" y="5030517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82837320-7256-9235-0E67-81BEF8A18D27}"/>
                    </a:ext>
                  </a:extLst>
                </p:cNvPr>
                <p:cNvSpPr/>
                <p:nvPr/>
              </p:nvSpPr>
              <p:spPr>
                <a:xfrm>
                  <a:off x="1911336" y="5122783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0C523F12-677C-2857-572C-AC50C08885B9}"/>
                    </a:ext>
                  </a:extLst>
                </p:cNvPr>
                <p:cNvSpPr/>
                <p:nvPr/>
              </p:nvSpPr>
              <p:spPr>
                <a:xfrm>
                  <a:off x="1999041" y="4929589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3A41590B-A2EA-B5F2-2BDE-FB8A78351965}"/>
                    </a:ext>
                  </a:extLst>
                </p:cNvPr>
                <p:cNvSpPr/>
                <p:nvPr/>
              </p:nvSpPr>
              <p:spPr>
                <a:xfrm>
                  <a:off x="2109132" y="5004589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CA02FC39-316A-47FE-18A5-4E6E077D504A}"/>
                    </a:ext>
                  </a:extLst>
                </p:cNvPr>
                <p:cNvSpPr/>
                <p:nvPr/>
              </p:nvSpPr>
              <p:spPr>
                <a:xfrm>
                  <a:off x="2173766" y="4772551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19831FB2-0E07-1FA0-F4F1-709B3EEE8C2A}"/>
                  </a:ext>
                </a:extLst>
              </p:cNvPr>
              <p:cNvGrpSpPr/>
              <p:nvPr/>
            </p:nvGrpSpPr>
            <p:grpSpPr>
              <a:xfrm>
                <a:off x="4257866" y="4553210"/>
                <a:ext cx="1423193" cy="1055687"/>
                <a:chOff x="847916" y="4568953"/>
                <a:chExt cx="1423193" cy="1055687"/>
              </a:xfrm>
            </p:grpSpPr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D86E9B1C-DC10-DF13-91B4-4D02DF038F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5059" y="4568953"/>
                  <a:ext cx="0" cy="105568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02BEAD8A-5716-B83F-B6F9-36E8056AE0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47916" y="5618291"/>
                  <a:ext cx="1423193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298338FE-0E51-D7BB-218B-4C5401D95D99}"/>
                    </a:ext>
                  </a:extLst>
                </p:cNvPr>
                <p:cNvSpPr/>
                <p:nvPr/>
              </p:nvSpPr>
              <p:spPr>
                <a:xfrm>
                  <a:off x="1005077" y="5117032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9F220EB0-4D4E-8AEA-2CC6-4D6298A3842C}"/>
                    </a:ext>
                  </a:extLst>
                </p:cNvPr>
                <p:cNvSpPr/>
                <p:nvPr/>
              </p:nvSpPr>
              <p:spPr>
                <a:xfrm>
                  <a:off x="1104296" y="5286618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E1A78745-1B64-E9DD-700B-395E5FC18D1C}"/>
                    </a:ext>
                  </a:extLst>
                </p:cNvPr>
                <p:cNvSpPr/>
                <p:nvPr/>
              </p:nvSpPr>
              <p:spPr>
                <a:xfrm>
                  <a:off x="1213230" y="5197342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EBE0BD0F-B63B-62B9-C8FE-76E26AA723C8}"/>
                    </a:ext>
                  </a:extLst>
                </p:cNvPr>
                <p:cNvSpPr/>
                <p:nvPr/>
              </p:nvSpPr>
              <p:spPr>
                <a:xfrm>
                  <a:off x="1305812" y="5340610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93B1BFC3-3300-F96F-213D-B5BA583A8757}"/>
                    </a:ext>
                  </a:extLst>
                </p:cNvPr>
                <p:cNvSpPr/>
                <p:nvPr/>
              </p:nvSpPr>
              <p:spPr>
                <a:xfrm>
                  <a:off x="1415636" y="5226181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B40AB10D-872D-33D9-649B-99CC6AEB2EC2}"/>
                    </a:ext>
                  </a:extLst>
                </p:cNvPr>
                <p:cNvSpPr/>
                <p:nvPr/>
              </p:nvSpPr>
              <p:spPr>
                <a:xfrm>
                  <a:off x="1509697" y="5308988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2C5AD468-9C4E-7BC6-6EC7-5CE3210AD4E8}"/>
                    </a:ext>
                  </a:extLst>
                </p:cNvPr>
                <p:cNvSpPr/>
                <p:nvPr/>
              </p:nvSpPr>
              <p:spPr>
                <a:xfrm>
                  <a:off x="1560060" y="5156331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B380518E-4C33-D5A3-7665-E224D45A680A}"/>
                    </a:ext>
                  </a:extLst>
                </p:cNvPr>
                <p:cNvSpPr/>
                <p:nvPr/>
              </p:nvSpPr>
              <p:spPr>
                <a:xfrm>
                  <a:off x="1719435" y="5213878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9305D83A-FAD2-A2CE-8810-07C079842962}"/>
                    </a:ext>
                  </a:extLst>
                </p:cNvPr>
                <p:cNvSpPr/>
                <p:nvPr/>
              </p:nvSpPr>
              <p:spPr>
                <a:xfrm>
                  <a:off x="1775756" y="5030517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E5B666E9-D231-1707-283C-0ECFE769B555}"/>
                    </a:ext>
                  </a:extLst>
                </p:cNvPr>
                <p:cNvSpPr/>
                <p:nvPr/>
              </p:nvSpPr>
              <p:spPr>
                <a:xfrm>
                  <a:off x="1911336" y="5122783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E56EF97E-5B6A-0CE0-0939-F862AED8839F}"/>
                    </a:ext>
                  </a:extLst>
                </p:cNvPr>
                <p:cNvSpPr/>
                <p:nvPr/>
              </p:nvSpPr>
              <p:spPr>
                <a:xfrm>
                  <a:off x="1999041" y="4929589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7EFD608D-DBE7-532F-2D69-6AFB4252F1C9}"/>
                    </a:ext>
                  </a:extLst>
                </p:cNvPr>
                <p:cNvSpPr/>
                <p:nvPr/>
              </p:nvSpPr>
              <p:spPr>
                <a:xfrm>
                  <a:off x="2109132" y="5004589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0" name="Oval 39">
                  <a:extLst>
                    <a:ext uri="{FF2B5EF4-FFF2-40B4-BE49-F238E27FC236}">
                      <a16:creationId xmlns:a16="http://schemas.microsoft.com/office/drawing/2014/main" id="{27D41BA7-F3FC-F31E-D153-8D41C43EBA88}"/>
                    </a:ext>
                  </a:extLst>
                </p:cNvPr>
                <p:cNvSpPr/>
                <p:nvPr/>
              </p:nvSpPr>
              <p:spPr>
                <a:xfrm>
                  <a:off x="2173766" y="4772551"/>
                  <a:ext cx="63500" cy="6985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23" name="Freeform: Shape 26">
                <a:extLst>
                  <a:ext uri="{FF2B5EF4-FFF2-40B4-BE49-F238E27FC236}">
                    <a16:creationId xmlns:a16="http://schemas.microsoft.com/office/drawing/2014/main" id="{0FFF3DE3-B2C5-BAD3-F1DB-7B3276FFC3B3}"/>
                  </a:ext>
                </a:extLst>
              </p:cNvPr>
              <p:cNvSpPr/>
              <p:nvPr/>
            </p:nvSpPr>
            <p:spPr>
              <a:xfrm>
                <a:off x="1057275" y="4805363"/>
                <a:ext cx="1147763" cy="581207"/>
              </a:xfrm>
              <a:custGeom>
                <a:avLst/>
                <a:gdLst>
                  <a:gd name="connsiteX0" fmla="*/ 0 w 1147763"/>
                  <a:gd name="connsiteY0" fmla="*/ 338137 h 581207"/>
                  <a:gd name="connsiteX1" fmla="*/ 100013 w 1147763"/>
                  <a:gd name="connsiteY1" fmla="*/ 519112 h 581207"/>
                  <a:gd name="connsiteX2" fmla="*/ 190500 w 1147763"/>
                  <a:gd name="connsiteY2" fmla="*/ 423862 h 581207"/>
                  <a:gd name="connsiteX3" fmla="*/ 266700 w 1147763"/>
                  <a:gd name="connsiteY3" fmla="*/ 581025 h 581207"/>
                  <a:gd name="connsiteX4" fmla="*/ 385763 w 1147763"/>
                  <a:gd name="connsiteY4" fmla="*/ 457200 h 581207"/>
                  <a:gd name="connsiteX5" fmla="*/ 471488 w 1147763"/>
                  <a:gd name="connsiteY5" fmla="*/ 542925 h 581207"/>
                  <a:gd name="connsiteX6" fmla="*/ 523875 w 1147763"/>
                  <a:gd name="connsiteY6" fmla="*/ 381000 h 581207"/>
                  <a:gd name="connsiteX7" fmla="*/ 690563 w 1147763"/>
                  <a:gd name="connsiteY7" fmla="*/ 447675 h 581207"/>
                  <a:gd name="connsiteX8" fmla="*/ 752475 w 1147763"/>
                  <a:gd name="connsiteY8" fmla="*/ 266700 h 581207"/>
                  <a:gd name="connsiteX9" fmla="*/ 871538 w 1147763"/>
                  <a:gd name="connsiteY9" fmla="*/ 357187 h 581207"/>
                  <a:gd name="connsiteX10" fmla="*/ 966788 w 1147763"/>
                  <a:gd name="connsiteY10" fmla="*/ 161925 h 581207"/>
                  <a:gd name="connsiteX11" fmla="*/ 1085850 w 1147763"/>
                  <a:gd name="connsiteY11" fmla="*/ 233362 h 581207"/>
                  <a:gd name="connsiteX12" fmla="*/ 1147763 w 1147763"/>
                  <a:gd name="connsiteY12" fmla="*/ 0 h 581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47763" h="581207">
                    <a:moveTo>
                      <a:pt x="0" y="338137"/>
                    </a:moveTo>
                    <a:cubicBezTo>
                      <a:pt x="34131" y="421481"/>
                      <a:pt x="68263" y="504825"/>
                      <a:pt x="100013" y="519112"/>
                    </a:cubicBezTo>
                    <a:cubicBezTo>
                      <a:pt x="131763" y="533400"/>
                      <a:pt x="162719" y="413543"/>
                      <a:pt x="190500" y="423862"/>
                    </a:cubicBezTo>
                    <a:cubicBezTo>
                      <a:pt x="218281" y="434181"/>
                      <a:pt x="234156" y="575469"/>
                      <a:pt x="266700" y="581025"/>
                    </a:cubicBezTo>
                    <a:cubicBezTo>
                      <a:pt x="299244" y="586581"/>
                      <a:pt x="351632" y="463550"/>
                      <a:pt x="385763" y="457200"/>
                    </a:cubicBezTo>
                    <a:cubicBezTo>
                      <a:pt x="419894" y="450850"/>
                      <a:pt x="448469" y="555625"/>
                      <a:pt x="471488" y="542925"/>
                    </a:cubicBezTo>
                    <a:cubicBezTo>
                      <a:pt x="494507" y="530225"/>
                      <a:pt x="487363" y="396875"/>
                      <a:pt x="523875" y="381000"/>
                    </a:cubicBezTo>
                    <a:cubicBezTo>
                      <a:pt x="560388" y="365125"/>
                      <a:pt x="652463" y="466725"/>
                      <a:pt x="690563" y="447675"/>
                    </a:cubicBezTo>
                    <a:cubicBezTo>
                      <a:pt x="728663" y="428625"/>
                      <a:pt x="722313" y="281781"/>
                      <a:pt x="752475" y="266700"/>
                    </a:cubicBezTo>
                    <a:cubicBezTo>
                      <a:pt x="782637" y="251619"/>
                      <a:pt x="835819" y="374650"/>
                      <a:pt x="871538" y="357187"/>
                    </a:cubicBezTo>
                    <a:cubicBezTo>
                      <a:pt x="907257" y="339725"/>
                      <a:pt x="931069" y="182562"/>
                      <a:pt x="966788" y="161925"/>
                    </a:cubicBezTo>
                    <a:cubicBezTo>
                      <a:pt x="1002507" y="141287"/>
                      <a:pt x="1055688" y="260349"/>
                      <a:pt x="1085850" y="233362"/>
                    </a:cubicBezTo>
                    <a:cubicBezTo>
                      <a:pt x="1116013" y="206374"/>
                      <a:pt x="1128713" y="50800"/>
                      <a:pt x="1147763" y="0"/>
                    </a:cubicBezTo>
                  </a:path>
                </a:pathLst>
              </a:custGeom>
              <a:noFill/>
              <a:ln>
                <a:solidFill>
                  <a:srgbClr val="172C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" name="Freeform: Shape 27">
                <a:extLst>
                  <a:ext uri="{FF2B5EF4-FFF2-40B4-BE49-F238E27FC236}">
                    <a16:creationId xmlns:a16="http://schemas.microsoft.com/office/drawing/2014/main" id="{822EB8CC-F21C-F90A-2383-CEE5E9FC4143}"/>
                  </a:ext>
                </a:extLst>
              </p:cNvPr>
              <p:cNvSpPr/>
              <p:nvPr/>
            </p:nvSpPr>
            <p:spPr>
              <a:xfrm rot="245405">
                <a:off x="2760993" y="4781720"/>
                <a:ext cx="1276350" cy="566648"/>
              </a:xfrm>
              <a:custGeom>
                <a:avLst/>
                <a:gdLst>
                  <a:gd name="connsiteX0" fmla="*/ 0 w 1276350"/>
                  <a:gd name="connsiteY0" fmla="*/ 342900 h 571783"/>
                  <a:gd name="connsiteX1" fmla="*/ 342900 w 1276350"/>
                  <a:gd name="connsiteY1" fmla="*/ 571500 h 571783"/>
                  <a:gd name="connsiteX2" fmla="*/ 804862 w 1276350"/>
                  <a:gd name="connsiteY2" fmla="*/ 381000 h 571783"/>
                  <a:gd name="connsiteX3" fmla="*/ 1276350 w 1276350"/>
                  <a:gd name="connsiteY3" fmla="*/ 0 h 571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76350" h="571783">
                    <a:moveTo>
                      <a:pt x="0" y="342900"/>
                    </a:moveTo>
                    <a:cubicBezTo>
                      <a:pt x="104378" y="454025"/>
                      <a:pt x="208756" y="565150"/>
                      <a:pt x="342900" y="571500"/>
                    </a:cubicBezTo>
                    <a:cubicBezTo>
                      <a:pt x="477044" y="577850"/>
                      <a:pt x="649287" y="476250"/>
                      <a:pt x="804862" y="381000"/>
                    </a:cubicBezTo>
                    <a:cubicBezTo>
                      <a:pt x="960437" y="285750"/>
                      <a:pt x="1216819" y="49212"/>
                      <a:pt x="1276350" y="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270DC3D4-BDDE-C5C4-50C4-F6F9C753B18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425347" y="4826658"/>
                <a:ext cx="1274434" cy="543852"/>
              </a:xfrm>
              <a:prstGeom prst="line">
                <a:avLst/>
              </a:prstGeom>
              <a:ln w="12700">
                <a:solidFill>
                  <a:srgbClr val="172C5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B37669F-24FA-CC8B-48AA-28AF8A8BBECA}"/>
                </a:ext>
              </a:extLst>
            </p:cNvPr>
            <p:cNvSpPr txBox="1"/>
            <p:nvPr/>
          </p:nvSpPr>
          <p:spPr>
            <a:xfrm>
              <a:off x="2497191" y="3036027"/>
              <a:ext cx="1306153" cy="3741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Overfitting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4030934-3A5F-D5C9-686C-22D94238E7D7}"/>
                </a:ext>
              </a:extLst>
            </p:cNvPr>
            <p:cNvSpPr txBox="1"/>
            <p:nvPr/>
          </p:nvSpPr>
          <p:spPr>
            <a:xfrm>
              <a:off x="4271689" y="3029835"/>
              <a:ext cx="1291013" cy="3741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Right Fitting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30F7957-7C8F-C675-B34E-CFDDB50E31AE}"/>
                </a:ext>
              </a:extLst>
            </p:cNvPr>
            <p:cNvSpPr txBox="1"/>
            <p:nvPr/>
          </p:nvSpPr>
          <p:spPr>
            <a:xfrm>
              <a:off x="5790447" y="3032050"/>
              <a:ext cx="1427974" cy="3741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Underfitting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A880DB0-392C-0206-E715-44A9266EC5E8}"/>
                </a:ext>
              </a:extLst>
            </p:cNvPr>
            <p:cNvSpPr txBox="1"/>
            <p:nvPr/>
          </p:nvSpPr>
          <p:spPr>
            <a:xfrm>
              <a:off x="798683" y="3784382"/>
              <a:ext cx="1565024" cy="3741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Classification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E71E021-F089-1715-15E7-D08D745514FB}"/>
                </a:ext>
              </a:extLst>
            </p:cNvPr>
            <p:cNvSpPr txBox="1"/>
            <p:nvPr/>
          </p:nvSpPr>
          <p:spPr>
            <a:xfrm>
              <a:off x="800574" y="5224194"/>
              <a:ext cx="1373929" cy="3741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Regression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3BEC0-895C-333A-B9CE-2EAD42CE3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Underfitting, reasons and solutions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D31B11-72AA-C9AB-5C0C-76792E8A0BB8}"/>
              </a:ext>
            </a:extLst>
          </p:cNvPr>
          <p:cNvSpPr txBox="1"/>
          <p:nvPr/>
        </p:nvSpPr>
        <p:spPr>
          <a:xfrm>
            <a:off x="547900" y="1507683"/>
            <a:ext cx="10831300" cy="4539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Causes of underfitting and solutions: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Limited training data diversity.</a:t>
            </a:r>
          </a:p>
          <a:p>
            <a:pPr lvl="1">
              <a:spcAft>
                <a:spcPts val="600"/>
              </a:spcAft>
            </a:pP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acquisition: gathering more data that reflect the larger population.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 scarcity and irrelevance.</a:t>
            </a:r>
          </a:p>
          <a:p>
            <a:pPr lvl="1">
              <a:spcAft>
                <a:spcPts val="600"/>
              </a:spcAft>
            </a:pP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preprocessing, feature selection.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Inappropriate hyperparameter setting.</a:t>
            </a:r>
          </a:p>
          <a:p>
            <a:pPr lvl="1">
              <a:spcAft>
                <a:spcPts val="600"/>
              </a:spcAft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Fine tuning the model hyperparameters, including learning rate, activation function, batch size, etc.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Lack of training iterations.</a:t>
            </a:r>
          </a:p>
          <a:p>
            <a:pPr lvl="1">
              <a:spcAft>
                <a:spcPts val="600"/>
              </a:spcAft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Spending more time on training until convergence.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Insufficient model complexity.</a:t>
            </a:r>
          </a:p>
          <a:p>
            <a:pPr lvl="1">
              <a:spcAft>
                <a:spcPts val="600"/>
              </a:spcAft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Applying more layers and(or) more neurons to the neural network.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92FCEC-EF28-2EDF-2624-926E17D1CB54}"/>
              </a:ext>
            </a:extLst>
          </p:cNvPr>
          <p:cNvSpPr txBox="1"/>
          <p:nvPr/>
        </p:nvSpPr>
        <p:spPr>
          <a:xfrm>
            <a:off x="1012098" y="6324386"/>
            <a:ext cx="56573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More details are in advanced courses</a:t>
            </a:r>
          </a:p>
        </p:txBody>
      </p:sp>
    </p:spTree>
    <p:extLst>
      <p:ext uri="{BB962C8B-B14F-4D97-AF65-F5344CB8AC3E}">
        <p14:creationId xmlns:p14="http://schemas.microsoft.com/office/powerpoint/2010/main" val="2369815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C596F-6169-2740-319D-F01D16FDE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Overfitting, reasons and solutions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302354-2C42-FAC9-C212-373845B708D2}"/>
              </a:ext>
            </a:extLst>
          </p:cNvPr>
          <p:cNvSpPr txBox="1"/>
          <p:nvPr/>
        </p:nvSpPr>
        <p:spPr>
          <a:xfrm>
            <a:off x="651054" y="1567715"/>
            <a:ext cx="10474145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Causes of overfitting and solutions: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Insufficient training samples.</a:t>
            </a:r>
          </a:p>
          <a:p>
            <a:pPr lvl="1">
              <a:spcAft>
                <a:spcPts val="600"/>
              </a:spcAft>
            </a:pPr>
            <a:r>
              <a:rPr lang="en-US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acquisition: gathering more samples.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Imbalanced data.</a:t>
            </a:r>
          </a:p>
          <a:p>
            <a:pPr lvl="1">
              <a:spcAft>
                <a:spcPts val="600"/>
              </a:spcAft>
            </a:pPr>
            <a:r>
              <a:rPr lang="en-US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Applying weighted decision-making on imbalanced data.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leakage.</a:t>
            </a:r>
          </a:p>
          <a:p>
            <a:pPr lvl="1">
              <a:spcAft>
                <a:spcPts val="600"/>
              </a:spcAft>
            </a:pPr>
            <a:r>
              <a:rPr lang="en-US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Making sure samples from test set are not involved in training.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Inappropriate hyperparameter settings.</a:t>
            </a:r>
          </a:p>
          <a:p>
            <a:pPr lvl="1">
              <a:spcAft>
                <a:spcPts val="60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Fine tuning the model hyperparameters, including learning rate, activation function, batch size, etc.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Lack of regularization.</a:t>
            </a:r>
          </a:p>
          <a:p>
            <a:pPr lvl="1">
              <a:spcAft>
                <a:spcPts val="60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Applying regularization to the training.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Excessive model complexity.</a:t>
            </a:r>
          </a:p>
          <a:p>
            <a:pPr lvl="1">
              <a:spcAft>
                <a:spcPts val="60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Reducing layers and(or) neurons from the neural network.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39DC0A-B9B3-0E79-774D-A3C134F583DA}"/>
              </a:ext>
            </a:extLst>
          </p:cNvPr>
          <p:cNvSpPr txBox="1"/>
          <p:nvPr/>
        </p:nvSpPr>
        <p:spPr>
          <a:xfrm>
            <a:off x="651054" y="6338252"/>
            <a:ext cx="56573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More details are in advanced courses</a:t>
            </a:r>
          </a:p>
        </p:txBody>
      </p:sp>
    </p:spTree>
    <p:extLst>
      <p:ext uri="{BB962C8B-B14F-4D97-AF65-F5344CB8AC3E}">
        <p14:creationId xmlns:p14="http://schemas.microsoft.com/office/powerpoint/2010/main" val="3857649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Props1.xml><?xml version="1.0" encoding="utf-8"?>
<ds:datastoreItem xmlns:ds="http://schemas.openxmlformats.org/officeDocument/2006/customXml" ds:itemID="{FA750A15-4F78-49DA-B07F-A5C6E32BC33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393E042-F28D-491C-9BB2-51172B7FB82F}"/>
</file>

<file path=customXml/itemProps3.xml><?xml version="1.0" encoding="utf-8"?>
<ds:datastoreItem xmlns:ds="http://schemas.openxmlformats.org/officeDocument/2006/customXml" ds:itemID="{7163BA88-84F5-4B97-8240-0B01D3E378D7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1878</TotalTime>
  <Words>283</Words>
  <Application>Microsoft Office PowerPoint</Application>
  <PresentationFormat>Widescreen</PresentationFormat>
  <Paragraphs>58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Underfitting and Overfitting</vt:lpstr>
      <vt:lpstr>Underfitting and overfitting</vt:lpstr>
      <vt:lpstr>Underfitting, reasons and solutions</vt:lpstr>
      <vt:lpstr>Overfitting, reasons and solutions 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Liangyue Yu (PGR)</dc:creator>
  <cp:keywords/>
  <dc:description/>
  <cp:lastModifiedBy>Bo Liu</cp:lastModifiedBy>
  <cp:revision>67</cp:revision>
  <dcterms:created xsi:type="dcterms:W3CDTF">2021-01-06T14:22:07Z</dcterms:created>
  <dcterms:modified xsi:type="dcterms:W3CDTF">2024-07-22T09:52:01Z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  <property fmtid="{D5CDD505-2E9C-101B-9397-08002B2CF9AE}" pid="3" name="MediaServiceImageTags">
    <vt:lpwstr/>
  </property>
</Properties>
</file>