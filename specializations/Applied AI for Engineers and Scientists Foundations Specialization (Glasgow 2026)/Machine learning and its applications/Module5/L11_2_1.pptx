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6" r:id="rId6"/>
    <p:sldId id="498" r:id="rId7"/>
    <p:sldId id="500" r:id="rId8"/>
    <p:sldId id="50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47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17/07/2024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9.png"/><Relationship Id="rId15" Type="http://schemas.openxmlformats.org/officeDocument/2006/relationships/image" Target="../media/image11.png"/><Relationship Id="rId10" Type="http://schemas.openxmlformats.org/officeDocument/2006/relationships/image" Target="../media/image9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9.png"/><Relationship Id="rId15" Type="http://schemas.openxmlformats.org/officeDocument/2006/relationships/image" Target="../media/image11.png"/><Relationship Id="rId10" Type="http://schemas.openxmlformats.org/officeDocument/2006/relationships/image" Target="../media/image9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17" Type="http://schemas.openxmlformats.org/officeDocument/2006/relationships/image" Target="../media/image15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9.png"/><Relationship Id="rId15" Type="http://schemas.openxmlformats.org/officeDocument/2006/relationships/image" Target="../media/image11.png"/><Relationship Id="rId10" Type="http://schemas.openxmlformats.org/officeDocument/2006/relationships/image" Target="../media/image9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9.png"/><Relationship Id="rId15" Type="http://schemas.openxmlformats.org/officeDocument/2006/relationships/image" Target="../media/image11.png"/><Relationship Id="rId10" Type="http://schemas.openxmlformats.org/officeDocument/2006/relationships/image" Target="../media/image9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Forward Propagation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propagation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8F6F2-33B0-C289-E413-FD57B05B1F1D}"/>
              </a:ext>
            </a:extLst>
          </p:cNvPr>
          <p:cNvSpPr txBox="1"/>
          <p:nvPr/>
        </p:nvSpPr>
        <p:spPr>
          <a:xfrm>
            <a:off x="258384" y="1633200"/>
            <a:ext cx="3967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[0.35, 0.9]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output: [0.5]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function: Sigmoid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dirty="0"/>
                                    <a:t>?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dirty="0"/>
                                    <a:t>?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?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/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blipFill>
                <a:blip r:embed="rId15"/>
                <a:stretch>
                  <a:fillRect l="-2049" t="-1575" r="-1230" b="-4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DAD572B7-77AC-136B-732B-92AE274C8164}"/>
              </a:ext>
            </a:extLst>
          </p:cNvPr>
          <p:cNvSpPr txBox="1"/>
          <p:nvPr/>
        </p:nvSpPr>
        <p:spPr>
          <a:xfrm>
            <a:off x="5622388" y="2044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Activation function does not apply to the input layer.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34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3" grpId="0" animBg="1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propagation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8F6F2-33B0-C289-E413-FD57B05B1F1D}"/>
              </a:ext>
            </a:extLst>
          </p:cNvPr>
          <p:cNvSpPr txBox="1"/>
          <p:nvPr/>
        </p:nvSpPr>
        <p:spPr>
          <a:xfrm>
            <a:off x="361140" y="1794476"/>
            <a:ext cx="3967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[0.35, 0.9]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output: [0.5]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function: Sigmoid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/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blipFill>
                <a:blip r:embed="rId15"/>
                <a:stretch>
                  <a:fillRect l="-2049" t="-1575" r="-1230" b="-4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BCC2A95-8388-4350-F94E-0FC31A5BFB09}"/>
                  </a:ext>
                </a:extLst>
              </p:cNvPr>
              <p:cNvSpPr txBox="1"/>
              <p:nvPr/>
            </p:nvSpPr>
            <p:spPr>
              <a:xfrm>
                <a:off x="6096000" y="2155656"/>
                <a:ext cx="48745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0.35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×0.1+0.9×0.8=0.755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BCC2A95-8388-4350-F94E-0FC31A5BF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55656"/>
                <a:ext cx="4874540" cy="369332"/>
              </a:xfrm>
              <a:prstGeom prst="rect">
                <a:avLst/>
              </a:prstGeom>
              <a:blipFill>
                <a:blip r:embed="rId16"/>
                <a:stretch>
                  <a:fillRect l="-1125" r="-1125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0A4DDE-8E0A-CEC8-7155-2976178AC090}"/>
                  </a:ext>
                </a:extLst>
              </p:cNvPr>
              <p:cNvSpPr txBox="1"/>
              <p:nvPr/>
            </p:nvSpPr>
            <p:spPr>
              <a:xfrm>
                <a:off x="6095999" y="2535576"/>
                <a:ext cx="4772204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0.7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−0.755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0.68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0A4DDE-8E0A-CEC8-7155-2976178A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535576"/>
                <a:ext cx="4772204" cy="70006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9DE194D7-415B-DA01-9301-00348127494D}"/>
              </a:ext>
            </a:extLst>
          </p:cNvPr>
          <p:cNvSpPr txBox="1"/>
          <p:nvPr/>
        </p:nvSpPr>
        <p:spPr>
          <a:xfrm>
            <a:off x="3555991" y="433204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</p:spTree>
    <p:extLst>
      <p:ext uri="{BB962C8B-B14F-4D97-AF65-F5344CB8AC3E}">
        <p14:creationId xmlns:p14="http://schemas.microsoft.com/office/powerpoint/2010/main" val="72440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propagation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8F6F2-33B0-C289-E413-FD57B05B1F1D}"/>
              </a:ext>
            </a:extLst>
          </p:cNvPr>
          <p:cNvSpPr txBox="1"/>
          <p:nvPr/>
        </p:nvSpPr>
        <p:spPr>
          <a:xfrm>
            <a:off x="361140" y="1794476"/>
            <a:ext cx="3967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[0.35, 0.9]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output: [0.5]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function: Sigmoid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/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blipFill>
                <a:blip r:embed="rId15"/>
                <a:stretch>
                  <a:fillRect l="-2049" t="-1575" r="-1230" b="-4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9DE194D7-415B-DA01-9301-00348127494D}"/>
              </a:ext>
            </a:extLst>
          </p:cNvPr>
          <p:cNvSpPr txBox="1"/>
          <p:nvPr/>
        </p:nvSpPr>
        <p:spPr>
          <a:xfrm>
            <a:off x="3563105" y="430447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90202DD-E7EA-2F5A-B50A-D0BAE4F008A6}"/>
                  </a:ext>
                </a:extLst>
              </p:cNvPr>
              <p:cNvSpPr txBox="1"/>
              <p:nvPr/>
            </p:nvSpPr>
            <p:spPr>
              <a:xfrm>
                <a:off x="6505426" y="2225183"/>
                <a:ext cx="47117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×0.4+0.9×0.6=0.68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90202DD-E7EA-2F5A-B50A-D0BAE4F00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426" y="2225183"/>
                <a:ext cx="4711739" cy="369332"/>
              </a:xfrm>
              <a:prstGeom prst="rect">
                <a:avLst/>
              </a:prstGeom>
              <a:blipFill>
                <a:blip r:embed="rId16"/>
                <a:stretch>
                  <a:fillRect l="-1164" r="-1294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9E86A7-984D-D20A-0FF8-265A684F42AF}"/>
                  </a:ext>
                </a:extLst>
              </p:cNvPr>
              <p:cNvSpPr txBox="1"/>
              <p:nvPr/>
            </p:nvSpPr>
            <p:spPr>
              <a:xfrm>
                <a:off x="6505425" y="2605103"/>
                <a:ext cx="4819396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0.68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−0.68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0.6637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9E86A7-984D-D20A-0FF8-265A684F4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425" y="2605103"/>
                <a:ext cx="4819396" cy="70006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F8FEB756-A5AD-749A-3411-CCDE219C5264}"/>
              </a:ext>
            </a:extLst>
          </p:cNvPr>
          <p:cNvSpPr txBox="1"/>
          <p:nvPr/>
        </p:nvSpPr>
        <p:spPr>
          <a:xfrm>
            <a:off x="3435610" y="547156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</p:spTree>
    <p:extLst>
      <p:ext uri="{BB962C8B-B14F-4D97-AF65-F5344CB8AC3E}">
        <p14:creationId xmlns:p14="http://schemas.microsoft.com/office/powerpoint/2010/main" val="260261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propagation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8F6F2-33B0-C289-E413-FD57B05B1F1D}"/>
              </a:ext>
            </a:extLst>
          </p:cNvPr>
          <p:cNvSpPr txBox="1"/>
          <p:nvPr/>
        </p:nvSpPr>
        <p:spPr>
          <a:xfrm>
            <a:off x="361140" y="1794476"/>
            <a:ext cx="3967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[0.35, 0.9]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output: [0.5]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function: Sigmoid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/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48" y="4170064"/>
                <a:ext cx="4452309" cy="2308324"/>
              </a:xfrm>
              <a:prstGeom prst="rect">
                <a:avLst/>
              </a:prstGeom>
              <a:blipFill>
                <a:blip r:embed="rId15"/>
                <a:stretch>
                  <a:fillRect l="-2049" t="-1575" r="-1230" b="-4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9DE194D7-415B-DA01-9301-00348127494D}"/>
              </a:ext>
            </a:extLst>
          </p:cNvPr>
          <p:cNvSpPr txBox="1"/>
          <p:nvPr/>
        </p:nvSpPr>
        <p:spPr>
          <a:xfrm>
            <a:off x="3591796" y="433572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FEB756-A5AD-749A-3411-CCDE219C5264}"/>
              </a:ext>
            </a:extLst>
          </p:cNvPr>
          <p:cNvSpPr txBox="1"/>
          <p:nvPr/>
        </p:nvSpPr>
        <p:spPr>
          <a:xfrm>
            <a:off x="3435610" y="547156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45CF1A-D031-4EC8-4ED7-4557B38D4047}"/>
                  </a:ext>
                </a:extLst>
              </p:cNvPr>
              <p:cNvSpPr txBox="1"/>
              <p:nvPr/>
            </p:nvSpPr>
            <p:spPr>
              <a:xfrm>
                <a:off x="6505426" y="2308819"/>
                <a:ext cx="53665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𝑖𝑜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=0.68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×0.3+0.6637×0.9=0.801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45CF1A-D031-4EC8-4ED7-4557B38D4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426" y="2308819"/>
                <a:ext cx="5366534" cy="369332"/>
              </a:xfrm>
              <a:prstGeom prst="rect">
                <a:avLst/>
              </a:prstGeom>
              <a:blipFill>
                <a:blip r:embed="rId16"/>
                <a:stretch>
                  <a:fillRect l="-795" r="-908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F509824-C0FB-9AD0-7FC2-0431724E42DF}"/>
                  </a:ext>
                </a:extLst>
              </p:cNvPr>
              <p:cNvSpPr txBox="1"/>
              <p:nvPr/>
            </p:nvSpPr>
            <p:spPr>
              <a:xfrm>
                <a:off x="6505425" y="2688739"/>
                <a:ext cx="4754443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0.801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−0.801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0.69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F509824-C0FB-9AD0-7FC2-0431724E4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425" y="2688739"/>
                <a:ext cx="4754443" cy="70006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30A393E7-E574-9AAE-B206-521DBEED9CE3}"/>
              </a:ext>
            </a:extLst>
          </p:cNvPr>
          <p:cNvSpPr txBox="1"/>
          <p:nvPr/>
        </p:nvSpPr>
        <p:spPr>
          <a:xfrm>
            <a:off x="5748796" y="495795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</p:spTree>
    <p:extLst>
      <p:ext uri="{BB962C8B-B14F-4D97-AF65-F5344CB8AC3E}">
        <p14:creationId xmlns:p14="http://schemas.microsoft.com/office/powerpoint/2010/main" val="413856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FBF3FB1E-093C-49CE-8F40-5333177F6C3A}"/>
</file>

<file path=customXml/itemProps2.xml><?xml version="1.0" encoding="utf-8"?>
<ds:datastoreItem xmlns:ds="http://schemas.openxmlformats.org/officeDocument/2006/customXml" ds:itemID="{C9F7A3EE-C4A4-486F-9DF0-A6572E473F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EE28B1-BC30-439D-AA9D-92B882E7120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1872</TotalTime>
  <Words>409</Words>
  <Application>Microsoft Office PowerPoint</Application>
  <PresentationFormat>Widescreen</PresentationFormat>
  <Paragraphs>165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Forward Propagation</vt:lpstr>
      <vt:lpstr>Forward propagation </vt:lpstr>
      <vt:lpstr>Forward propagation </vt:lpstr>
      <vt:lpstr>Forward propagation </vt:lpstr>
      <vt:lpstr>Forward propagation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64</cp:revision>
  <dcterms:created xsi:type="dcterms:W3CDTF">2021-01-06T14:22:07Z</dcterms:created>
  <dcterms:modified xsi:type="dcterms:W3CDTF">2024-07-17T09:23:09Z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