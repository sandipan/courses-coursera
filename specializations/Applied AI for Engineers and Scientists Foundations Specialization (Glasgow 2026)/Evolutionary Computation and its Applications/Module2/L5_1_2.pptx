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498" r:id="rId6"/>
    <p:sldId id="494" r:id="rId7"/>
    <p:sldId id="499" r:id="rId8"/>
    <p:sldId id="505" r:id="rId9"/>
    <p:sldId id="503" r:id="rId10"/>
    <p:sldId id="506" r:id="rId11"/>
    <p:sldId id="508" r:id="rId12"/>
    <p:sldId id="510" r:id="rId13"/>
    <p:sldId id="509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327"/>
  </p:normalViewPr>
  <p:slideViewPr>
    <p:cSldViewPr snapToGrid="0">
      <p:cViewPr varScale="1">
        <p:scale>
          <a:sx n="141" d="100"/>
          <a:sy n="141" d="100"/>
        </p:scale>
        <p:origin x="104" y="41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64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23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94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45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18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6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52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92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Genetic Algorithm: An Example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“evolution” to solve an optimization problem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55D42B-52A9-F56D-499C-A7A3F9621907}"/>
              </a:ext>
            </a:extLst>
          </p:cNvPr>
          <p:cNvSpPr txBox="1">
            <a:spLocks noChangeArrowheads="1"/>
          </p:cNvSpPr>
          <p:nvPr/>
        </p:nvSpPr>
        <p:spPr>
          <a:xfrm>
            <a:off x="544715" y="1634059"/>
            <a:ext cx="10186612" cy="20768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A solution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in the search space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 </a:t>
            </a:r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an individual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in natural evolution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We call it solution or individual or point  </a:t>
            </a:r>
          </a:p>
          <a:p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Evolution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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“Create” better solutions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.  </a:t>
            </a: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784D8C-35C4-0ABB-9AB8-903995B7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26" y="3986613"/>
            <a:ext cx="4043769" cy="62706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552B1E18-4BC2-3C4E-2C6F-CC9025FD21D6}"/>
              </a:ext>
            </a:extLst>
          </p:cNvPr>
          <p:cNvGrpSpPr>
            <a:grpSpLocks/>
          </p:cNvGrpSpPr>
          <p:nvPr/>
        </p:nvGrpSpPr>
        <p:grpSpPr bwMode="auto">
          <a:xfrm>
            <a:off x="5086395" y="3704085"/>
            <a:ext cx="1601162" cy="649288"/>
            <a:chOff x="2426" y="1900"/>
            <a:chExt cx="862" cy="409"/>
          </a:xfrm>
        </p:grpSpPr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22365880-1B39-E9BA-B9EF-16391E641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8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64750656-FF58-D8C4-F865-50B04A72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900"/>
              <a:ext cx="771" cy="3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GB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Selection</a:t>
              </a:r>
            </a:p>
          </p:txBody>
        </p:sp>
      </p:grpSp>
      <p:sp>
        <p:nvSpPr>
          <p:cNvPr id="7" name="Rectangle 8">
            <a:extLst>
              <a:ext uri="{FF2B5EF4-FFF2-40B4-BE49-F238E27FC236}">
                <a16:creationId xmlns:a16="http://schemas.microsoft.com/office/drawing/2014/main" id="{9B35C201-8092-136D-00D1-C217168B2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557" y="4011218"/>
            <a:ext cx="4043770" cy="62706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Mating pool (parent set)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28B5DD86-6BE6-2E81-3008-5F7955D24F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2991" y="4666901"/>
            <a:ext cx="2149124" cy="157876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437D4DD5-94C0-EDB1-9276-205321FD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223" y="5886895"/>
            <a:ext cx="4043769" cy="62706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4F553C4-6BF1-BB23-68A6-2E0A953A4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7947" y="5453507"/>
            <a:ext cx="1768336" cy="6461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Mutation</a:t>
            </a: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EA1715EB-473C-6124-A4BD-366E4249B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85764" y="4621657"/>
            <a:ext cx="0" cy="1265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F0EBE86C-C587-AA2F-0E57-CE9DE4829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08" y="4807394"/>
            <a:ext cx="2133436" cy="6461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</p:spTree>
    <p:extLst>
      <p:ext uri="{BB962C8B-B14F-4D97-AF65-F5344CB8AC3E}">
        <p14:creationId xmlns:p14="http://schemas.microsoft.com/office/powerpoint/2010/main" val="50540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C337A28-C429-8D27-623F-A94ADA63E325}"/>
              </a:ext>
            </a:extLst>
          </p:cNvPr>
          <p:cNvSpPr txBox="1">
            <a:spLocks noChangeArrowheads="1"/>
          </p:cNvSpPr>
          <p:nvPr/>
        </p:nvSpPr>
        <p:spPr>
          <a:xfrm>
            <a:off x="630173" y="1713994"/>
            <a:ext cx="7793037" cy="5232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2400">
                <a:ea typeface="宋体" pitchFamily="2" charset="-122"/>
              </a:rPr>
              <a:t>An example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04B5CD86-7E26-F1CE-B350-833C6A7C1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564" y="2528808"/>
            <a:ext cx="7772400" cy="2911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Consider the problem of maximizing the function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max 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G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−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x−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8)</a:t>
            </a:r>
            <a:r>
              <a:rPr lang="en-US" altLang="zh-CN" sz="24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+65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where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an integer and can vary between 0 and 15.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Space: {0, 1, 2, …, 15}</a:t>
            </a:r>
          </a:p>
          <a:p>
            <a:pPr>
              <a:spcBef>
                <a:spcPts val="1200"/>
              </a:spcBef>
              <a:buFont typeface="Times New Roman" pitchFamily="18" charset="0"/>
              <a:buNone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14318D-772F-0899-0BBA-569FFD4EAC16}"/>
              </a:ext>
            </a:extLst>
          </p:cNvPr>
          <p:cNvSpPr txBox="1">
            <a:spLocks noChangeArrowheads="1"/>
          </p:cNvSpPr>
          <p:nvPr/>
        </p:nvSpPr>
        <p:spPr>
          <a:xfrm>
            <a:off x="686842" y="1422400"/>
            <a:ext cx="7793037" cy="833313"/>
          </a:xfrm>
          <a:prstGeom prst="rect">
            <a:avLst/>
          </a:prstGeom>
          <a:noFill/>
        </p:spPr>
        <p:txBody>
          <a:bodyPr vert="horz" lIns="92075" tIns="46038" rIns="92075" bIns="4603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Representing a solution (individual) by a binary string</a:t>
            </a:r>
            <a:endParaRPr lang="en-US" altLang="zh-CN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表格 9">
            <a:extLst>
              <a:ext uri="{FF2B5EF4-FFF2-40B4-BE49-F238E27FC236}">
                <a16:creationId xmlns:a16="http://schemas.microsoft.com/office/drawing/2014/main" id="{37EF07AA-4FB7-B507-FFB7-5D9F9BD5A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71558"/>
              </p:ext>
            </p:extLst>
          </p:nvPr>
        </p:nvGraphicFramePr>
        <p:xfrm>
          <a:off x="1046130" y="2470129"/>
          <a:ext cx="8283388" cy="16241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90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369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41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Binary Encoding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0001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0011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0100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0111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10">
            <a:extLst>
              <a:ext uri="{FF2B5EF4-FFF2-40B4-BE49-F238E27FC236}">
                <a16:creationId xmlns:a16="http://schemas.microsoft.com/office/drawing/2014/main" id="{54E961CB-4E55-BEC7-AEA9-C8B06901F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97748"/>
              </p:ext>
            </p:extLst>
          </p:nvPr>
        </p:nvGraphicFramePr>
        <p:xfrm>
          <a:off x="1046133" y="4397539"/>
          <a:ext cx="8319246" cy="16689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6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8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43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49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Binary Encoding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02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F512DF97-CE9B-495A-0491-F3130E75C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402" y="4779170"/>
            <a:ext cx="1270000" cy="16761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6B4E5DA4-081E-3B38-0963-A69F5D6AC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196" y="4294631"/>
            <a:ext cx="1270000" cy="18374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86">
            <a:extLst>
              <a:ext uri="{FF2B5EF4-FFF2-40B4-BE49-F238E27FC236}">
                <a16:creationId xmlns:a16="http://schemas.microsoft.com/office/drawing/2014/main" id="{E68DBFD9-9CC3-7C79-2948-DF7A09FF5306}"/>
              </a:ext>
            </a:extLst>
          </p:cNvPr>
          <p:cNvSpPr/>
          <p:nvPr/>
        </p:nvSpPr>
        <p:spPr>
          <a:xfrm>
            <a:off x="7269078" y="1610062"/>
            <a:ext cx="1980905" cy="2389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矩形 4">
            <a:extLst>
              <a:ext uri="{FF2B5EF4-FFF2-40B4-BE49-F238E27FC236}">
                <a16:creationId xmlns:a16="http://schemas.microsoft.com/office/drawing/2014/main" id="{B46BF37E-4666-EB74-91C1-A51EDCFAD37A}"/>
              </a:ext>
            </a:extLst>
          </p:cNvPr>
          <p:cNvSpPr/>
          <p:nvPr/>
        </p:nvSpPr>
        <p:spPr>
          <a:xfrm>
            <a:off x="1310813" y="1542196"/>
            <a:ext cx="4148889" cy="23899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Box 4">
            <a:extLst>
              <a:ext uri="{FF2B5EF4-FFF2-40B4-BE49-F238E27FC236}">
                <a16:creationId xmlns:a16="http://schemas.microsoft.com/office/drawing/2014/main" id="{C50C2096-E3E9-4EE3-3E15-5373A9DE0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397" y="1213187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:a16="http://schemas.microsoft.com/office/drawing/2014/main" id="{A92C285F-F921-EF32-0712-F5608159074B}"/>
              </a:ext>
            </a:extLst>
          </p:cNvPr>
          <p:cNvGrpSpPr>
            <a:grpSpLocks/>
          </p:cNvGrpSpPr>
          <p:nvPr/>
        </p:nvGrpSpPr>
        <p:grpSpPr bwMode="auto">
          <a:xfrm>
            <a:off x="7601239" y="1904715"/>
            <a:ext cx="2041525" cy="1973263"/>
            <a:chOff x="4186" y="763"/>
            <a:chExt cx="1286" cy="1243"/>
          </a:xfrm>
        </p:grpSpPr>
        <p:sp>
          <p:nvSpPr>
            <p:cNvPr id="86" name="Text Box 6">
              <a:extLst>
                <a:ext uri="{FF2B5EF4-FFF2-40B4-BE49-F238E27FC236}">
                  <a16:creationId xmlns:a16="http://schemas.microsoft.com/office/drawing/2014/main" id="{997424B3-3A8B-90B3-43E4-F363829F1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63"/>
              <a:ext cx="8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56</a:t>
              </a:r>
            </a:p>
          </p:txBody>
        </p:sp>
        <p:sp>
          <p:nvSpPr>
            <p:cNvPr id="87" name="Text Box 7">
              <a:extLst>
                <a:ext uri="{FF2B5EF4-FFF2-40B4-BE49-F238E27FC236}">
                  <a16:creationId xmlns:a16="http://schemas.microsoft.com/office/drawing/2014/main" id="{285EB096-F04C-B839-D82F-A4A586EE3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014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29</a:t>
              </a:r>
            </a:p>
          </p:txBody>
        </p:sp>
        <p:sp>
          <p:nvSpPr>
            <p:cNvPr id="88" name="Text Box 8">
              <a:extLst>
                <a:ext uri="{FF2B5EF4-FFF2-40B4-BE49-F238E27FC236}">
                  <a16:creationId xmlns:a16="http://schemas.microsoft.com/office/drawing/2014/main" id="{BA143748-0BBF-013A-9ACF-8843F9F7C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83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89" name="Text Box 9">
              <a:extLst>
                <a:ext uri="{FF2B5EF4-FFF2-40B4-BE49-F238E27FC236}">
                  <a16:creationId xmlns:a16="http://schemas.microsoft.com/office/drawing/2014/main" id="{2BDB2A30-8105-3AA5-722C-EF90682F2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14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0" name="Text Box 10">
              <a:extLst>
                <a:ext uri="{FF2B5EF4-FFF2-40B4-BE49-F238E27FC236}">
                  <a16:creationId xmlns:a16="http://schemas.microsoft.com/office/drawing/2014/main" id="{93FA60F4-4149-8C9E-E1B6-493D543CD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6" y="1773"/>
              <a:ext cx="9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Avg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  <a:sym typeface="Symbol" pitchFamily="18" charset="2"/>
                </a:rPr>
                <a:t>= 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  <a:sym typeface="Symbol" pitchFamily="18" charset="2"/>
                </a:rPr>
                <a:t>25.5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1" name="Text Box 13">
            <a:extLst>
              <a:ext uri="{FF2B5EF4-FFF2-40B4-BE49-F238E27FC236}">
                <a16:creationId xmlns:a16="http://schemas.microsoft.com/office/drawing/2014/main" id="{4C6117C0-18CE-4C04-A247-72291383D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41" y="6163823"/>
            <a:ext cx="249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Population</a:t>
            </a:r>
            <a:endParaRPr lang="en-CA" altLang="zh-CN" sz="2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92" name="Line 22">
            <a:extLst>
              <a:ext uri="{FF2B5EF4-FFF2-40B4-BE49-F238E27FC236}">
                <a16:creationId xmlns:a16="http://schemas.microsoft.com/office/drawing/2014/main" id="{3BB92F62-D3BB-305C-0940-43BC4D669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5085" y="4938713"/>
            <a:ext cx="0" cy="990600"/>
          </a:xfrm>
          <a:prstGeom prst="line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3" name="Group 23">
            <a:extLst>
              <a:ext uri="{FF2B5EF4-FFF2-40B4-BE49-F238E27FC236}">
                <a16:creationId xmlns:a16="http://schemas.microsoft.com/office/drawing/2014/main" id="{132F34BF-8C42-2CCE-B71B-91DD6FA53EA0}"/>
              </a:ext>
            </a:extLst>
          </p:cNvPr>
          <p:cNvGrpSpPr>
            <a:grpSpLocks/>
          </p:cNvGrpSpPr>
          <p:nvPr/>
        </p:nvGrpSpPr>
        <p:grpSpPr bwMode="auto">
          <a:xfrm>
            <a:off x="6387097" y="5000625"/>
            <a:ext cx="1397000" cy="733425"/>
            <a:chOff x="3472" y="2900"/>
            <a:chExt cx="880" cy="462"/>
          </a:xfrm>
        </p:grpSpPr>
        <p:sp>
          <p:nvSpPr>
            <p:cNvPr id="94" name="Text Box 24">
              <a:extLst>
                <a:ext uri="{FF2B5EF4-FFF2-40B4-BE49-F238E27FC236}">
                  <a16:creationId xmlns:a16="http://schemas.microsoft.com/office/drawing/2014/main" id="{096E39B5-C8FD-1B05-58FF-17C2B1ECB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2900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1 0 1 1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id="{3F7103E3-1F06-F03E-E9AE-F21FF3135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131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0 0 1 0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6" name="Line 26">
              <a:extLst>
                <a:ext uri="{FF2B5EF4-FFF2-40B4-BE49-F238E27FC236}">
                  <a16:creationId xmlns:a16="http://schemas.microsoft.com/office/drawing/2014/main" id="{5CBCDEB7-BBB4-87B2-69B7-D474B5C39A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3250"/>
              <a:ext cx="32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CD83EB18-BE3E-D73D-B1B8-2BB69020B1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2997"/>
              <a:ext cx="320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Group 30">
            <a:extLst>
              <a:ext uri="{FF2B5EF4-FFF2-40B4-BE49-F238E27FC236}">
                <a16:creationId xmlns:a16="http://schemas.microsoft.com/office/drawing/2014/main" id="{B983C9B3-4AEE-581D-411C-EFCA37CC3B56}"/>
              </a:ext>
            </a:extLst>
          </p:cNvPr>
          <p:cNvGrpSpPr>
            <a:grpSpLocks/>
          </p:cNvGrpSpPr>
          <p:nvPr/>
        </p:nvGrpSpPr>
        <p:grpSpPr bwMode="auto">
          <a:xfrm>
            <a:off x="4812299" y="5050481"/>
            <a:ext cx="1649028" cy="689704"/>
            <a:chOff x="2464" y="2923"/>
            <a:chExt cx="949" cy="427"/>
          </a:xfrm>
        </p:grpSpPr>
        <p:sp>
          <p:nvSpPr>
            <p:cNvPr id="99" name="Text Box 31">
              <a:extLst>
                <a:ext uri="{FF2B5EF4-FFF2-40B4-BE49-F238E27FC236}">
                  <a16:creationId xmlns:a16="http://schemas.microsoft.com/office/drawing/2014/main" id="{0BF9C0D5-1DA9-8AF6-10E1-99FB67196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1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0 0 1 1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0" name="Text Box 32">
              <a:extLst>
                <a:ext uri="{FF2B5EF4-FFF2-40B4-BE49-F238E27FC236}">
                  <a16:creationId xmlns:a16="http://schemas.microsoft.com/office/drawing/2014/main" id="{3B1BFBC2-185A-2A14-D872-18A0C518D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9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1 0 1 0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1" name="AutoShape 33">
              <a:extLst>
                <a:ext uri="{FF2B5EF4-FFF2-40B4-BE49-F238E27FC236}">
                  <a16:creationId xmlns:a16="http://schemas.microsoft.com/office/drawing/2014/main" id="{A874CCA3-E752-55CD-DE4D-2BC72C36B7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31" y="2973"/>
              <a:ext cx="482" cy="3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2" name="Text Box 34">
            <a:extLst>
              <a:ext uri="{FF2B5EF4-FFF2-40B4-BE49-F238E27FC236}">
                <a16:creationId xmlns:a16="http://schemas.microsoft.com/office/drawing/2014/main" id="{BDA6CEB6-A1AA-0118-0AAF-FC5B7CD0F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359" y="5228150"/>
            <a:ext cx="1039114" cy="30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</p:txBody>
      </p:sp>
      <p:grpSp>
        <p:nvGrpSpPr>
          <p:cNvPr id="103" name="Group 35">
            <a:extLst>
              <a:ext uri="{FF2B5EF4-FFF2-40B4-BE49-F238E27FC236}">
                <a16:creationId xmlns:a16="http://schemas.microsoft.com/office/drawing/2014/main" id="{67989BAD-9425-C617-B91A-E24CAFA30F1A}"/>
              </a:ext>
            </a:extLst>
          </p:cNvPr>
          <p:cNvGrpSpPr>
            <a:grpSpLocks/>
          </p:cNvGrpSpPr>
          <p:nvPr/>
        </p:nvGrpSpPr>
        <p:grpSpPr bwMode="auto">
          <a:xfrm>
            <a:off x="3253372" y="5024438"/>
            <a:ext cx="1614488" cy="733425"/>
            <a:chOff x="1490" y="2899"/>
            <a:chExt cx="1017" cy="462"/>
          </a:xfrm>
        </p:grpSpPr>
        <p:grpSp>
          <p:nvGrpSpPr>
            <p:cNvPr id="104" name="Group 36">
              <a:extLst>
                <a:ext uri="{FF2B5EF4-FFF2-40B4-BE49-F238E27FC236}">
                  <a16:creationId xmlns:a16="http://schemas.microsoft.com/office/drawing/2014/main" id="{9C74BD4E-EA6D-66BC-9291-8B6CE5E0C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899"/>
              <a:ext cx="970" cy="462"/>
              <a:chOff x="2464" y="2900"/>
              <a:chExt cx="970" cy="462"/>
            </a:xfrm>
          </p:grpSpPr>
          <p:sp>
            <p:nvSpPr>
              <p:cNvPr id="106" name="Text Box 37">
                <a:extLst>
                  <a:ext uri="{FF2B5EF4-FFF2-40B4-BE49-F238E27FC236}">
                    <a16:creationId xmlns:a16="http://schemas.microsoft.com/office/drawing/2014/main" id="{484E2C0A-6564-4749-EACC-23E860ABAE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2900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1 0 1 0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7" name="Text Box 38">
                <a:extLst>
                  <a:ext uri="{FF2B5EF4-FFF2-40B4-BE49-F238E27FC236}">
                    <a16:creationId xmlns:a16="http://schemas.microsoft.com/office/drawing/2014/main" id="{BD8577C1-C4DB-B019-B50C-8D98F74EC6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3131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</a:t>
                </a: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0 1 1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8" name="AutoShape 39">
                <a:extLst>
                  <a:ext uri="{FF2B5EF4-FFF2-40B4-BE49-F238E27FC236}">
                    <a16:creationId xmlns:a16="http://schemas.microsoft.com/office/drawing/2014/main" id="{D3DDE146-474D-CB42-9D37-3095D6DC8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042" y="2967"/>
                <a:ext cx="392" cy="327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zh-CN" altLang="en-US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5" name="Text Box 40">
              <a:extLst>
                <a:ext uri="{FF2B5EF4-FFF2-40B4-BE49-F238E27FC236}">
                  <a16:creationId xmlns:a16="http://schemas.microsoft.com/office/drawing/2014/main" id="{F7627D84-CA2B-2BC4-BCE0-B77C0DEF3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" y="3018"/>
              <a:ext cx="3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altLang="zh-CN" sz="1400">
                <a:solidFill>
                  <a:schemeClr val="bg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9" name="Group 41">
            <a:extLst>
              <a:ext uri="{FF2B5EF4-FFF2-40B4-BE49-F238E27FC236}">
                <a16:creationId xmlns:a16="http://schemas.microsoft.com/office/drawing/2014/main" id="{1007D4BA-1E67-61C1-649F-4EB646CA1C14}"/>
              </a:ext>
            </a:extLst>
          </p:cNvPr>
          <p:cNvGrpSpPr>
            <a:grpSpLocks/>
          </p:cNvGrpSpPr>
          <p:nvPr/>
        </p:nvGrpSpPr>
        <p:grpSpPr bwMode="auto">
          <a:xfrm>
            <a:off x="2248485" y="4608514"/>
            <a:ext cx="1049338" cy="985838"/>
            <a:chOff x="883" y="2409"/>
            <a:chExt cx="661" cy="621"/>
          </a:xfrm>
        </p:grpSpPr>
        <p:sp>
          <p:nvSpPr>
            <p:cNvPr id="110" name="Line 43">
              <a:extLst>
                <a:ext uri="{FF2B5EF4-FFF2-40B4-BE49-F238E27FC236}">
                  <a16:creationId xmlns:a16="http://schemas.microsoft.com/office/drawing/2014/main" id="{862175E9-B9D0-8F65-E224-9B016506E1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09" y="2409"/>
              <a:ext cx="635" cy="39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44">
              <a:extLst>
                <a:ext uri="{FF2B5EF4-FFF2-40B4-BE49-F238E27FC236}">
                  <a16:creationId xmlns:a16="http://schemas.microsoft.com/office/drawing/2014/main" id="{A1E899ED-649E-71C4-5608-78DBF33D4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3" y="2635"/>
              <a:ext cx="661" cy="3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2" name="Text Box 45">
            <a:extLst>
              <a:ext uri="{FF2B5EF4-FFF2-40B4-BE49-F238E27FC236}">
                <a16:creationId xmlns:a16="http://schemas.microsoft.com/office/drawing/2014/main" id="{A525121F-2C80-3831-0012-C3F1E1EB1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5667" y="1178433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  <a:endParaRPr lang="en-CA" altLang="zh-CN" sz="20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113" name="Group 65">
            <a:extLst>
              <a:ext uri="{FF2B5EF4-FFF2-40B4-BE49-F238E27FC236}">
                <a16:creationId xmlns:a16="http://schemas.microsoft.com/office/drawing/2014/main" id="{1ABF9F0B-0810-1BA8-92D7-18BC0818DCA2}"/>
              </a:ext>
            </a:extLst>
          </p:cNvPr>
          <p:cNvGrpSpPr>
            <a:grpSpLocks/>
          </p:cNvGrpSpPr>
          <p:nvPr/>
        </p:nvGrpSpPr>
        <p:grpSpPr bwMode="auto">
          <a:xfrm>
            <a:off x="3516897" y="1743584"/>
            <a:ext cx="4648200" cy="1765300"/>
            <a:chOff x="1584" y="672"/>
            <a:chExt cx="2928" cy="1112"/>
          </a:xfrm>
        </p:grpSpPr>
        <p:sp>
          <p:nvSpPr>
            <p:cNvPr id="114" name="Text Box 66">
              <a:extLst>
                <a:ext uri="{FF2B5EF4-FFF2-40B4-BE49-F238E27FC236}">
                  <a16:creationId xmlns:a16="http://schemas.microsoft.com/office/drawing/2014/main" id="{B8E98681-B1FD-15E7-EECA-AFD32A950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01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5" name="Text Box 67">
              <a:extLst>
                <a:ext uri="{FF2B5EF4-FFF2-40B4-BE49-F238E27FC236}">
                  <a16:creationId xmlns:a16="http://schemas.microsoft.com/office/drawing/2014/main" id="{0BB62B8E-A9A1-7959-464C-7DD92C0F6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283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6" name="Text Box 68">
              <a:extLst>
                <a:ext uri="{FF2B5EF4-FFF2-40B4-BE49-F238E27FC236}">
                  <a16:creationId xmlns:a16="http://schemas.microsoft.com/office/drawing/2014/main" id="{D2E4FAE0-1028-625C-D32D-7C2E9A709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763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7" name="Text Box 69">
              <a:extLst>
                <a:ext uri="{FF2B5EF4-FFF2-40B4-BE49-F238E27FC236}">
                  <a16:creationId xmlns:a16="http://schemas.microsoft.com/office/drawing/2014/main" id="{6FFB54B5-7C78-7BE9-01ED-46AF124E8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51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70">
              <a:extLst>
                <a:ext uri="{FF2B5EF4-FFF2-40B4-BE49-F238E27FC236}">
                  <a16:creationId xmlns:a16="http://schemas.microsoft.com/office/drawing/2014/main" id="{6D29C51D-5F18-82A6-2C46-CF63DDEF6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672"/>
              <a:ext cx="2292" cy="218"/>
            </a:xfrm>
            <a:custGeom>
              <a:avLst/>
              <a:gdLst>
                <a:gd name="T0" fmla="*/ 24 w 2136"/>
                <a:gd name="T1" fmla="*/ 192 h 192"/>
                <a:gd name="T2" fmla="*/ 72 w 2136"/>
                <a:gd name="T3" fmla="*/ 144 h 192"/>
                <a:gd name="T4" fmla="*/ 456 w 2136"/>
                <a:gd name="T5" fmla="*/ 48 h 192"/>
                <a:gd name="T6" fmla="*/ 1032 w 2136"/>
                <a:gd name="T7" fmla="*/ 0 h 192"/>
                <a:gd name="T8" fmla="*/ 1512 w 2136"/>
                <a:gd name="T9" fmla="*/ 48 h 192"/>
                <a:gd name="T10" fmla="*/ 1992 w 2136"/>
                <a:gd name="T11" fmla="*/ 144 h 192"/>
                <a:gd name="T12" fmla="*/ 2136 w 2136"/>
                <a:gd name="T13" fmla="*/ 192 h 1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36"/>
                <a:gd name="T22" fmla="*/ 0 h 192"/>
                <a:gd name="T23" fmla="*/ 2136 w 2136"/>
                <a:gd name="T24" fmla="*/ 192 h 1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36" h="192">
                  <a:moveTo>
                    <a:pt x="24" y="192"/>
                  </a:moveTo>
                  <a:cubicBezTo>
                    <a:pt x="12" y="180"/>
                    <a:pt x="0" y="168"/>
                    <a:pt x="72" y="144"/>
                  </a:cubicBezTo>
                  <a:cubicBezTo>
                    <a:pt x="144" y="120"/>
                    <a:pt x="296" y="72"/>
                    <a:pt x="456" y="48"/>
                  </a:cubicBezTo>
                  <a:cubicBezTo>
                    <a:pt x="616" y="24"/>
                    <a:pt x="856" y="0"/>
                    <a:pt x="1032" y="0"/>
                  </a:cubicBezTo>
                  <a:cubicBezTo>
                    <a:pt x="1208" y="0"/>
                    <a:pt x="1352" y="24"/>
                    <a:pt x="1512" y="48"/>
                  </a:cubicBezTo>
                  <a:cubicBezTo>
                    <a:pt x="1672" y="72"/>
                    <a:pt x="1888" y="120"/>
                    <a:pt x="1992" y="144"/>
                  </a:cubicBezTo>
                  <a:cubicBezTo>
                    <a:pt x="2096" y="168"/>
                    <a:pt x="2116" y="180"/>
                    <a:pt x="2136" y="192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71">
              <a:extLst>
                <a:ext uri="{FF2B5EF4-FFF2-40B4-BE49-F238E27FC236}">
                  <a16:creationId xmlns:a16="http://schemas.microsoft.com/office/drawing/2014/main" id="{1E90392B-9D8A-5AC5-5CD1-B348E304D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071"/>
              <a:ext cx="1728" cy="89"/>
            </a:xfrm>
            <a:custGeom>
              <a:avLst/>
              <a:gdLst>
                <a:gd name="T0" fmla="*/ 0 w 1728"/>
                <a:gd name="T1" fmla="*/ 8 h 256"/>
                <a:gd name="T2" fmla="*/ 288 w 1728"/>
                <a:gd name="T3" fmla="*/ 8 h 256"/>
                <a:gd name="T4" fmla="*/ 768 w 1728"/>
                <a:gd name="T5" fmla="*/ 56 h 256"/>
                <a:gd name="T6" fmla="*/ 1104 w 1728"/>
                <a:gd name="T7" fmla="*/ 152 h 256"/>
                <a:gd name="T8" fmla="*/ 1296 w 1728"/>
                <a:gd name="T9" fmla="*/ 200 h 256"/>
                <a:gd name="T10" fmla="*/ 1584 w 1728"/>
                <a:gd name="T11" fmla="*/ 248 h 256"/>
                <a:gd name="T12" fmla="*/ 1728 w 1728"/>
                <a:gd name="T13" fmla="*/ 248 h 2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28"/>
                <a:gd name="T22" fmla="*/ 0 h 256"/>
                <a:gd name="T23" fmla="*/ 1728 w 1728"/>
                <a:gd name="T24" fmla="*/ 256 h 2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28" h="256">
                  <a:moveTo>
                    <a:pt x="0" y="8"/>
                  </a:moveTo>
                  <a:cubicBezTo>
                    <a:pt x="80" y="4"/>
                    <a:pt x="160" y="0"/>
                    <a:pt x="288" y="8"/>
                  </a:cubicBezTo>
                  <a:cubicBezTo>
                    <a:pt x="416" y="16"/>
                    <a:pt x="632" y="32"/>
                    <a:pt x="768" y="56"/>
                  </a:cubicBezTo>
                  <a:cubicBezTo>
                    <a:pt x="904" y="80"/>
                    <a:pt x="1016" y="128"/>
                    <a:pt x="1104" y="152"/>
                  </a:cubicBezTo>
                  <a:cubicBezTo>
                    <a:pt x="1192" y="176"/>
                    <a:pt x="1216" y="184"/>
                    <a:pt x="1296" y="200"/>
                  </a:cubicBezTo>
                  <a:cubicBezTo>
                    <a:pt x="1376" y="216"/>
                    <a:pt x="1512" y="240"/>
                    <a:pt x="1584" y="248"/>
                  </a:cubicBezTo>
                  <a:cubicBezTo>
                    <a:pt x="1656" y="256"/>
                    <a:pt x="1692" y="252"/>
                    <a:pt x="1728" y="24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72">
              <a:extLst>
                <a:ext uri="{FF2B5EF4-FFF2-40B4-BE49-F238E27FC236}">
                  <a16:creationId xmlns:a16="http://schemas.microsoft.com/office/drawing/2014/main" id="{9C01D197-BF4C-2ABE-3B15-671F16FEE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293"/>
              <a:ext cx="1176" cy="107"/>
            </a:xfrm>
            <a:custGeom>
              <a:avLst/>
              <a:gdLst>
                <a:gd name="T0" fmla="*/ 0 w 1200"/>
                <a:gd name="T1" fmla="*/ 0 h 296"/>
                <a:gd name="T2" fmla="*/ 192 w 1200"/>
                <a:gd name="T3" fmla="*/ 96 h 296"/>
                <a:gd name="T4" fmla="*/ 336 w 1200"/>
                <a:gd name="T5" fmla="*/ 192 h 296"/>
                <a:gd name="T6" fmla="*/ 528 w 1200"/>
                <a:gd name="T7" fmla="*/ 240 h 296"/>
                <a:gd name="T8" fmla="*/ 816 w 1200"/>
                <a:gd name="T9" fmla="*/ 288 h 296"/>
                <a:gd name="T10" fmla="*/ 1056 w 1200"/>
                <a:gd name="T11" fmla="*/ 288 h 296"/>
                <a:gd name="T12" fmla="*/ 1200 w 1200"/>
                <a:gd name="T13" fmla="*/ 288 h 2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00"/>
                <a:gd name="T22" fmla="*/ 0 h 296"/>
                <a:gd name="T23" fmla="*/ 1200 w 1200"/>
                <a:gd name="T24" fmla="*/ 296 h 2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00" h="296">
                  <a:moveTo>
                    <a:pt x="0" y="0"/>
                  </a:moveTo>
                  <a:cubicBezTo>
                    <a:pt x="68" y="32"/>
                    <a:pt x="136" y="64"/>
                    <a:pt x="192" y="96"/>
                  </a:cubicBezTo>
                  <a:cubicBezTo>
                    <a:pt x="248" y="128"/>
                    <a:pt x="280" y="168"/>
                    <a:pt x="336" y="192"/>
                  </a:cubicBezTo>
                  <a:cubicBezTo>
                    <a:pt x="392" y="216"/>
                    <a:pt x="448" y="224"/>
                    <a:pt x="528" y="240"/>
                  </a:cubicBezTo>
                  <a:cubicBezTo>
                    <a:pt x="608" y="256"/>
                    <a:pt x="728" y="280"/>
                    <a:pt x="816" y="288"/>
                  </a:cubicBezTo>
                  <a:cubicBezTo>
                    <a:pt x="904" y="296"/>
                    <a:pt x="992" y="288"/>
                    <a:pt x="1056" y="288"/>
                  </a:cubicBezTo>
                  <a:cubicBezTo>
                    <a:pt x="1120" y="288"/>
                    <a:pt x="1160" y="288"/>
                    <a:pt x="1200" y="28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73">
              <a:extLst>
                <a:ext uri="{FF2B5EF4-FFF2-40B4-BE49-F238E27FC236}">
                  <a16:creationId xmlns:a16="http://schemas.microsoft.com/office/drawing/2014/main" id="{0251271A-D5C7-15DF-3202-E9EAE634A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464"/>
              <a:ext cx="2448" cy="320"/>
            </a:xfrm>
            <a:custGeom>
              <a:avLst/>
              <a:gdLst>
                <a:gd name="T0" fmla="*/ 0 w 2448"/>
                <a:gd name="T1" fmla="*/ 24 h 320"/>
                <a:gd name="T2" fmla="*/ 288 w 2448"/>
                <a:gd name="T3" fmla="*/ 24 h 320"/>
                <a:gd name="T4" fmla="*/ 720 w 2448"/>
                <a:gd name="T5" fmla="*/ 168 h 320"/>
                <a:gd name="T6" fmla="*/ 1200 w 2448"/>
                <a:gd name="T7" fmla="*/ 312 h 320"/>
                <a:gd name="T8" fmla="*/ 1824 w 2448"/>
                <a:gd name="T9" fmla="*/ 216 h 320"/>
                <a:gd name="T10" fmla="*/ 2448 w 2448"/>
                <a:gd name="T11" fmla="*/ 168 h 3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48"/>
                <a:gd name="T19" fmla="*/ 0 h 320"/>
                <a:gd name="T20" fmla="*/ 2448 w 2448"/>
                <a:gd name="T21" fmla="*/ 320 h 3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48" h="320">
                  <a:moveTo>
                    <a:pt x="0" y="24"/>
                  </a:moveTo>
                  <a:cubicBezTo>
                    <a:pt x="84" y="12"/>
                    <a:pt x="168" y="0"/>
                    <a:pt x="288" y="24"/>
                  </a:cubicBezTo>
                  <a:cubicBezTo>
                    <a:pt x="408" y="48"/>
                    <a:pt x="568" y="120"/>
                    <a:pt x="720" y="168"/>
                  </a:cubicBezTo>
                  <a:cubicBezTo>
                    <a:pt x="872" y="216"/>
                    <a:pt x="1016" y="304"/>
                    <a:pt x="1200" y="312"/>
                  </a:cubicBezTo>
                  <a:cubicBezTo>
                    <a:pt x="1384" y="320"/>
                    <a:pt x="1616" y="240"/>
                    <a:pt x="1824" y="216"/>
                  </a:cubicBezTo>
                  <a:cubicBezTo>
                    <a:pt x="2032" y="192"/>
                    <a:pt x="2240" y="180"/>
                    <a:pt x="2448" y="16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2" name="Oval 74">
            <a:extLst>
              <a:ext uri="{FF2B5EF4-FFF2-40B4-BE49-F238E27FC236}">
                <a16:creationId xmlns:a16="http://schemas.microsoft.com/office/drawing/2014/main" id="{A0BD8315-D8CB-86B9-2383-7FC70D25D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802" y="2294275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23" name="Oval 75">
            <a:extLst>
              <a:ext uri="{FF2B5EF4-FFF2-40B4-BE49-F238E27FC236}">
                <a16:creationId xmlns:a16="http://schemas.microsoft.com/office/drawing/2014/main" id="{F8AE3BED-40E5-3C60-0C7C-6C9838639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077" y="2605425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24" name="Oval 76">
            <a:extLst>
              <a:ext uri="{FF2B5EF4-FFF2-40B4-BE49-F238E27FC236}">
                <a16:creationId xmlns:a16="http://schemas.microsoft.com/office/drawing/2014/main" id="{16B44C23-AC48-2725-35E8-91BF6E9BE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165" y="2118432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25" name="Oval 77">
            <a:extLst>
              <a:ext uri="{FF2B5EF4-FFF2-40B4-BE49-F238E27FC236}">
                <a16:creationId xmlns:a16="http://schemas.microsoft.com/office/drawing/2014/main" id="{AA3A84EA-C7A5-78BA-11AE-917179EBE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75" y="2985577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126" name="Group 18">
            <a:extLst>
              <a:ext uri="{FF2B5EF4-FFF2-40B4-BE49-F238E27FC236}">
                <a16:creationId xmlns:a16="http://schemas.microsoft.com/office/drawing/2014/main" id="{C57F0FED-2D62-0700-B30E-4CADA82D59A9}"/>
              </a:ext>
            </a:extLst>
          </p:cNvPr>
          <p:cNvGrpSpPr>
            <a:grpSpLocks/>
          </p:cNvGrpSpPr>
          <p:nvPr/>
        </p:nvGrpSpPr>
        <p:grpSpPr bwMode="auto">
          <a:xfrm>
            <a:off x="7798089" y="4970463"/>
            <a:ext cx="793750" cy="1527176"/>
            <a:chOff x="4396" y="2790"/>
            <a:chExt cx="500" cy="962"/>
          </a:xfrm>
        </p:grpSpPr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3C0D9F4C-16F6-48E4-D428-A835EB383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04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8" name="Text Box 20">
              <a:extLst>
                <a:ext uri="{FF2B5EF4-FFF2-40B4-BE49-F238E27FC236}">
                  <a16:creationId xmlns:a16="http://schemas.microsoft.com/office/drawing/2014/main" id="{4C484421-3AA9-9E5A-7984-131C77FF2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3261"/>
              <a:ext cx="480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</a:p>
          </p:txBody>
        </p:sp>
        <p:sp>
          <p:nvSpPr>
            <p:cNvPr id="129" name="Text Box 21">
              <a:extLst>
                <a:ext uri="{FF2B5EF4-FFF2-40B4-BE49-F238E27FC236}">
                  <a16:creationId xmlns:a16="http://schemas.microsoft.com/office/drawing/2014/main" id="{B4061F04-8AF8-4024-2D3C-2C7200018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9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0" name="Group 88">
            <a:extLst>
              <a:ext uri="{FF2B5EF4-FFF2-40B4-BE49-F238E27FC236}">
                <a16:creationId xmlns:a16="http://schemas.microsoft.com/office/drawing/2014/main" id="{D627F174-3B73-C4DC-DCC8-40CEBA9D7471}"/>
              </a:ext>
            </a:extLst>
          </p:cNvPr>
          <p:cNvGrpSpPr>
            <a:grpSpLocks/>
          </p:cNvGrpSpPr>
          <p:nvPr/>
        </p:nvGrpSpPr>
        <p:grpSpPr bwMode="auto">
          <a:xfrm>
            <a:off x="7326897" y="4032250"/>
            <a:ext cx="2233613" cy="2825750"/>
            <a:chOff x="4056" y="2274"/>
            <a:chExt cx="1407" cy="1780"/>
          </a:xfrm>
        </p:grpSpPr>
        <p:sp>
          <p:nvSpPr>
            <p:cNvPr id="131" name="Text Box 16">
              <a:extLst>
                <a:ext uri="{FF2B5EF4-FFF2-40B4-BE49-F238E27FC236}">
                  <a16:creationId xmlns:a16="http://schemas.microsoft.com/office/drawing/2014/main" id="{6F75C3CE-81AE-C30C-2E9F-3347FEBB7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3802"/>
              <a:ext cx="12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Mating Pool</a:t>
              </a:r>
            </a:p>
          </p:txBody>
        </p:sp>
        <p:grpSp>
          <p:nvGrpSpPr>
            <p:cNvPr id="132" name="Group 86">
              <a:extLst>
                <a:ext uri="{FF2B5EF4-FFF2-40B4-BE49-F238E27FC236}">
                  <a16:creationId xmlns:a16="http://schemas.microsoft.com/office/drawing/2014/main" id="{C4E8FC2B-6B1D-4D4B-2D53-D82A9369DE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" y="2274"/>
              <a:ext cx="975" cy="373"/>
              <a:chOff x="4504" y="2234"/>
              <a:chExt cx="975" cy="356"/>
            </a:xfrm>
          </p:grpSpPr>
          <p:sp>
            <p:nvSpPr>
              <p:cNvPr id="133" name="AutoShape 17">
                <a:extLst>
                  <a:ext uri="{FF2B5EF4-FFF2-40B4-BE49-F238E27FC236}">
                    <a16:creationId xmlns:a16="http://schemas.microsoft.com/office/drawing/2014/main" id="{FED8F13B-0D28-0F5A-A09D-3C0AE3DCF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4" y="2234"/>
                <a:ext cx="192" cy="356"/>
              </a:xfrm>
              <a:prstGeom prst="downArrow">
                <a:avLst>
                  <a:gd name="adj1" fmla="val 50000"/>
                  <a:gd name="adj2" fmla="val 4895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4" name="Text Box 78">
                <a:extLst>
                  <a:ext uri="{FF2B5EF4-FFF2-40B4-BE49-F238E27FC236}">
                    <a16:creationId xmlns:a16="http://schemas.microsoft.com/office/drawing/2014/main" id="{DFCE7ECE-6DB4-6DBA-97E0-1299927E1B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6" y="2295"/>
                <a:ext cx="783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GB" altLang="zh-CN" sz="20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Selection</a:t>
                </a:r>
              </a:p>
            </p:txBody>
          </p:sp>
        </p:grpSp>
      </p:grpSp>
      <p:sp>
        <p:nvSpPr>
          <p:cNvPr id="135" name="Text Box 34">
            <a:extLst>
              <a:ext uri="{FF2B5EF4-FFF2-40B4-BE49-F238E27FC236}">
                <a16:creationId xmlns:a16="http://schemas.microsoft.com/office/drawing/2014/main" id="{A4529AD5-2B4E-5DC9-C293-8066CB679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803" y="5219700"/>
            <a:ext cx="731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mutate</a:t>
            </a:r>
          </a:p>
        </p:txBody>
      </p:sp>
      <p:grpSp>
        <p:nvGrpSpPr>
          <p:cNvPr id="136" name="Group 46">
            <a:extLst>
              <a:ext uri="{FF2B5EF4-FFF2-40B4-BE49-F238E27FC236}">
                <a16:creationId xmlns:a16="http://schemas.microsoft.com/office/drawing/2014/main" id="{BA48DC58-03E2-8D3D-7310-75DF2DEB91B6}"/>
              </a:ext>
            </a:extLst>
          </p:cNvPr>
          <p:cNvGrpSpPr>
            <a:grpSpLocks/>
          </p:cNvGrpSpPr>
          <p:nvPr/>
        </p:nvGrpSpPr>
        <p:grpSpPr bwMode="auto">
          <a:xfrm>
            <a:off x="1644534" y="1851534"/>
            <a:ext cx="3979825" cy="1870179"/>
            <a:chOff x="448" y="575"/>
            <a:chExt cx="2464" cy="1153"/>
          </a:xfrm>
        </p:grpSpPr>
        <p:sp>
          <p:nvSpPr>
            <p:cNvPr id="137" name="Text Box 55">
              <a:extLst>
                <a:ext uri="{FF2B5EF4-FFF2-40B4-BE49-F238E27FC236}">
                  <a16:creationId xmlns:a16="http://schemas.microsoft.com/office/drawing/2014/main" id="{ABD568B3-431F-3D7E-5895-21EB82BDFA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" y="708"/>
              <a:ext cx="47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8" name="Text Box 48">
              <a:extLst>
                <a:ext uri="{FF2B5EF4-FFF2-40B4-BE49-F238E27FC236}">
                  <a16:creationId xmlns:a16="http://schemas.microsoft.com/office/drawing/2014/main" id="{6F122FC0-E9BE-B7B0-1D6E-2B3502CFD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823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9" name="Text Box 49">
              <a:extLst>
                <a:ext uri="{FF2B5EF4-FFF2-40B4-BE49-F238E27FC236}">
                  <a16:creationId xmlns:a16="http://schemas.microsoft.com/office/drawing/2014/main" id="{44EB46B9-8EAD-B248-FD76-A9F7411E5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42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0" name="Text Box 51">
              <a:extLst>
                <a:ext uri="{FF2B5EF4-FFF2-40B4-BE49-F238E27FC236}">
                  <a16:creationId xmlns:a16="http://schemas.microsoft.com/office/drawing/2014/main" id="{C9CA5527-F482-8366-6621-2607F886A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1014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1" name="Text Box 52">
              <a:extLst>
                <a:ext uri="{FF2B5EF4-FFF2-40B4-BE49-F238E27FC236}">
                  <a16:creationId xmlns:a16="http://schemas.microsoft.com/office/drawing/2014/main" id="{7D9CC09E-8B35-DE8F-3F0E-A2B2F3153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673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2" name="Text Box 54">
              <a:extLst>
                <a:ext uri="{FF2B5EF4-FFF2-40B4-BE49-F238E27FC236}">
                  <a16:creationId xmlns:a16="http://schemas.microsoft.com/office/drawing/2014/main" id="{4C9526B4-C962-BB00-EE8F-194DF7260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1036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3" name="Text Box 56">
              <a:extLst>
                <a:ext uri="{FF2B5EF4-FFF2-40B4-BE49-F238E27FC236}">
                  <a16:creationId xmlns:a16="http://schemas.microsoft.com/office/drawing/2014/main" id="{AC4FF571-8986-C63E-9E14-BC7FC8AE0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148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CA" altLang="zh-CN" sz="18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4" name="Text Box 58">
              <a:extLst>
                <a:ext uri="{FF2B5EF4-FFF2-40B4-BE49-F238E27FC236}">
                  <a16:creationId xmlns:a16="http://schemas.microsoft.com/office/drawing/2014/main" id="{D1791402-BEDA-BD0D-7977-0EF03329E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1501"/>
              <a:ext cx="47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5" name="Text Box 59">
              <a:extLst>
                <a:ext uri="{FF2B5EF4-FFF2-40B4-BE49-F238E27FC236}">
                  <a16:creationId xmlns:a16="http://schemas.microsoft.com/office/drawing/2014/main" id="{565A2996-6A22-4C1D-BC36-3C8013736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3" y="1250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6" name="Text Box 62">
              <a:extLst>
                <a:ext uri="{FF2B5EF4-FFF2-40B4-BE49-F238E27FC236}">
                  <a16:creationId xmlns:a16="http://schemas.microsoft.com/office/drawing/2014/main" id="{96C82D44-1D9E-1639-D131-1C20B6F79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57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7" name="Text Box 52">
            <a:extLst>
              <a:ext uri="{FF2B5EF4-FFF2-40B4-BE49-F238E27FC236}">
                <a16:creationId xmlns:a16="http://schemas.microsoft.com/office/drawing/2014/main" id="{0B62CA93-019F-25EC-75B6-3419F9567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784" y="243870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8" name="Text Box 52">
            <a:extLst>
              <a:ext uri="{FF2B5EF4-FFF2-40B4-BE49-F238E27FC236}">
                <a16:creationId xmlns:a16="http://schemas.microsoft.com/office/drawing/2014/main" id="{5F88B0A9-020B-E4F8-079C-3836EC6A6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280527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9" name="Text Box 52">
            <a:extLst>
              <a:ext uri="{FF2B5EF4-FFF2-40B4-BE49-F238E27FC236}">
                <a16:creationId xmlns:a16="http://schemas.microsoft.com/office/drawing/2014/main" id="{F6AE1F88-7601-2A9D-9BAE-F947665F2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522" y="344697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0" name="Text Box 52">
            <a:extLst>
              <a:ext uri="{FF2B5EF4-FFF2-40B4-BE49-F238E27FC236}">
                <a16:creationId xmlns:a16="http://schemas.microsoft.com/office/drawing/2014/main" id="{A2398BFA-98A0-9FCC-90CD-63C1CF5FA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11" y="3511403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1" name="Text Box 54">
            <a:extLst>
              <a:ext uri="{FF2B5EF4-FFF2-40B4-BE49-F238E27FC236}">
                <a16:creationId xmlns:a16="http://schemas.microsoft.com/office/drawing/2014/main" id="{4DDE6481-8D22-37EC-8565-B0A467CD5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574" y="251686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2" name="Text Box 54">
            <a:extLst>
              <a:ext uri="{FF2B5EF4-FFF2-40B4-BE49-F238E27FC236}">
                <a16:creationId xmlns:a16="http://schemas.microsoft.com/office/drawing/2014/main" id="{EFEEE969-763C-B9E4-56A3-ED35182AE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64" y="2250548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3" name="Text Box 54">
            <a:extLst>
              <a:ext uri="{FF2B5EF4-FFF2-40B4-BE49-F238E27FC236}">
                <a16:creationId xmlns:a16="http://schemas.microsoft.com/office/drawing/2014/main" id="{59F19B78-1DC5-2096-AC3D-25125B2F7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604" y="2599281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4" name="Text Box 54">
            <a:extLst>
              <a:ext uri="{FF2B5EF4-FFF2-40B4-BE49-F238E27FC236}">
                <a16:creationId xmlns:a16="http://schemas.microsoft.com/office/drawing/2014/main" id="{CC0B1898-B35C-5549-35B5-559EBFABD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95" y="3466816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5" name="椭圆 7">
            <a:extLst>
              <a:ext uri="{FF2B5EF4-FFF2-40B4-BE49-F238E27FC236}">
                <a16:creationId xmlns:a16="http://schemas.microsoft.com/office/drawing/2014/main" id="{75FCE450-2827-E9C2-F4E5-7DD8FF0D6706}"/>
              </a:ext>
            </a:extLst>
          </p:cNvPr>
          <p:cNvSpPr/>
          <p:nvPr/>
        </p:nvSpPr>
        <p:spPr>
          <a:xfrm>
            <a:off x="4848217" y="5464315"/>
            <a:ext cx="208369" cy="1951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 Box 42">
            <a:extLst>
              <a:ext uri="{FF2B5EF4-FFF2-40B4-BE49-F238E27FC236}">
                <a16:creationId xmlns:a16="http://schemas.microsoft.com/office/drawing/2014/main" id="{2AEC1F83-C9B9-D61A-C128-F4889F69D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4389439"/>
            <a:ext cx="1325563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1 0 1 1</a:t>
            </a:r>
          </a:p>
        </p:txBody>
      </p:sp>
    </p:spTree>
    <p:extLst>
      <p:ext uri="{BB962C8B-B14F-4D97-AF65-F5344CB8AC3E}">
        <p14:creationId xmlns:p14="http://schemas.microsoft.com/office/powerpoint/2010/main" val="379459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3" grpId="0" animBg="1"/>
      <p:bldP spid="84" grpId="0"/>
      <p:bldP spid="91" grpId="0"/>
      <p:bldP spid="92" grpId="0" animBg="1"/>
      <p:bldP spid="112" grpId="0"/>
      <p:bldP spid="122" grpId="0" animBg="1"/>
      <p:bldP spid="123" grpId="0" animBg="1"/>
      <p:bldP spid="124" grpId="0" animBg="1"/>
      <p:bldP spid="125" grpId="0" animBg="1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 animBg="1"/>
      <p:bldP spid="1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052EEC3C-DDF7-ED45-A7B5-D310FFB6D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402" y="4782392"/>
            <a:ext cx="1270000" cy="16761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B4C65865-2FE0-E05A-CE54-12AD8E437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196" y="4297853"/>
            <a:ext cx="1270000" cy="18374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86">
            <a:extLst>
              <a:ext uri="{FF2B5EF4-FFF2-40B4-BE49-F238E27FC236}">
                <a16:creationId xmlns:a16="http://schemas.microsoft.com/office/drawing/2014/main" id="{5440E86A-5640-3472-2217-FB7CE330B9F4}"/>
              </a:ext>
            </a:extLst>
          </p:cNvPr>
          <p:cNvSpPr/>
          <p:nvPr/>
        </p:nvSpPr>
        <p:spPr>
          <a:xfrm>
            <a:off x="7269078" y="1613284"/>
            <a:ext cx="1980905" cy="2389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EACCBA-F456-BC28-83C7-E4F49B513A16}"/>
              </a:ext>
            </a:extLst>
          </p:cNvPr>
          <p:cNvSpPr/>
          <p:nvPr/>
        </p:nvSpPr>
        <p:spPr>
          <a:xfrm>
            <a:off x="1310813" y="1545418"/>
            <a:ext cx="4148889" cy="23899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1077E3-D751-B093-EDA7-133F5089E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397" y="1216409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 Population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08D68882-1A73-52DD-60D4-C961AB53995C}"/>
              </a:ext>
            </a:extLst>
          </p:cNvPr>
          <p:cNvGrpSpPr>
            <a:grpSpLocks/>
          </p:cNvGrpSpPr>
          <p:nvPr/>
        </p:nvGrpSpPr>
        <p:grpSpPr bwMode="auto">
          <a:xfrm>
            <a:off x="7601239" y="1907937"/>
            <a:ext cx="2041525" cy="1973263"/>
            <a:chOff x="4186" y="763"/>
            <a:chExt cx="1286" cy="1243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D4090E51-24C3-7474-3E54-B9FDBF116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63"/>
              <a:ext cx="8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56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453C545C-A0A8-5477-FF2A-41BD157DB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014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29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C1998EC6-2248-EAE1-AA4D-9207C6639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83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C0380D07-763B-6EA9-DC3E-366DABFC9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14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173C6041-166F-2C67-FB51-4F45C36DA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6" y="1773"/>
              <a:ext cx="9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Avg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  <a:sym typeface="Symbol" pitchFamily="18" charset="2"/>
                </a:rPr>
                <a:t>= 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  <a:sym typeface="Symbol" pitchFamily="18" charset="2"/>
                </a:rPr>
                <a:t>25.5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" name="Text Box 13">
            <a:extLst>
              <a:ext uri="{FF2B5EF4-FFF2-40B4-BE49-F238E27FC236}">
                <a16:creationId xmlns:a16="http://schemas.microsoft.com/office/drawing/2014/main" id="{F76863D1-49D4-461C-196D-540BDE8D1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41" y="6167045"/>
            <a:ext cx="249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Population</a:t>
            </a:r>
            <a:endParaRPr lang="en-CA" altLang="zh-CN" sz="2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516AFC45-75ED-A6A0-7A2F-8D8138174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5085" y="4941935"/>
            <a:ext cx="0" cy="990600"/>
          </a:xfrm>
          <a:prstGeom prst="line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23">
            <a:extLst>
              <a:ext uri="{FF2B5EF4-FFF2-40B4-BE49-F238E27FC236}">
                <a16:creationId xmlns:a16="http://schemas.microsoft.com/office/drawing/2014/main" id="{12E4DF20-90FE-CF7B-DAD6-4B3BD0D717C1}"/>
              </a:ext>
            </a:extLst>
          </p:cNvPr>
          <p:cNvGrpSpPr>
            <a:grpSpLocks/>
          </p:cNvGrpSpPr>
          <p:nvPr/>
        </p:nvGrpSpPr>
        <p:grpSpPr bwMode="auto">
          <a:xfrm>
            <a:off x="6387097" y="5003851"/>
            <a:ext cx="1527175" cy="1276351"/>
            <a:chOff x="3472" y="2900"/>
            <a:chExt cx="962" cy="804"/>
          </a:xfrm>
        </p:grpSpPr>
        <p:sp>
          <p:nvSpPr>
            <p:cNvPr id="17" name="Text Box 24">
              <a:extLst>
                <a:ext uri="{FF2B5EF4-FFF2-40B4-BE49-F238E27FC236}">
                  <a16:creationId xmlns:a16="http://schemas.microsoft.com/office/drawing/2014/main" id="{EEC091CB-D5A7-6ED1-B269-CCD06FF45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2900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1 0 1 1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21E922F0-A1C9-0606-AA97-96A44CDD2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131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0 0 0 1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id="{A32DC67C-0B64-9BC2-23FA-91A5B73D0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2" y="3250"/>
              <a:ext cx="349" cy="4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B5E40792-F0CA-39C0-EDEC-62386980F9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989"/>
              <a:ext cx="402" cy="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30">
            <a:extLst>
              <a:ext uri="{FF2B5EF4-FFF2-40B4-BE49-F238E27FC236}">
                <a16:creationId xmlns:a16="http://schemas.microsoft.com/office/drawing/2014/main" id="{6D533CE2-7FD2-13E0-58D4-9F1735710B8B}"/>
              </a:ext>
            </a:extLst>
          </p:cNvPr>
          <p:cNvGrpSpPr>
            <a:grpSpLocks/>
          </p:cNvGrpSpPr>
          <p:nvPr/>
        </p:nvGrpSpPr>
        <p:grpSpPr bwMode="auto">
          <a:xfrm>
            <a:off x="4812299" y="5053703"/>
            <a:ext cx="1649028" cy="689704"/>
            <a:chOff x="2464" y="2923"/>
            <a:chExt cx="949" cy="427"/>
          </a:xfrm>
        </p:grpSpPr>
        <p:sp>
          <p:nvSpPr>
            <p:cNvPr id="22" name="Text Box 31">
              <a:extLst>
                <a:ext uri="{FF2B5EF4-FFF2-40B4-BE49-F238E27FC236}">
                  <a16:creationId xmlns:a16="http://schemas.microsoft.com/office/drawing/2014/main" id="{407EF338-4916-28AE-BD3A-AAC4B780A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1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0 0 1 1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3" name="Text Box 32">
              <a:extLst>
                <a:ext uri="{FF2B5EF4-FFF2-40B4-BE49-F238E27FC236}">
                  <a16:creationId xmlns:a16="http://schemas.microsoft.com/office/drawing/2014/main" id="{F5B37627-1F4F-A200-93B8-2A16A665D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9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1 0 0 1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AutoShape 33">
              <a:extLst>
                <a:ext uri="{FF2B5EF4-FFF2-40B4-BE49-F238E27FC236}">
                  <a16:creationId xmlns:a16="http://schemas.microsoft.com/office/drawing/2014/main" id="{5D6C6BF4-2338-0E55-1D8E-08F1658313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31" y="2973"/>
              <a:ext cx="482" cy="3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" name="Text Box 34">
            <a:extLst>
              <a:ext uri="{FF2B5EF4-FFF2-40B4-BE49-F238E27FC236}">
                <a16:creationId xmlns:a16="http://schemas.microsoft.com/office/drawing/2014/main" id="{B3365A75-B338-EF9E-DBBC-0215DF52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359" y="5231372"/>
            <a:ext cx="1039114" cy="30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</p:txBody>
      </p:sp>
      <p:grpSp>
        <p:nvGrpSpPr>
          <p:cNvPr id="26" name="Group 35">
            <a:extLst>
              <a:ext uri="{FF2B5EF4-FFF2-40B4-BE49-F238E27FC236}">
                <a16:creationId xmlns:a16="http://schemas.microsoft.com/office/drawing/2014/main" id="{080BE407-BA25-F103-D431-D79276C019FA}"/>
              </a:ext>
            </a:extLst>
          </p:cNvPr>
          <p:cNvGrpSpPr>
            <a:grpSpLocks/>
          </p:cNvGrpSpPr>
          <p:nvPr/>
        </p:nvGrpSpPr>
        <p:grpSpPr bwMode="auto">
          <a:xfrm>
            <a:off x="3253372" y="5027660"/>
            <a:ext cx="1614488" cy="733425"/>
            <a:chOff x="1490" y="2899"/>
            <a:chExt cx="1017" cy="462"/>
          </a:xfrm>
        </p:grpSpPr>
        <p:grpSp>
          <p:nvGrpSpPr>
            <p:cNvPr id="27" name="Group 36">
              <a:extLst>
                <a:ext uri="{FF2B5EF4-FFF2-40B4-BE49-F238E27FC236}">
                  <a16:creationId xmlns:a16="http://schemas.microsoft.com/office/drawing/2014/main" id="{3428DAB1-8E5E-13B2-DFBB-78EF60B05D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899"/>
              <a:ext cx="970" cy="462"/>
              <a:chOff x="2464" y="2900"/>
              <a:chExt cx="970" cy="462"/>
            </a:xfrm>
          </p:grpSpPr>
          <p:sp>
            <p:nvSpPr>
              <p:cNvPr id="29" name="Text Box 37">
                <a:extLst>
                  <a:ext uri="{FF2B5EF4-FFF2-40B4-BE49-F238E27FC236}">
                    <a16:creationId xmlns:a16="http://schemas.microsoft.com/office/drawing/2014/main" id="{B37DBDF0-DA9A-798F-A94D-9D3DA8FA2F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2900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1 0 0 1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 Box 38">
                <a:extLst>
                  <a:ext uri="{FF2B5EF4-FFF2-40B4-BE49-F238E27FC236}">
                    <a16:creationId xmlns:a16="http://schemas.microsoft.com/office/drawing/2014/main" id="{57214CBE-D9CD-D709-22B7-D0D4E0C32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3131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</a:t>
                </a: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1 1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1" name="AutoShape 39">
                <a:extLst>
                  <a:ext uri="{FF2B5EF4-FFF2-40B4-BE49-F238E27FC236}">
                    <a16:creationId xmlns:a16="http://schemas.microsoft.com/office/drawing/2014/main" id="{0283D9F6-AC7E-D7AF-AB57-625A618FC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042" y="2967"/>
                <a:ext cx="392" cy="327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zh-CN" altLang="en-US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Text Box 40">
              <a:extLst>
                <a:ext uri="{FF2B5EF4-FFF2-40B4-BE49-F238E27FC236}">
                  <a16:creationId xmlns:a16="http://schemas.microsoft.com/office/drawing/2014/main" id="{6040B6CE-36AF-4E2E-E8C3-6572949D7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" y="3018"/>
              <a:ext cx="3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altLang="zh-CN" sz="1400">
                <a:solidFill>
                  <a:schemeClr val="bg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32" name="Text Box 42">
            <a:extLst>
              <a:ext uri="{FF2B5EF4-FFF2-40B4-BE49-F238E27FC236}">
                <a16:creationId xmlns:a16="http://schemas.microsoft.com/office/drawing/2014/main" id="{423BBFDC-6B13-A1DD-6541-6FD6248A7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4392661"/>
            <a:ext cx="132556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1 0 1 1</a:t>
            </a:r>
          </a:p>
        </p:txBody>
      </p:sp>
      <p:sp>
        <p:nvSpPr>
          <p:cNvPr id="33" name="Line 43">
            <a:extLst>
              <a:ext uri="{FF2B5EF4-FFF2-40B4-BE49-F238E27FC236}">
                <a16:creationId xmlns:a16="http://schemas.microsoft.com/office/drawing/2014/main" id="{5DAEFFDF-F4AC-D942-26B0-2DB402759A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1335" y="5237212"/>
            <a:ext cx="1106488" cy="1555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44">
            <a:extLst>
              <a:ext uri="{FF2B5EF4-FFF2-40B4-BE49-F238E27FC236}">
                <a16:creationId xmlns:a16="http://schemas.microsoft.com/office/drawing/2014/main" id="{9725F368-3925-5ABB-92D7-F909D995BA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1185" y="5597574"/>
            <a:ext cx="1036638" cy="16351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Box 45">
            <a:extLst>
              <a:ext uri="{FF2B5EF4-FFF2-40B4-BE49-F238E27FC236}">
                <a16:creationId xmlns:a16="http://schemas.microsoft.com/office/drawing/2014/main" id="{37E0364D-6B3B-916A-62C8-66141568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641" y="1181729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  <a:endParaRPr lang="en-CA" altLang="zh-CN" sz="20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36" name="组合 6">
            <a:extLst>
              <a:ext uri="{FF2B5EF4-FFF2-40B4-BE49-F238E27FC236}">
                <a16:creationId xmlns:a16="http://schemas.microsoft.com/office/drawing/2014/main" id="{89EE5D94-EEE5-E31B-5141-45F8610E3B39}"/>
              </a:ext>
            </a:extLst>
          </p:cNvPr>
          <p:cNvGrpSpPr/>
          <p:nvPr/>
        </p:nvGrpSpPr>
        <p:grpSpPr>
          <a:xfrm>
            <a:off x="2963875" y="1746806"/>
            <a:ext cx="5201222" cy="1765300"/>
            <a:chOff x="2075878" y="1321309"/>
            <a:chExt cx="5201222" cy="1765300"/>
          </a:xfrm>
        </p:grpSpPr>
        <p:grpSp>
          <p:nvGrpSpPr>
            <p:cNvPr id="37" name="Group 65">
              <a:extLst>
                <a:ext uri="{FF2B5EF4-FFF2-40B4-BE49-F238E27FC236}">
                  <a16:creationId xmlns:a16="http://schemas.microsoft.com/office/drawing/2014/main" id="{FD24456D-B4CA-AE69-299B-36E801174D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900" y="1321309"/>
              <a:ext cx="4648200" cy="1765300"/>
              <a:chOff x="1584" y="672"/>
              <a:chExt cx="2928" cy="1112"/>
            </a:xfrm>
          </p:grpSpPr>
          <p:sp>
            <p:nvSpPr>
              <p:cNvPr id="42" name="Text Box 66">
                <a:extLst>
                  <a:ext uri="{FF2B5EF4-FFF2-40B4-BE49-F238E27FC236}">
                    <a16:creationId xmlns:a16="http://schemas.microsoft.com/office/drawing/2014/main" id="{2BC5FEC3-3EDB-FAA3-5BC8-0E54DC032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014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0010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 Box 67">
                <a:extLst>
                  <a:ext uri="{FF2B5EF4-FFF2-40B4-BE49-F238E27FC236}">
                    <a16:creationId xmlns:a16="http://schemas.microsoft.com/office/drawing/2014/main" id="{87B29A1E-2863-0A17-1A93-3758286F3B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283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0001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 Box 68">
                <a:extLst>
                  <a:ext uri="{FF2B5EF4-FFF2-40B4-BE49-F238E27FC236}">
                    <a16:creationId xmlns:a16="http://schemas.microsoft.com/office/drawing/2014/main" id="{74F47D38-EC7F-AAF5-12C1-B092F7C9F2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763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1011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 Box 69">
                <a:extLst>
                  <a:ext uri="{FF2B5EF4-FFF2-40B4-BE49-F238E27FC236}">
                    <a16:creationId xmlns:a16="http://schemas.microsoft.com/office/drawing/2014/main" id="{CD43B7C6-32F7-4DF1-4EDB-533B3CAF3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514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0000</a:t>
                </a:r>
                <a:endPara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Freeform 70">
                <a:extLst>
                  <a:ext uri="{FF2B5EF4-FFF2-40B4-BE49-F238E27FC236}">
                    <a16:creationId xmlns:a16="http://schemas.microsoft.com/office/drawing/2014/main" id="{B537CB7B-8F6A-2796-5103-0CCB248B2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672"/>
                <a:ext cx="2292" cy="218"/>
              </a:xfrm>
              <a:custGeom>
                <a:avLst/>
                <a:gdLst>
                  <a:gd name="T0" fmla="*/ 24 w 2136"/>
                  <a:gd name="T1" fmla="*/ 192 h 192"/>
                  <a:gd name="T2" fmla="*/ 72 w 2136"/>
                  <a:gd name="T3" fmla="*/ 144 h 192"/>
                  <a:gd name="T4" fmla="*/ 456 w 2136"/>
                  <a:gd name="T5" fmla="*/ 48 h 192"/>
                  <a:gd name="T6" fmla="*/ 1032 w 2136"/>
                  <a:gd name="T7" fmla="*/ 0 h 192"/>
                  <a:gd name="T8" fmla="*/ 1512 w 2136"/>
                  <a:gd name="T9" fmla="*/ 48 h 192"/>
                  <a:gd name="T10" fmla="*/ 1992 w 2136"/>
                  <a:gd name="T11" fmla="*/ 144 h 192"/>
                  <a:gd name="T12" fmla="*/ 2136 w 2136"/>
                  <a:gd name="T13" fmla="*/ 192 h 1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36"/>
                  <a:gd name="T22" fmla="*/ 0 h 192"/>
                  <a:gd name="T23" fmla="*/ 2136 w 2136"/>
                  <a:gd name="T24" fmla="*/ 192 h 1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36" h="192">
                    <a:moveTo>
                      <a:pt x="24" y="192"/>
                    </a:moveTo>
                    <a:cubicBezTo>
                      <a:pt x="12" y="180"/>
                      <a:pt x="0" y="168"/>
                      <a:pt x="72" y="144"/>
                    </a:cubicBezTo>
                    <a:cubicBezTo>
                      <a:pt x="144" y="120"/>
                      <a:pt x="296" y="72"/>
                      <a:pt x="456" y="48"/>
                    </a:cubicBezTo>
                    <a:cubicBezTo>
                      <a:pt x="616" y="24"/>
                      <a:pt x="856" y="0"/>
                      <a:pt x="1032" y="0"/>
                    </a:cubicBezTo>
                    <a:cubicBezTo>
                      <a:pt x="1208" y="0"/>
                      <a:pt x="1352" y="24"/>
                      <a:pt x="1512" y="48"/>
                    </a:cubicBezTo>
                    <a:cubicBezTo>
                      <a:pt x="1672" y="72"/>
                      <a:pt x="1888" y="120"/>
                      <a:pt x="1992" y="144"/>
                    </a:cubicBezTo>
                    <a:cubicBezTo>
                      <a:pt x="2096" y="168"/>
                      <a:pt x="2116" y="180"/>
                      <a:pt x="2136" y="192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dash"/>
                <a:miter lim="800000"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Freeform 71">
                <a:extLst>
                  <a:ext uri="{FF2B5EF4-FFF2-40B4-BE49-F238E27FC236}">
                    <a16:creationId xmlns:a16="http://schemas.microsoft.com/office/drawing/2014/main" id="{5C39FEAB-A0E7-2C46-B976-2AFA78FBF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071"/>
                <a:ext cx="1728" cy="89"/>
              </a:xfrm>
              <a:custGeom>
                <a:avLst/>
                <a:gdLst>
                  <a:gd name="T0" fmla="*/ 0 w 1728"/>
                  <a:gd name="T1" fmla="*/ 8 h 256"/>
                  <a:gd name="T2" fmla="*/ 288 w 1728"/>
                  <a:gd name="T3" fmla="*/ 8 h 256"/>
                  <a:gd name="T4" fmla="*/ 768 w 1728"/>
                  <a:gd name="T5" fmla="*/ 56 h 256"/>
                  <a:gd name="T6" fmla="*/ 1104 w 1728"/>
                  <a:gd name="T7" fmla="*/ 152 h 256"/>
                  <a:gd name="T8" fmla="*/ 1296 w 1728"/>
                  <a:gd name="T9" fmla="*/ 200 h 256"/>
                  <a:gd name="T10" fmla="*/ 1584 w 1728"/>
                  <a:gd name="T11" fmla="*/ 248 h 256"/>
                  <a:gd name="T12" fmla="*/ 1728 w 1728"/>
                  <a:gd name="T13" fmla="*/ 248 h 2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8"/>
                  <a:gd name="T22" fmla="*/ 0 h 256"/>
                  <a:gd name="T23" fmla="*/ 1728 w 1728"/>
                  <a:gd name="T24" fmla="*/ 256 h 2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8" h="256">
                    <a:moveTo>
                      <a:pt x="0" y="8"/>
                    </a:moveTo>
                    <a:cubicBezTo>
                      <a:pt x="80" y="4"/>
                      <a:pt x="160" y="0"/>
                      <a:pt x="288" y="8"/>
                    </a:cubicBezTo>
                    <a:cubicBezTo>
                      <a:pt x="416" y="16"/>
                      <a:pt x="632" y="32"/>
                      <a:pt x="768" y="56"/>
                    </a:cubicBezTo>
                    <a:cubicBezTo>
                      <a:pt x="904" y="80"/>
                      <a:pt x="1016" y="128"/>
                      <a:pt x="1104" y="152"/>
                    </a:cubicBezTo>
                    <a:cubicBezTo>
                      <a:pt x="1192" y="176"/>
                      <a:pt x="1216" y="184"/>
                      <a:pt x="1296" y="200"/>
                    </a:cubicBezTo>
                    <a:cubicBezTo>
                      <a:pt x="1376" y="216"/>
                      <a:pt x="1512" y="240"/>
                      <a:pt x="1584" y="248"/>
                    </a:cubicBezTo>
                    <a:cubicBezTo>
                      <a:pt x="1656" y="256"/>
                      <a:pt x="1692" y="252"/>
                      <a:pt x="1728" y="24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dash"/>
                <a:miter lim="800000"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Freeform 72">
                <a:extLst>
                  <a:ext uri="{FF2B5EF4-FFF2-40B4-BE49-F238E27FC236}">
                    <a16:creationId xmlns:a16="http://schemas.microsoft.com/office/drawing/2014/main" id="{BEA40BA1-5F85-A869-5E58-44922B7E0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8" y="1293"/>
                <a:ext cx="1176" cy="107"/>
              </a:xfrm>
              <a:custGeom>
                <a:avLst/>
                <a:gdLst>
                  <a:gd name="T0" fmla="*/ 0 w 1200"/>
                  <a:gd name="T1" fmla="*/ 0 h 296"/>
                  <a:gd name="T2" fmla="*/ 192 w 1200"/>
                  <a:gd name="T3" fmla="*/ 96 h 296"/>
                  <a:gd name="T4" fmla="*/ 336 w 1200"/>
                  <a:gd name="T5" fmla="*/ 192 h 296"/>
                  <a:gd name="T6" fmla="*/ 528 w 1200"/>
                  <a:gd name="T7" fmla="*/ 240 h 296"/>
                  <a:gd name="T8" fmla="*/ 816 w 1200"/>
                  <a:gd name="T9" fmla="*/ 288 h 296"/>
                  <a:gd name="T10" fmla="*/ 1056 w 1200"/>
                  <a:gd name="T11" fmla="*/ 288 h 296"/>
                  <a:gd name="T12" fmla="*/ 1200 w 1200"/>
                  <a:gd name="T13" fmla="*/ 288 h 2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00"/>
                  <a:gd name="T22" fmla="*/ 0 h 296"/>
                  <a:gd name="T23" fmla="*/ 1200 w 1200"/>
                  <a:gd name="T24" fmla="*/ 296 h 2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00" h="296">
                    <a:moveTo>
                      <a:pt x="0" y="0"/>
                    </a:moveTo>
                    <a:cubicBezTo>
                      <a:pt x="68" y="32"/>
                      <a:pt x="136" y="64"/>
                      <a:pt x="192" y="96"/>
                    </a:cubicBezTo>
                    <a:cubicBezTo>
                      <a:pt x="248" y="128"/>
                      <a:pt x="280" y="168"/>
                      <a:pt x="336" y="192"/>
                    </a:cubicBezTo>
                    <a:cubicBezTo>
                      <a:pt x="392" y="216"/>
                      <a:pt x="448" y="224"/>
                      <a:pt x="528" y="240"/>
                    </a:cubicBezTo>
                    <a:cubicBezTo>
                      <a:pt x="608" y="256"/>
                      <a:pt x="728" y="280"/>
                      <a:pt x="816" y="288"/>
                    </a:cubicBezTo>
                    <a:cubicBezTo>
                      <a:pt x="904" y="296"/>
                      <a:pt x="992" y="288"/>
                      <a:pt x="1056" y="288"/>
                    </a:cubicBezTo>
                    <a:cubicBezTo>
                      <a:pt x="1120" y="288"/>
                      <a:pt x="1160" y="288"/>
                      <a:pt x="1200" y="28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dash"/>
                <a:miter lim="800000"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Freeform 73">
                <a:extLst>
                  <a:ext uri="{FF2B5EF4-FFF2-40B4-BE49-F238E27FC236}">
                    <a16:creationId xmlns:a16="http://schemas.microsoft.com/office/drawing/2014/main" id="{FA73686D-8CF9-BC7D-95AE-CADBE5FAA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464"/>
                <a:ext cx="2448" cy="320"/>
              </a:xfrm>
              <a:custGeom>
                <a:avLst/>
                <a:gdLst>
                  <a:gd name="T0" fmla="*/ 0 w 2448"/>
                  <a:gd name="T1" fmla="*/ 24 h 320"/>
                  <a:gd name="T2" fmla="*/ 288 w 2448"/>
                  <a:gd name="T3" fmla="*/ 24 h 320"/>
                  <a:gd name="T4" fmla="*/ 720 w 2448"/>
                  <a:gd name="T5" fmla="*/ 168 h 320"/>
                  <a:gd name="T6" fmla="*/ 1200 w 2448"/>
                  <a:gd name="T7" fmla="*/ 312 h 320"/>
                  <a:gd name="T8" fmla="*/ 1824 w 2448"/>
                  <a:gd name="T9" fmla="*/ 216 h 320"/>
                  <a:gd name="T10" fmla="*/ 2448 w 2448"/>
                  <a:gd name="T11" fmla="*/ 168 h 3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48"/>
                  <a:gd name="T19" fmla="*/ 0 h 320"/>
                  <a:gd name="T20" fmla="*/ 2448 w 2448"/>
                  <a:gd name="T21" fmla="*/ 320 h 3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48" h="320">
                    <a:moveTo>
                      <a:pt x="0" y="24"/>
                    </a:moveTo>
                    <a:cubicBezTo>
                      <a:pt x="84" y="12"/>
                      <a:pt x="168" y="0"/>
                      <a:pt x="288" y="24"/>
                    </a:cubicBezTo>
                    <a:cubicBezTo>
                      <a:pt x="408" y="48"/>
                      <a:pt x="568" y="120"/>
                      <a:pt x="720" y="168"/>
                    </a:cubicBezTo>
                    <a:cubicBezTo>
                      <a:pt x="872" y="216"/>
                      <a:pt x="1016" y="304"/>
                      <a:pt x="1200" y="312"/>
                    </a:cubicBezTo>
                    <a:cubicBezTo>
                      <a:pt x="1384" y="320"/>
                      <a:pt x="1616" y="240"/>
                      <a:pt x="1824" y="216"/>
                    </a:cubicBezTo>
                    <a:cubicBezTo>
                      <a:pt x="2032" y="192"/>
                      <a:pt x="2240" y="180"/>
                      <a:pt x="2448" y="16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dash"/>
                <a:miter lim="800000"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" name="Oval 74">
              <a:extLst>
                <a:ext uri="{FF2B5EF4-FFF2-40B4-BE49-F238E27FC236}">
                  <a16:creationId xmlns:a16="http://schemas.microsoft.com/office/drawing/2014/main" id="{543223CB-DA6D-C12C-A86C-3ED8795F0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805" y="1872000"/>
              <a:ext cx="533400" cy="30321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9" name="Oval 75">
              <a:extLst>
                <a:ext uri="{FF2B5EF4-FFF2-40B4-BE49-F238E27FC236}">
                  <a16:creationId xmlns:a16="http://schemas.microsoft.com/office/drawing/2014/main" id="{A052AF49-DD63-76B3-3D66-893E79541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6080" y="2183150"/>
              <a:ext cx="533400" cy="30321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0" name="Oval 76">
              <a:extLst>
                <a:ext uri="{FF2B5EF4-FFF2-40B4-BE49-F238E27FC236}">
                  <a16:creationId xmlns:a16="http://schemas.microsoft.com/office/drawing/2014/main" id="{02F76251-3CB4-D5CC-0DDF-11DB79C46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168" y="1696157"/>
              <a:ext cx="533400" cy="30321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Oval 77">
              <a:extLst>
                <a:ext uri="{FF2B5EF4-FFF2-40B4-BE49-F238E27FC236}">
                  <a16:creationId xmlns:a16="http://schemas.microsoft.com/office/drawing/2014/main" id="{6E96E9B5-D3C7-1505-88B6-8914BD00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5878" y="2563302"/>
              <a:ext cx="533400" cy="30321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18">
            <a:extLst>
              <a:ext uri="{FF2B5EF4-FFF2-40B4-BE49-F238E27FC236}">
                <a16:creationId xmlns:a16="http://schemas.microsoft.com/office/drawing/2014/main" id="{929DE8CB-39E6-6D5A-BD01-61127DE5928D}"/>
              </a:ext>
            </a:extLst>
          </p:cNvPr>
          <p:cNvGrpSpPr>
            <a:grpSpLocks/>
          </p:cNvGrpSpPr>
          <p:nvPr/>
        </p:nvGrpSpPr>
        <p:grpSpPr bwMode="auto">
          <a:xfrm>
            <a:off x="7798089" y="4973685"/>
            <a:ext cx="793750" cy="1527176"/>
            <a:chOff x="4396" y="2790"/>
            <a:chExt cx="500" cy="962"/>
          </a:xfrm>
        </p:grpSpPr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8B2E2FF1-68A2-1164-821A-5D6575F94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04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2" name="Text Box 20">
              <a:extLst>
                <a:ext uri="{FF2B5EF4-FFF2-40B4-BE49-F238E27FC236}">
                  <a16:creationId xmlns:a16="http://schemas.microsoft.com/office/drawing/2014/main" id="{0C1F117E-7CBD-2A34-0FAF-7CA312F38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3261"/>
              <a:ext cx="480" cy="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CA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</a:p>
          </p:txBody>
        </p:sp>
        <p:sp>
          <p:nvSpPr>
            <p:cNvPr id="53" name="Text Box 21">
              <a:extLst>
                <a:ext uri="{FF2B5EF4-FFF2-40B4-BE49-F238E27FC236}">
                  <a16:creationId xmlns:a16="http://schemas.microsoft.com/office/drawing/2014/main" id="{DAA5D449-74AF-2DAB-7227-4042E1AE7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9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88">
            <a:extLst>
              <a:ext uri="{FF2B5EF4-FFF2-40B4-BE49-F238E27FC236}">
                <a16:creationId xmlns:a16="http://schemas.microsoft.com/office/drawing/2014/main" id="{65C9E8FC-C9C2-A68C-2F75-F2ADACA24C09}"/>
              </a:ext>
            </a:extLst>
          </p:cNvPr>
          <p:cNvGrpSpPr>
            <a:grpSpLocks/>
          </p:cNvGrpSpPr>
          <p:nvPr/>
        </p:nvGrpSpPr>
        <p:grpSpPr bwMode="auto">
          <a:xfrm>
            <a:off x="7326897" y="4035472"/>
            <a:ext cx="2233613" cy="2819181"/>
            <a:chOff x="4056" y="2274"/>
            <a:chExt cx="1407" cy="1792"/>
          </a:xfrm>
        </p:grpSpPr>
        <p:sp>
          <p:nvSpPr>
            <p:cNvPr id="55" name="Text Box 16">
              <a:extLst>
                <a:ext uri="{FF2B5EF4-FFF2-40B4-BE49-F238E27FC236}">
                  <a16:creationId xmlns:a16="http://schemas.microsoft.com/office/drawing/2014/main" id="{07E4B5D0-D64B-B744-6146-109B13B96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3814"/>
              <a:ext cx="12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Mating Pool</a:t>
              </a:r>
            </a:p>
          </p:txBody>
        </p:sp>
        <p:grpSp>
          <p:nvGrpSpPr>
            <p:cNvPr id="56" name="Group 86">
              <a:extLst>
                <a:ext uri="{FF2B5EF4-FFF2-40B4-BE49-F238E27FC236}">
                  <a16:creationId xmlns:a16="http://schemas.microsoft.com/office/drawing/2014/main" id="{0F0E54E0-85B8-E677-DC3C-14E7BA62BC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" y="2274"/>
              <a:ext cx="975" cy="373"/>
              <a:chOff x="4504" y="2234"/>
              <a:chExt cx="975" cy="356"/>
            </a:xfrm>
          </p:grpSpPr>
          <p:sp>
            <p:nvSpPr>
              <p:cNvPr id="57" name="AutoShape 17">
                <a:extLst>
                  <a:ext uri="{FF2B5EF4-FFF2-40B4-BE49-F238E27FC236}">
                    <a16:creationId xmlns:a16="http://schemas.microsoft.com/office/drawing/2014/main" id="{D4B0D533-9573-B863-65E2-AD5FB43A6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4" y="2234"/>
                <a:ext cx="192" cy="356"/>
              </a:xfrm>
              <a:prstGeom prst="downArrow">
                <a:avLst>
                  <a:gd name="adj1" fmla="val 50000"/>
                  <a:gd name="adj2" fmla="val 4895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solidFill>
                    <a:schemeClr val="tx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 Box 78">
                <a:extLst>
                  <a:ext uri="{FF2B5EF4-FFF2-40B4-BE49-F238E27FC236}">
                    <a16:creationId xmlns:a16="http://schemas.microsoft.com/office/drawing/2014/main" id="{DA70D545-9A96-1362-C770-EA0F04156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6" y="2295"/>
                <a:ext cx="783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GB" altLang="zh-CN" sz="20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Selection</a:t>
                </a:r>
              </a:p>
            </p:txBody>
          </p:sp>
        </p:grpSp>
      </p:grpSp>
      <p:sp>
        <p:nvSpPr>
          <p:cNvPr id="59" name="Text Box 34">
            <a:extLst>
              <a:ext uri="{FF2B5EF4-FFF2-40B4-BE49-F238E27FC236}">
                <a16:creationId xmlns:a16="http://schemas.microsoft.com/office/drawing/2014/main" id="{630E805C-95D1-3B24-2D58-F38E5024B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803" y="5222922"/>
            <a:ext cx="731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mutate</a:t>
            </a:r>
          </a:p>
        </p:txBody>
      </p:sp>
      <p:grpSp>
        <p:nvGrpSpPr>
          <p:cNvPr id="60" name="Group 46">
            <a:extLst>
              <a:ext uri="{FF2B5EF4-FFF2-40B4-BE49-F238E27FC236}">
                <a16:creationId xmlns:a16="http://schemas.microsoft.com/office/drawing/2014/main" id="{54F86AF5-3B30-F987-7C49-4CB9D52B74C8}"/>
              </a:ext>
            </a:extLst>
          </p:cNvPr>
          <p:cNvGrpSpPr>
            <a:grpSpLocks/>
          </p:cNvGrpSpPr>
          <p:nvPr/>
        </p:nvGrpSpPr>
        <p:grpSpPr bwMode="auto">
          <a:xfrm>
            <a:off x="1644534" y="1854756"/>
            <a:ext cx="3979825" cy="1870179"/>
            <a:chOff x="448" y="575"/>
            <a:chExt cx="2464" cy="1153"/>
          </a:xfrm>
        </p:grpSpPr>
        <p:sp>
          <p:nvSpPr>
            <p:cNvPr id="61" name="Text Box 48">
              <a:extLst>
                <a:ext uri="{FF2B5EF4-FFF2-40B4-BE49-F238E27FC236}">
                  <a16:creationId xmlns:a16="http://schemas.microsoft.com/office/drawing/2014/main" id="{B6F6F1D4-6C6C-8C29-114B-0E3E8A53D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823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2" name="Text Box 49">
              <a:extLst>
                <a:ext uri="{FF2B5EF4-FFF2-40B4-BE49-F238E27FC236}">
                  <a16:creationId xmlns:a16="http://schemas.microsoft.com/office/drawing/2014/main" id="{13BDF5E2-92A4-8686-711E-58BE83F12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42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3" name="Text Box 51">
              <a:extLst>
                <a:ext uri="{FF2B5EF4-FFF2-40B4-BE49-F238E27FC236}">
                  <a16:creationId xmlns:a16="http://schemas.microsoft.com/office/drawing/2014/main" id="{4C7CD8A4-92AB-734E-3A65-0B89169F1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1014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4" name="Text Box 52">
              <a:extLst>
                <a:ext uri="{FF2B5EF4-FFF2-40B4-BE49-F238E27FC236}">
                  <a16:creationId xmlns:a16="http://schemas.microsoft.com/office/drawing/2014/main" id="{C3A0BAEE-FF16-6571-48FE-B5B2A6399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673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5" name="Text Box 54">
              <a:extLst>
                <a:ext uri="{FF2B5EF4-FFF2-40B4-BE49-F238E27FC236}">
                  <a16:creationId xmlns:a16="http://schemas.microsoft.com/office/drawing/2014/main" id="{4C05DB38-AAF2-3C61-C093-0B49D51D2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1036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6" name="Text Box 55">
              <a:extLst>
                <a:ext uri="{FF2B5EF4-FFF2-40B4-BE49-F238E27FC236}">
                  <a16:creationId xmlns:a16="http://schemas.microsoft.com/office/drawing/2014/main" id="{96C38F2F-D9E4-AB34-E80F-2759DD491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" y="708"/>
              <a:ext cx="47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7" name="Text Box 56">
              <a:extLst>
                <a:ext uri="{FF2B5EF4-FFF2-40B4-BE49-F238E27FC236}">
                  <a16:creationId xmlns:a16="http://schemas.microsoft.com/office/drawing/2014/main" id="{64C523B7-BFA4-4856-EF01-E6666E242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148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CA" altLang="zh-CN" sz="18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8" name="Text Box 58">
              <a:extLst>
                <a:ext uri="{FF2B5EF4-FFF2-40B4-BE49-F238E27FC236}">
                  <a16:creationId xmlns:a16="http://schemas.microsoft.com/office/drawing/2014/main" id="{E41CF9DA-377D-EF34-ED67-6F3432C5C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1501"/>
              <a:ext cx="47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9" name="Text Box 59">
              <a:extLst>
                <a:ext uri="{FF2B5EF4-FFF2-40B4-BE49-F238E27FC236}">
                  <a16:creationId xmlns:a16="http://schemas.microsoft.com/office/drawing/2014/main" id="{ECCA9769-35EB-45B4-26E4-F9DFD7309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3" y="1250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0" name="Text Box 62">
              <a:extLst>
                <a:ext uri="{FF2B5EF4-FFF2-40B4-BE49-F238E27FC236}">
                  <a16:creationId xmlns:a16="http://schemas.microsoft.com/office/drawing/2014/main" id="{20218D64-067C-F07E-BC3D-291D81E3B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57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71" name="Text Box 52">
            <a:extLst>
              <a:ext uri="{FF2B5EF4-FFF2-40B4-BE49-F238E27FC236}">
                <a16:creationId xmlns:a16="http://schemas.microsoft.com/office/drawing/2014/main" id="{DD8C721C-D0B3-85A0-9A35-04ED2A2CB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784" y="2441924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2" name="Text Box 52">
            <a:extLst>
              <a:ext uri="{FF2B5EF4-FFF2-40B4-BE49-F238E27FC236}">
                <a16:creationId xmlns:a16="http://schemas.microsoft.com/office/drawing/2014/main" id="{771C7D52-4B50-3226-E536-87CC35015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2808499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3" name="Text Box 52">
            <a:extLst>
              <a:ext uri="{FF2B5EF4-FFF2-40B4-BE49-F238E27FC236}">
                <a16:creationId xmlns:a16="http://schemas.microsoft.com/office/drawing/2014/main" id="{BDFF1E7C-9AAE-5749-AA14-9760B46F2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522" y="3450194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4" name="Text Box 52">
            <a:extLst>
              <a:ext uri="{FF2B5EF4-FFF2-40B4-BE49-F238E27FC236}">
                <a16:creationId xmlns:a16="http://schemas.microsoft.com/office/drawing/2014/main" id="{69351F55-9C72-F416-971A-C22FDE447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11" y="3514625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5" name="Text Box 54">
            <a:extLst>
              <a:ext uri="{FF2B5EF4-FFF2-40B4-BE49-F238E27FC236}">
                <a16:creationId xmlns:a16="http://schemas.microsoft.com/office/drawing/2014/main" id="{CD7095BD-E807-DEF2-14AF-838FA3F08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574" y="2520089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6" name="Text Box 54">
            <a:extLst>
              <a:ext uri="{FF2B5EF4-FFF2-40B4-BE49-F238E27FC236}">
                <a16:creationId xmlns:a16="http://schemas.microsoft.com/office/drawing/2014/main" id="{F43C99C9-176E-F18A-65E9-041DAC24A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64" y="2253770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7" name="Text Box 54">
            <a:extLst>
              <a:ext uri="{FF2B5EF4-FFF2-40B4-BE49-F238E27FC236}">
                <a16:creationId xmlns:a16="http://schemas.microsoft.com/office/drawing/2014/main" id="{7BB6490C-DD2E-DA2C-D683-322773515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604" y="2602503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8" name="Text Box 54">
            <a:extLst>
              <a:ext uri="{FF2B5EF4-FFF2-40B4-BE49-F238E27FC236}">
                <a16:creationId xmlns:a16="http://schemas.microsoft.com/office/drawing/2014/main" id="{9AA22D81-3352-E2C4-CB95-79C9FE12B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95" y="3470038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9" name="椭圆 7">
            <a:extLst>
              <a:ext uri="{FF2B5EF4-FFF2-40B4-BE49-F238E27FC236}">
                <a16:creationId xmlns:a16="http://schemas.microsoft.com/office/drawing/2014/main" id="{97CDB2ED-377F-BFB3-920B-D3B74F21957C}"/>
              </a:ext>
            </a:extLst>
          </p:cNvPr>
          <p:cNvSpPr/>
          <p:nvPr/>
        </p:nvSpPr>
        <p:spPr>
          <a:xfrm>
            <a:off x="5018552" y="5467537"/>
            <a:ext cx="281268" cy="1727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下箭头 1">
            <a:extLst>
              <a:ext uri="{FF2B5EF4-FFF2-40B4-BE49-F238E27FC236}">
                <a16:creationId xmlns:a16="http://schemas.microsoft.com/office/drawing/2014/main" id="{4879F114-B5C3-EC1A-2DB6-699CF7C06E82}"/>
              </a:ext>
            </a:extLst>
          </p:cNvPr>
          <p:cNvSpPr/>
          <p:nvPr/>
        </p:nvSpPr>
        <p:spPr>
          <a:xfrm rot="10800000">
            <a:off x="1911954" y="3951612"/>
            <a:ext cx="221280" cy="3297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Oval 84">
            <a:extLst>
              <a:ext uri="{FF2B5EF4-FFF2-40B4-BE49-F238E27FC236}">
                <a16:creationId xmlns:a16="http://schemas.microsoft.com/office/drawing/2014/main" id="{529A23AC-B682-841A-35EE-6B64245C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014" y="3470038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82" name="Oval 84">
            <a:extLst>
              <a:ext uri="{FF2B5EF4-FFF2-40B4-BE49-F238E27FC236}">
                <a16:creationId xmlns:a16="http://schemas.microsoft.com/office/drawing/2014/main" id="{29C8ADFB-14F4-FF74-405E-F998D1A47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483" y="2058717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83" name="Oval 84">
            <a:extLst>
              <a:ext uri="{FF2B5EF4-FFF2-40B4-BE49-F238E27FC236}">
                <a16:creationId xmlns:a16="http://schemas.microsoft.com/office/drawing/2014/main" id="{F5C1DFD9-A054-0D80-E835-6D1A6CD39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086" y="3567767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84" name="Oval 84">
            <a:extLst>
              <a:ext uri="{FF2B5EF4-FFF2-40B4-BE49-F238E27FC236}">
                <a16:creationId xmlns:a16="http://schemas.microsoft.com/office/drawing/2014/main" id="{974C6CE1-DD61-7808-AD7B-90AB5BEA3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585" y="2069725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85" name="矩形 2">
            <a:extLst>
              <a:ext uri="{FF2B5EF4-FFF2-40B4-BE49-F238E27FC236}">
                <a16:creationId xmlns:a16="http://schemas.microsoft.com/office/drawing/2014/main" id="{94B2FCC7-1D4A-5E9D-5508-5498AB321D06}"/>
              </a:ext>
            </a:extLst>
          </p:cNvPr>
          <p:cNvSpPr/>
          <p:nvPr/>
        </p:nvSpPr>
        <p:spPr>
          <a:xfrm>
            <a:off x="1469205" y="5186314"/>
            <a:ext cx="96077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1 0 0 1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86" name="Line 60">
            <a:extLst>
              <a:ext uri="{FF2B5EF4-FFF2-40B4-BE49-F238E27FC236}">
                <a16:creationId xmlns:a16="http://schemas.microsoft.com/office/drawing/2014/main" id="{A46D97D7-EBAF-E890-CF0D-4FB8A051C3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15260" y="3349672"/>
            <a:ext cx="4057650" cy="1262063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1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3" grpId="0" animBg="1"/>
      <p:bldP spid="34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/>
      <p:bldP spid="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87" name="Rectangle 15">
            <a:extLst>
              <a:ext uri="{FF2B5EF4-FFF2-40B4-BE49-F238E27FC236}">
                <a16:creationId xmlns:a16="http://schemas.microsoft.com/office/drawing/2014/main" id="{FB453020-0F29-2014-82F5-D93A5D38A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402" y="4779170"/>
            <a:ext cx="1270000" cy="16761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88" name="Rectangle 15">
            <a:extLst>
              <a:ext uri="{FF2B5EF4-FFF2-40B4-BE49-F238E27FC236}">
                <a16:creationId xmlns:a16="http://schemas.microsoft.com/office/drawing/2014/main" id="{8524D0D4-53BB-13D2-A7E6-6A4516AC8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196" y="4294631"/>
            <a:ext cx="1270000" cy="18374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89" name="矩形 86">
            <a:extLst>
              <a:ext uri="{FF2B5EF4-FFF2-40B4-BE49-F238E27FC236}">
                <a16:creationId xmlns:a16="http://schemas.microsoft.com/office/drawing/2014/main" id="{63D369BB-4F78-69DB-F1A2-4819778DC229}"/>
              </a:ext>
            </a:extLst>
          </p:cNvPr>
          <p:cNvSpPr/>
          <p:nvPr/>
        </p:nvSpPr>
        <p:spPr>
          <a:xfrm>
            <a:off x="7269078" y="1610062"/>
            <a:ext cx="1980905" cy="2389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矩形 4">
            <a:extLst>
              <a:ext uri="{FF2B5EF4-FFF2-40B4-BE49-F238E27FC236}">
                <a16:creationId xmlns:a16="http://schemas.microsoft.com/office/drawing/2014/main" id="{735863CD-1E3B-F924-058F-93CB8FCFDB3F}"/>
              </a:ext>
            </a:extLst>
          </p:cNvPr>
          <p:cNvSpPr/>
          <p:nvPr/>
        </p:nvSpPr>
        <p:spPr>
          <a:xfrm>
            <a:off x="1310813" y="1542196"/>
            <a:ext cx="4148889" cy="23899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Box 4">
            <a:extLst>
              <a:ext uri="{FF2B5EF4-FFF2-40B4-BE49-F238E27FC236}">
                <a16:creationId xmlns:a16="http://schemas.microsoft.com/office/drawing/2014/main" id="{40906BBB-DF50-3BBA-8F5E-98DB0D9D3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397" y="1213187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Current Population</a:t>
            </a:r>
          </a:p>
        </p:txBody>
      </p:sp>
      <p:grpSp>
        <p:nvGrpSpPr>
          <p:cNvPr id="92" name="Group 5">
            <a:extLst>
              <a:ext uri="{FF2B5EF4-FFF2-40B4-BE49-F238E27FC236}">
                <a16:creationId xmlns:a16="http://schemas.microsoft.com/office/drawing/2014/main" id="{8FACA5D4-E23F-4F4C-71F5-93DE44C53D08}"/>
              </a:ext>
            </a:extLst>
          </p:cNvPr>
          <p:cNvGrpSpPr>
            <a:grpSpLocks/>
          </p:cNvGrpSpPr>
          <p:nvPr/>
        </p:nvGrpSpPr>
        <p:grpSpPr bwMode="auto">
          <a:xfrm>
            <a:off x="7601239" y="1904715"/>
            <a:ext cx="2041525" cy="1973263"/>
            <a:chOff x="4186" y="763"/>
            <a:chExt cx="1286" cy="1243"/>
          </a:xfrm>
        </p:grpSpPr>
        <p:sp>
          <p:nvSpPr>
            <p:cNvPr id="93" name="Text Box 6">
              <a:extLst>
                <a:ext uri="{FF2B5EF4-FFF2-40B4-BE49-F238E27FC236}">
                  <a16:creationId xmlns:a16="http://schemas.microsoft.com/office/drawing/2014/main" id="{70D01455-0C67-A6DF-0F1B-6AE9FBAE3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63"/>
              <a:ext cx="8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61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4" name="Text Box 7">
              <a:extLst>
                <a:ext uri="{FF2B5EF4-FFF2-40B4-BE49-F238E27FC236}">
                  <a16:creationId xmlns:a16="http://schemas.microsoft.com/office/drawing/2014/main" id="{AC9D7CA8-8E1F-09A5-EAED-D87A114F0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014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56</a:t>
              </a:r>
            </a:p>
          </p:txBody>
        </p:sp>
        <p:sp>
          <p:nvSpPr>
            <p:cNvPr id="95" name="Text Box 8">
              <a:extLst>
                <a:ext uri="{FF2B5EF4-FFF2-40B4-BE49-F238E27FC236}">
                  <a16:creationId xmlns:a16="http://schemas.microsoft.com/office/drawing/2014/main" id="{088CE9A0-F5C2-ECB4-77DA-C80928436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83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64</a:t>
              </a:r>
            </a:p>
          </p:txBody>
        </p:sp>
        <p:sp>
          <p:nvSpPr>
            <p:cNvPr id="96" name="Text Box 9">
              <a:extLst>
                <a:ext uri="{FF2B5EF4-FFF2-40B4-BE49-F238E27FC236}">
                  <a16:creationId xmlns:a16="http://schemas.microsoft.com/office/drawing/2014/main" id="{A72BF48D-80F3-891E-B2D9-5F0203B25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14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64</a:t>
              </a:r>
            </a:p>
          </p:txBody>
        </p:sp>
        <p:sp>
          <p:nvSpPr>
            <p:cNvPr id="97" name="Text Box 10">
              <a:extLst>
                <a:ext uri="{FF2B5EF4-FFF2-40B4-BE49-F238E27FC236}">
                  <a16:creationId xmlns:a16="http://schemas.microsoft.com/office/drawing/2014/main" id="{27E9C4D4-922A-7C44-486F-AED657D8E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6" y="1773"/>
              <a:ext cx="9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Avg 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  <a:sym typeface="Symbol" pitchFamily="18" charset="2"/>
                </a:rPr>
                <a:t>= 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  <a:sym typeface="Symbol" pitchFamily="18" charset="2"/>
                </a:rPr>
                <a:t>61.25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8" name="Text Box 13">
            <a:extLst>
              <a:ext uri="{FF2B5EF4-FFF2-40B4-BE49-F238E27FC236}">
                <a16:creationId xmlns:a16="http://schemas.microsoft.com/office/drawing/2014/main" id="{6663D73B-BB00-447E-D87B-D924B37C1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41" y="6163823"/>
            <a:ext cx="249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Population</a:t>
            </a:r>
            <a:endParaRPr lang="en-CA" altLang="zh-CN" sz="2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99" name="Line 22">
            <a:extLst>
              <a:ext uri="{FF2B5EF4-FFF2-40B4-BE49-F238E27FC236}">
                <a16:creationId xmlns:a16="http://schemas.microsoft.com/office/drawing/2014/main" id="{AB9BB575-8989-27C2-12E7-C61A58324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5085" y="4938713"/>
            <a:ext cx="0" cy="990600"/>
          </a:xfrm>
          <a:prstGeom prst="line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0" name="Group 23">
            <a:extLst>
              <a:ext uri="{FF2B5EF4-FFF2-40B4-BE49-F238E27FC236}">
                <a16:creationId xmlns:a16="http://schemas.microsoft.com/office/drawing/2014/main" id="{001FBC6B-5B18-845B-6189-763F281FC4BD}"/>
              </a:ext>
            </a:extLst>
          </p:cNvPr>
          <p:cNvGrpSpPr>
            <a:grpSpLocks/>
          </p:cNvGrpSpPr>
          <p:nvPr/>
        </p:nvGrpSpPr>
        <p:grpSpPr bwMode="auto">
          <a:xfrm>
            <a:off x="6387101" y="5000625"/>
            <a:ext cx="1504951" cy="733425"/>
            <a:chOff x="3472" y="2900"/>
            <a:chExt cx="948" cy="462"/>
          </a:xfrm>
        </p:grpSpPr>
        <p:sp>
          <p:nvSpPr>
            <p:cNvPr id="101" name="Text Box 24">
              <a:extLst>
                <a:ext uri="{FF2B5EF4-FFF2-40B4-BE49-F238E27FC236}">
                  <a16:creationId xmlns:a16="http://schemas.microsoft.com/office/drawing/2014/main" id="{F4537BC4-D9A5-93F5-21C6-DE6F018B6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2900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1 0 1 0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2" name="Text Box 25">
              <a:extLst>
                <a:ext uri="{FF2B5EF4-FFF2-40B4-BE49-F238E27FC236}">
                  <a16:creationId xmlns:a16="http://schemas.microsoft.com/office/drawing/2014/main" id="{1DBE468C-967C-03EA-91B7-3D0211291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131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0 1 1 1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82FF682E-DEA8-B683-8EA7-43CCAA8D9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931"/>
              <a:ext cx="388" cy="6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4" name="Group 30">
            <a:extLst>
              <a:ext uri="{FF2B5EF4-FFF2-40B4-BE49-F238E27FC236}">
                <a16:creationId xmlns:a16="http://schemas.microsoft.com/office/drawing/2014/main" id="{3B54D406-DB90-594A-C766-0FB3B7F7EC52}"/>
              </a:ext>
            </a:extLst>
          </p:cNvPr>
          <p:cNvGrpSpPr>
            <a:grpSpLocks/>
          </p:cNvGrpSpPr>
          <p:nvPr/>
        </p:nvGrpSpPr>
        <p:grpSpPr bwMode="auto">
          <a:xfrm>
            <a:off x="4812299" y="5050481"/>
            <a:ext cx="1649028" cy="689704"/>
            <a:chOff x="2464" y="2923"/>
            <a:chExt cx="949" cy="427"/>
          </a:xfrm>
        </p:grpSpPr>
        <p:sp>
          <p:nvSpPr>
            <p:cNvPr id="105" name="Text Box 31">
              <a:extLst>
                <a:ext uri="{FF2B5EF4-FFF2-40B4-BE49-F238E27FC236}">
                  <a16:creationId xmlns:a16="http://schemas.microsoft.com/office/drawing/2014/main" id="{97D04983-FB6B-8F91-6456-4C88D696B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1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0 1 1 0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106" name="Text Box 32">
              <a:extLst>
                <a:ext uri="{FF2B5EF4-FFF2-40B4-BE49-F238E27FC236}">
                  <a16:creationId xmlns:a16="http://schemas.microsoft.com/office/drawing/2014/main" id="{84FB9829-3D9F-E350-3574-38761049B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9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1 0 1 1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107" name="AutoShape 33">
              <a:extLst>
                <a:ext uri="{FF2B5EF4-FFF2-40B4-BE49-F238E27FC236}">
                  <a16:creationId xmlns:a16="http://schemas.microsoft.com/office/drawing/2014/main" id="{50CE3E02-7E1B-C9B4-361D-21999CF692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31" y="2973"/>
              <a:ext cx="482" cy="3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8" name="Text Box 34">
            <a:extLst>
              <a:ext uri="{FF2B5EF4-FFF2-40B4-BE49-F238E27FC236}">
                <a16:creationId xmlns:a16="http://schemas.microsoft.com/office/drawing/2014/main" id="{1721A349-8423-C6FC-E115-6B008957F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359" y="5228150"/>
            <a:ext cx="1039114" cy="30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</p:txBody>
      </p:sp>
      <p:grpSp>
        <p:nvGrpSpPr>
          <p:cNvPr id="109" name="Group 35">
            <a:extLst>
              <a:ext uri="{FF2B5EF4-FFF2-40B4-BE49-F238E27FC236}">
                <a16:creationId xmlns:a16="http://schemas.microsoft.com/office/drawing/2014/main" id="{770DFFC3-CDFA-BC28-BA0D-BFBF964AB928}"/>
              </a:ext>
            </a:extLst>
          </p:cNvPr>
          <p:cNvGrpSpPr>
            <a:grpSpLocks/>
          </p:cNvGrpSpPr>
          <p:nvPr/>
        </p:nvGrpSpPr>
        <p:grpSpPr bwMode="auto">
          <a:xfrm>
            <a:off x="3253372" y="5024438"/>
            <a:ext cx="1614488" cy="733425"/>
            <a:chOff x="1490" y="2899"/>
            <a:chExt cx="1017" cy="462"/>
          </a:xfrm>
        </p:grpSpPr>
        <p:grpSp>
          <p:nvGrpSpPr>
            <p:cNvPr id="110" name="Group 36">
              <a:extLst>
                <a:ext uri="{FF2B5EF4-FFF2-40B4-BE49-F238E27FC236}">
                  <a16:creationId xmlns:a16="http://schemas.microsoft.com/office/drawing/2014/main" id="{DEFC54A3-E760-339A-7D10-1CD883230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899"/>
              <a:ext cx="970" cy="462"/>
              <a:chOff x="2464" y="2900"/>
              <a:chExt cx="970" cy="462"/>
            </a:xfrm>
          </p:grpSpPr>
          <p:sp>
            <p:nvSpPr>
              <p:cNvPr id="112" name="Text Box 37">
                <a:extLst>
                  <a:ext uri="{FF2B5EF4-FFF2-40B4-BE49-F238E27FC236}">
                    <a16:creationId xmlns:a16="http://schemas.microsoft.com/office/drawing/2014/main" id="{A6F0DF28-0A9F-150C-FA03-22DAF7D53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2900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40" tIns="45720" rIns="91440" bIns="45720" anchor="t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1 0 1 1</a:t>
                </a:r>
                <a:endParaRPr lang="en-CA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xt Box 38">
                <a:extLst>
                  <a:ext uri="{FF2B5EF4-FFF2-40B4-BE49-F238E27FC236}">
                    <a16:creationId xmlns:a16="http://schemas.microsoft.com/office/drawing/2014/main" id="{041E7F24-02E3-ED40-7D3B-B2173AB43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3131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40" tIns="45720" rIns="91440" bIns="45720" anchor="t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0 1 1 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1</a:t>
                </a:r>
                <a:endParaRPr lang="en-CA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4" name="AutoShape 39">
                <a:extLst>
                  <a:ext uri="{FF2B5EF4-FFF2-40B4-BE49-F238E27FC236}">
                    <a16:creationId xmlns:a16="http://schemas.microsoft.com/office/drawing/2014/main" id="{98687B12-61C5-0CB8-0F7D-553D1E54E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042" y="2967"/>
                <a:ext cx="392" cy="327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zh-CN" altLang="en-US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1" name="Text Box 40">
              <a:extLst>
                <a:ext uri="{FF2B5EF4-FFF2-40B4-BE49-F238E27FC236}">
                  <a16:creationId xmlns:a16="http://schemas.microsoft.com/office/drawing/2014/main" id="{003CABDC-A164-56D6-CB8B-35DF9C899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" y="3018"/>
              <a:ext cx="3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altLang="zh-CN" sz="1400">
                <a:solidFill>
                  <a:schemeClr val="bg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15" name="Text Box 42">
            <a:extLst>
              <a:ext uri="{FF2B5EF4-FFF2-40B4-BE49-F238E27FC236}">
                <a16:creationId xmlns:a16="http://schemas.microsoft.com/office/drawing/2014/main" id="{611B9BE3-5CE9-2D3D-5B5F-42973895C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4389438"/>
            <a:ext cx="13255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1 0 1 1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116" name="Line 43">
            <a:extLst>
              <a:ext uri="{FF2B5EF4-FFF2-40B4-BE49-F238E27FC236}">
                <a16:creationId xmlns:a16="http://schemas.microsoft.com/office/drawing/2014/main" id="{3902C190-0B73-3F86-CADC-958368CB4C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1335" y="4624388"/>
            <a:ext cx="1106488" cy="609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Line 44">
            <a:extLst>
              <a:ext uri="{FF2B5EF4-FFF2-40B4-BE49-F238E27FC236}">
                <a16:creationId xmlns:a16="http://schemas.microsoft.com/office/drawing/2014/main" id="{2836FE68-16A7-4E0E-51B9-07F0BDE48D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1335" y="5049838"/>
            <a:ext cx="1106488" cy="54451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Box 45">
            <a:extLst>
              <a:ext uri="{FF2B5EF4-FFF2-40B4-BE49-F238E27FC236}">
                <a16:creationId xmlns:a16="http://schemas.microsoft.com/office/drawing/2014/main" id="{D04AB04E-72C3-E582-51B9-1E9BEC742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866" y="1183063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  <a:endParaRPr lang="en-CA" altLang="zh-CN" sz="20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19" name="Oval 74">
            <a:extLst>
              <a:ext uri="{FF2B5EF4-FFF2-40B4-BE49-F238E27FC236}">
                <a16:creationId xmlns:a16="http://schemas.microsoft.com/office/drawing/2014/main" id="{0EF232E3-A5D0-0777-F25A-93374B1E9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802" y="2294275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20" name="Oval 75">
            <a:extLst>
              <a:ext uri="{FF2B5EF4-FFF2-40B4-BE49-F238E27FC236}">
                <a16:creationId xmlns:a16="http://schemas.microsoft.com/office/drawing/2014/main" id="{FDA34682-1B4A-50E5-7E52-A63D7CF36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077" y="2605425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21" name="Oval 76">
            <a:extLst>
              <a:ext uri="{FF2B5EF4-FFF2-40B4-BE49-F238E27FC236}">
                <a16:creationId xmlns:a16="http://schemas.microsoft.com/office/drawing/2014/main" id="{5F5F484E-DC2A-5E67-1F21-BFD899381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165" y="2118432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22" name="Oval 77">
            <a:extLst>
              <a:ext uri="{FF2B5EF4-FFF2-40B4-BE49-F238E27FC236}">
                <a16:creationId xmlns:a16="http://schemas.microsoft.com/office/drawing/2014/main" id="{1A4438ED-2C29-706C-4030-38EB63550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75" y="2985577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123" name="Group 88">
            <a:extLst>
              <a:ext uri="{FF2B5EF4-FFF2-40B4-BE49-F238E27FC236}">
                <a16:creationId xmlns:a16="http://schemas.microsoft.com/office/drawing/2014/main" id="{29193BCF-0E21-0A88-9D58-B20794885E74}"/>
              </a:ext>
            </a:extLst>
          </p:cNvPr>
          <p:cNvGrpSpPr>
            <a:grpSpLocks/>
          </p:cNvGrpSpPr>
          <p:nvPr/>
        </p:nvGrpSpPr>
        <p:grpSpPr bwMode="auto">
          <a:xfrm>
            <a:off x="7326897" y="4032250"/>
            <a:ext cx="2233613" cy="2825750"/>
            <a:chOff x="4056" y="2274"/>
            <a:chExt cx="1407" cy="1780"/>
          </a:xfrm>
        </p:grpSpPr>
        <p:sp>
          <p:nvSpPr>
            <p:cNvPr id="124" name="Text Box 16">
              <a:extLst>
                <a:ext uri="{FF2B5EF4-FFF2-40B4-BE49-F238E27FC236}">
                  <a16:creationId xmlns:a16="http://schemas.microsoft.com/office/drawing/2014/main" id="{89CF9F1B-49C6-3806-B53A-8BC26BCFA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3802"/>
              <a:ext cx="12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Mating Pool</a:t>
              </a:r>
            </a:p>
          </p:txBody>
        </p:sp>
        <p:grpSp>
          <p:nvGrpSpPr>
            <p:cNvPr id="125" name="Group 86">
              <a:extLst>
                <a:ext uri="{FF2B5EF4-FFF2-40B4-BE49-F238E27FC236}">
                  <a16:creationId xmlns:a16="http://schemas.microsoft.com/office/drawing/2014/main" id="{5303BE92-14FC-E764-353D-29A49FEAF5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" y="2274"/>
              <a:ext cx="975" cy="373"/>
              <a:chOff x="4504" y="2234"/>
              <a:chExt cx="975" cy="356"/>
            </a:xfrm>
          </p:grpSpPr>
          <p:sp>
            <p:nvSpPr>
              <p:cNvPr id="126" name="AutoShape 17">
                <a:extLst>
                  <a:ext uri="{FF2B5EF4-FFF2-40B4-BE49-F238E27FC236}">
                    <a16:creationId xmlns:a16="http://schemas.microsoft.com/office/drawing/2014/main" id="{A4B5F1C6-ECC7-187C-C534-8B0EB9270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4" y="2234"/>
                <a:ext cx="192" cy="356"/>
              </a:xfrm>
              <a:prstGeom prst="downArrow">
                <a:avLst>
                  <a:gd name="adj1" fmla="val 50000"/>
                  <a:gd name="adj2" fmla="val 4895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78">
                <a:extLst>
                  <a:ext uri="{FF2B5EF4-FFF2-40B4-BE49-F238E27FC236}">
                    <a16:creationId xmlns:a16="http://schemas.microsoft.com/office/drawing/2014/main" id="{12C9D2C8-C1BF-722A-086C-04BA575C1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6" y="2295"/>
                <a:ext cx="783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GB" altLang="zh-CN" sz="20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Selection</a:t>
                </a:r>
              </a:p>
            </p:txBody>
          </p:sp>
        </p:grpSp>
      </p:grpSp>
      <p:sp>
        <p:nvSpPr>
          <p:cNvPr id="128" name="Text Box 34">
            <a:extLst>
              <a:ext uri="{FF2B5EF4-FFF2-40B4-BE49-F238E27FC236}">
                <a16:creationId xmlns:a16="http://schemas.microsoft.com/office/drawing/2014/main" id="{8DD71C26-FF29-8CF3-B97B-EB19D8CF4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803" y="5219700"/>
            <a:ext cx="731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mutate</a:t>
            </a:r>
          </a:p>
        </p:txBody>
      </p:sp>
      <p:grpSp>
        <p:nvGrpSpPr>
          <p:cNvPr id="129" name="Group 46">
            <a:extLst>
              <a:ext uri="{FF2B5EF4-FFF2-40B4-BE49-F238E27FC236}">
                <a16:creationId xmlns:a16="http://schemas.microsoft.com/office/drawing/2014/main" id="{48AC9CCD-E13E-8A7B-0094-82E1634D72C7}"/>
              </a:ext>
            </a:extLst>
          </p:cNvPr>
          <p:cNvGrpSpPr>
            <a:grpSpLocks/>
          </p:cNvGrpSpPr>
          <p:nvPr/>
        </p:nvGrpSpPr>
        <p:grpSpPr bwMode="auto">
          <a:xfrm>
            <a:off x="1644534" y="1851534"/>
            <a:ext cx="3979825" cy="1870179"/>
            <a:chOff x="448" y="575"/>
            <a:chExt cx="2464" cy="1153"/>
          </a:xfrm>
        </p:grpSpPr>
        <p:sp>
          <p:nvSpPr>
            <p:cNvPr id="130" name="Text Box 48">
              <a:extLst>
                <a:ext uri="{FF2B5EF4-FFF2-40B4-BE49-F238E27FC236}">
                  <a16:creationId xmlns:a16="http://schemas.microsoft.com/office/drawing/2014/main" id="{E6E113A3-43A9-80F0-5BAC-3D0FE028E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823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1" name="Text Box 49">
              <a:extLst>
                <a:ext uri="{FF2B5EF4-FFF2-40B4-BE49-F238E27FC236}">
                  <a16:creationId xmlns:a16="http://schemas.microsoft.com/office/drawing/2014/main" id="{81ABA28D-AA4D-428A-6646-85BED59D2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42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2" name="Text Box 51">
              <a:extLst>
                <a:ext uri="{FF2B5EF4-FFF2-40B4-BE49-F238E27FC236}">
                  <a16:creationId xmlns:a16="http://schemas.microsoft.com/office/drawing/2014/main" id="{30C66961-56D6-D945-9776-C2880AA49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1014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3" name="Text Box 52">
              <a:extLst>
                <a:ext uri="{FF2B5EF4-FFF2-40B4-BE49-F238E27FC236}">
                  <a16:creationId xmlns:a16="http://schemas.microsoft.com/office/drawing/2014/main" id="{D2AC3AF1-4632-FE2F-62A8-36D1B1441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673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4" name="Text Box 54">
              <a:extLst>
                <a:ext uri="{FF2B5EF4-FFF2-40B4-BE49-F238E27FC236}">
                  <a16:creationId xmlns:a16="http://schemas.microsoft.com/office/drawing/2014/main" id="{C6581729-B97E-86D9-EBF1-C054EEB59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1036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5" name="Text Box 55">
              <a:extLst>
                <a:ext uri="{FF2B5EF4-FFF2-40B4-BE49-F238E27FC236}">
                  <a16:creationId xmlns:a16="http://schemas.microsoft.com/office/drawing/2014/main" id="{247BC933-E921-D84C-D959-87DCB6069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" y="708"/>
              <a:ext cx="47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6" name="Text Box 56">
              <a:extLst>
                <a:ext uri="{FF2B5EF4-FFF2-40B4-BE49-F238E27FC236}">
                  <a16:creationId xmlns:a16="http://schemas.microsoft.com/office/drawing/2014/main" id="{9DA3DE95-22D5-803F-591D-FAB088D8A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148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CA" altLang="zh-CN" sz="18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7" name="Text Box 58">
              <a:extLst>
                <a:ext uri="{FF2B5EF4-FFF2-40B4-BE49-F238E27FC236}">
                  <a16:creationId xmlns:a16="http://schemas.microsoft.com/office/drawing/2014/main" id="{9186AC3F-0EEA-D9FF-F44A-71B452981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1501"/>
              <a:ext cx="47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8" name="Text Box 59">
              <a:extLst>
                <a:ext uri="{FF2B5EF4-FFF2-40B4-BE49-F238E27FC236}">
                  <a16:creationId xmlns:a16="http://schemas.microsoft.com/office/drawing/2014/main" id="{868CD081-24C2-2B32-F48A-2DFFD4E83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3" y="1250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9" name="Text Box 62">
              <a:extLst>
                <a:ext uri="{FF2B5EF4-FFF2-40B4-BE49-F238E27FC236}">
                  <a16:creationId xmlns:a16="http://schemas.microsoft.com/office/drawing/2014/main" id="{5312A174-DFEC-C7D9-F3D0-20C2FF640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57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0" name="Text Box 52">
            <a:extLst>
              <a:ext uri="{FF2B5EF4-FFF2-40B4-BE49-F238E27FC236}">
                <a16:creationId xmlns:a16="http://schemas.microsoft.com/office/drawing/2014/main" id="{E60BF3E9-7F93-9D15-F6FD-F363391D2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784" y="243870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1" name="Text Box 52">
            <a:extLst>
              <a:ext uri="{FF2B5EF4-FFF2-40B4-BE49-F238E27FC236}">
                <a16:creationId xmlns:a16="http://schemas.microsoft.com/office/drawing/2014/main" id="{806BDF33-3B16-B2BA-CCB6-ED80C752C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280527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2" name="Text Box 52">
            <a:extLst>
              <a:ext uri="{FF2B5EF4-FFF2-40B4-BE49-F238E27FC236}">
                <a16:creationId xmlns:a16="http://schemas.microsoft.com/office/drawing/2014/main" id="{7EE7AC33-911E-7CD1-6A15-CE4D2186A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522" y="344697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3" name="Text Box 52">
            <a:extLst>
              <a:ext uri="{FF2B5EF4-FFF2-40B4-BE49-F238E27FC236}">
                <a16:creationId xmlns:a16="http://schemas.microsoft.com/office/drawing/2014/main" id="{7C6AD31E-BB77-8815-DEC4-5B115E5B2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11" y="3511403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4" name="Text Box 54">
            <a:extLst>
              <a:ext uri="{FF2B5EF4-FFF2-40B4-BE49-F238E27FC236}">
                <a16:creationId xmlns:a16="http://schemas.microsoft.com/office/drawing/2014/main" id="{7838380F-9C42-9223-82C9-81086B7D5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574" y="251686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5" name="Text Box 54">
            <a:extLst>
              <a:ext uri="{FF2B5EF4-FFF2-40B4-BE49-F238E27FC236}">
                <a16:creationId xmlns:a16="http://schemas.microsoft.com/office/drawing/2014/main" id="{15BF81DB-E181-5D29-3B8A-CA78C7CA2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64" y="2250548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6" name="Text Box 54">
            <a:extLst>
              <a:ext uri="{FF2B5EF4-FFF2-40B4-BE49-F238E27FC236}">
                <a16:creationId xmlns:a16="http://schemas.microsoft.com/office/drawing/2014/main" id="{6BF70363-6F95-A192-83C1-C210A83D6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604" y="2599281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7" name="Text Box 54">
            <a:extLst>
              <a:ext uri="{FF2B5EF4-FFF2-40B4-BE49-F238E27FC236}">
                <a16:creationId xmlns:a16="http://schemas.microsoft.com/office/drawing/2014/main" id="{E6C77FA4-85F2-1D72-7950-EBF34EB54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95" y="3466816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8" name="椭圆 7">
            <a:extLst>
              <a:ext uri="{FF2B5EF4-FFF2-40B4-BE49-F238E27FC236}">
                <a16:creationId xmlns:a16="http://schemas.microsoft.com/office/drawing/2014/main" id="{641A3503-6D8C-53C3-9BEA-2D6F36E3228D}"/>
              </a:ext>
            </a:extLst>
          </p:cNvPr>
          <p:cNvSpPr/>
          <p:nvPr/>
        </p:nvSpPr>
        <p:spPr>
          <a:xfrm>
            <a:off x="5377403" y="5477157"/>
            <a:ext cx="200764" cy="1727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Oval 84">
            <a:extLst>
              <a:ext uri="{FF2B5EF4-FFF2-40B4-BE49-F238E27FC236}">
                <a16:creationId xmlns:a16="http://schemas.microsoft.com/office/drawing/2014/main" id="{6575AB54-9D1B-F647-DA95-CB8F124F2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267" y="3567907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0" name="Oval 84">
            <a:extLst>
              <a:ext uri="{FF2B5EF4-FFF2-40B4-BE49-F238E27FC236}">
                <a16:creationId xmlns:a16="http://schemas.microsoft.com/office/drawing/2014/main" id="{7BDD5E3E-475B-E2FF-AA69-C29D43E0B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483" y="2055495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1" name="Oval 84">
            <a:extLst>
              <a:ext uri="{FF2B5EF4-FFF2-40B4-BE49-F238E27FC236}">
                <a16:creationId xmlns:a16="http://schemas.microsoft.com/office/drawing/2014/main" id="{EF970D17-51E2-C362-162F-42D423C1D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824" y="3510335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2" name="Oval 84">
            <a:extLst>
              <a:ext uri="{FF2B5EF4-FFF2-40B4-BE49-F238E27FC236}">
                <a16:creationId xmlns:a16="http://schemas.microsoft.com/office/drawing/2014/main" id="{18F4D274-02A4-8CEB-F59B-DBD9E1578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585" y="2066503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3" name="Text Box 42">
            <a:extLst>
              <a:ext uri="{FF2B5EF4-FFF2-40B4-BE49-F238E27FC236}">
                <a16:creationId xmlns:a16="http://schemas.microsoft.com/office/drawing/2014/main" id="{8E10D800-7752-2BEA-93B0-F6532B723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812" y="1872657"/>
            <a:ext cx="1325563" cy="161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1 0 0 1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154" name="Text Box 42">
            <a:extLst>
              <a:ext uri="{FF2B5EF4-FFF2-40B4-BE49-F238E27FC236}">
                <a16:creationId xmlns:a16="http://schemas.microsoft.com/office/drawing/2014/main" id="{A8A927B8-D64E-4122-AE28-B63A91B1F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0137" y="4829034"/>
            <a:ext cx="1325563" cy="161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1 0 0 1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1 0 0 1</a:t>
            </a:r>
            <a:endParaRPr lang="en-US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716841C4-808F-BB9A-7875-D62E2574F8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67245" y="5661574"/>
            <a:ext cx="615949" cy="585691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4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99" grpId="0" animBg="1"/>
      <p:bldP spid="115" grpId="0"/>
      <p:bldP spid="116" grpId="0" animBg="1"/>
      <p:bldP spid="117" grpId="0" animBg="1"/>
      <p:bldP spid="148" grpId="0" animBg="1"/>
      <p:bldP spid="154" grpId="0"/>
      <p:bldP spid="1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A3CBFBF3-C155-391C-7234-9B2B5A17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402" y="4779170"/>
            <a:ext cx="1270000" cy="16761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710994FD-C71E-918F-5468-2FEBA0B1A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196" y="4294631"/>
            <a:ext cx="1270000" cy="18374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86">
            <a:extLst>
              <a:ext uri="{FF2B5EF4-FFF2-40B4-BE49-F238E27FC236}">
                <a16:creationId xmlns:a16="http://schemas.microsoft.com/office/drawing/2014/main" id="{DC513591-F870-1166-3648-6F524AC2BC1E}"/>
              </a:ext>
            </a:extLst>
          </p:cNvPr>
          <p:cNvSpPr/>
          <p:nvPr/>
        </p:nvSpPr>
        <p:spPr>
          <a:xfrm>
            <a:off x="7269078" y="1610062"/>
            <a:ext cx="1980905" cy="2389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FF8614-63E2-0D11-67A7-8BE203303EAA}"/>
              </a:ext>
            </a:extLst>
          </p:cNvPr>
          <p:cNvSpPr/>
          <p:nvPr/>
        </p:nvSpPr>
        <p:spPr>
          <a:xfrm>
            <a:off x="1310813" y="1542196"/>
            <a:ext cx="4148889" cy="23899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AAFD4E1-7699-A9C4-75EF-179277EB2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397" y="1213187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Current Population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0DF2A1E2-665C-26EF-F273-532FFE292F07}"/>
              </a:ext>
            </a:extLst>
          </p:cNvPr>
          <p:cNvGrpSpPr>
            <a:grpSpLocks/>
          </p:cNvGrpSpPr>
          <p:nvPr/>
        </p:nvGrpSpPr>
        <p:grpSpPr bwMode="auto">
          <a:xfrm>
            <a:off x="7601239" y="1904715"/>
            <a:ext cx="2041525" cy="2387601"/>
            <a:chOff x="4186" y="763"/>
            <a:chExt cx="1286" cy="1504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E75DEE43-BBB0-C1E4-E61D-DAFA27DCA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63"/>
              <a:ext cx="8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61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24DEE28E-0680-01C3-1A2E-FAEAFD623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014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56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DA09B94D-C4F8-D195-35F9-1BEB26341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83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64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2701F4D5-5D61-C9E3-F175-4702FB5CE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14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64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99B20C3-CE49-1FFF-05F1-71BE6C446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6" y="1773"/>
              <a:ext cx="998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Avg 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  <a:sym typeface="Symbol" pitchFamily="18" charset="2"/>
                </a:rPr>
                <a:t>= 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  <a:sym typeface="Symbol" pitchFamily="18" charset="2"/>
                </a:rPr>
                <a:t>61.25</a:t>
              </a:r>
            </a:p>
            <a:p>
              <a:pPr>
                <a:spcBef>
                  <a:spcPct val="50000"/>
                </a:spcBef>
              </a:pPr>
              <a:endParaRPr lang="en-US" altLang="zh-CN" sz="1800" i="1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" name="Text Box 13">
            <a:extLst>
              <a:ext uri="{FF2B5EF4-FFF2-40B4-BE49-F238E27FC236}">
                <a16:creationId xmlns:a16="http://schemas.microsoft.com/office/drawing/2014/main" id="{2FE90A26-8CEA-22C0-968D-6E38736D7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41" y="6163823"/>
            <a:ext cx="249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Population</a:t>
            </a:r>
            <a:endParaRPr lang="en-CA" altLang="zh-CN" sz="2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BE9FD967-21C5-1D94-6569-DC678E51F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1697" y="4966705"/>
            <a:ext cx="0" cy="990600"/>
          </a:xfrm>
          <a:prstGeom prst="line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23">
            <a:extLst>
              <a:ext uri="{FF2B5EF4-FFF2-40B4-BE49-F238E27FC236}">
                <a16:creationId xmlns:a16="http://schemas.microsoft.com/office/drawing/2014/main" id="{EC6C0591-9792-B22C-B359-47BFD58ABF78}"/>
              </a:ext>
            </a:extLst>
          </p:cNvPr>
          <p:cNvGrpSpPr>
            <a:grpSpLocks/>
          </p:cNvGrpSpPr>
          <p:nvPr/>
        </p:nvGrpSpPr>
        <p:grpSpPr bwMode="auto">
          <a:xfrm>
            <a:off x="6387101" y="5000625"/>
            <a:ext cx="1504951" cy="857250"/>
            <a:chOff x="3472" y="2900"/>
            <a:chExt cx="948" cy="540"/>
          </a:xfrm>
        </p:grpSpPr>
        <p:sp>
          <p:nvSpPr>
            <p:cNvPr id="17" name="Text Box 24">
              <a:extLst>
                <a:ext uri="{FF2B5EF4-FFF2-40B4-BE49-F238E27FC236}">
                  <a16:creationId xmlns:a16="http://schemas.microsoft.com/office/drawing/2014/main" id="{37AC56F8-2F65-9D43-E516-14ADF364C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2900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1 0 0 1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B74E4FD9-F462-9430-4CF3-3622CC0D8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131"/>
              <a:ext cx="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1 0 1 0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id="{EB7A43E4-511E-B01F-2DEC-B28A8D3FF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8" y="3256"/>
              <a:ext cx="382" cy="1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BCC4DD8E-A209-E3FB-0CBA-079225AD17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8" y="3009"/>
              <a:ext cx="376" cy="15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30">
            <a:extLst>
              <a:ext uri="{FF2B5EF4-FFF2-40B4-BE49-F238E27FC236}">
                <a16:creationId xmlns:a16="http://schemas.microsoft.com/office/drawing/2014/main" id="{5EA2E27B-D54C-8FBC-AF0D-CF6FB3E831D2}"/>
              </a:ext>
            </a:extLst>
          </p:cNvPr>
          <p:cNvGrpSpPr>
            <a:grpSpLocks/>
          </p:cNvGrpSpPr>
          <p:nvPr/>
        </p:nvGrpSpPr>
        <p:grpSpPr bwMode="auto">
          <a:xfrm>
            <a:off x="4812299" y="5050477"/>
            <a:ext cx="1649028" cy="692934"/>
            <a:chOff x="2464" y="2923"/>
            <a:chExt cx="949" cy="429"/>
          </a:xfrm>
        </p:grpSpPr>
        <p:sp>
          <p:nvSpPr>
            <p:cNvPr id="22" name="Text Box 31">
              <a:extLst>
                <a:ext uri="{FF2B5EF4-FFF2-40B4-BE49-F238E27FC236}">
                  <a16:creationId xmlns:a16="http://schemas.microsoft.com/office/drawing/2014/main" id="{D58E66FB-F1FA-F471-6BD9-CF6A19EEC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123"/>
              <a:ext cx="64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1 0 1 1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23" name="Text Box 32">
              <a:extLst>
                <a:ext uri="{FF2B5EF4-FFF2-40B4-BE49-F238E27FC236}">
                  <a16:creationId xmlns:a16="http://schemas.microsoft.com/office/drawing/2014/main" id="{AF664BE0-FC64-204E-62FD-C86B698CA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923"/>
              <a:ext cx="64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1 0 0 0</a:t>
              </a:r>
              <a:endParaRPr lang="en-CA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  <p:sp>
          <p:nvSpPr>
            <p:cNvPr id="24" name="AutoShape 33">
              <a:extLst>
                <a:ext uri="{FF2B5EF4-FFF2-40B4-BE49-F238E27FC236}">
                  <a16:creationId xmlns:a16="http://schemas.microsoft.com/office/drawing/2014/main" id="{F23101CD-6B27-05E8-0AD9-6E765C1947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31" y="2973"/>
              <a:ext cx="482" cy="3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en-US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" name="Text Box 34">
            <a:extLst>
              <a:ext uri="{FF2B5EF4-FFF2-40B4-BE49-F238E27FC236}">
                <a16:creationId xmlns:a16="http://schemas.microsoft.com/office/drawing/2014/main" id="{A8D17951-D94E-D4C5-D25D-CB301D557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359" y="5228150"/>
            <a:ext cx="1039114" cy="30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</p:txBody>
      </p:sp>
      <p:grpSp>
        <p:nvGrpSpPr>
          <p:cNvPr id="26" name="Group 35">
            <a:extLst>
              <a:ext uri="{FF2B5EF4-FFF2-40B4-BE49-F238E27FC236}">
                <a16:creationId xmlns:a16="http://schemas.microsoft.com/office/drawing/2014/main" id="{1E55D635-98FD-F4FF-69E3-EEAFB13CA024}"/>
              </a:ext>
            </a:extLst>
          </p:cNvPr>
          <p:cNvGrpSpPr>
            <a:grpSpLocks/>
          </p:cNvGrpSpPr>
          <p:nvPr/>
        </p:nvGrpSpPr>
        <p:grpSpPr bwMode="auto">
          <a:xfrm>
            <a:off x="3253372" y="5024438"/>
            <a:ext cx="1614488" cy="733425"/>
            <a:chOff x="1490" y="2899"/>
            <a:chExt cx="1017" cy="462"/>
          </a:xfrm>
        </p:grpSpPr>
        <p:grpSp>
          <p:nvGrpSpPr>
            <p:cNvPr id="27" name="Group 36">
              <a:extLst>
                <a:ext uri="{FF2B5EF4-FFF2-40B4-BE49-F238E27FC236}">
                  <a16:creationId xmlns:a16="http://schemas.microsoft.com/office/drawing/2014/main" id="{C406CC7D-7558-BF57-0BFC-0F0C631F8A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899"/>
              <a:ext cx="970" cy="462"/>
              <a:chOff x="2464" y="2900"/>
              <a:chExt cx="970" cy="462"/>
            </a:xfrm>
          </p:grpSpPr>
          <p:sp>
            <p:nvSpPr>
              <p:cNvPr id="29" name="Text Box 37">
                <a:extLst>
                  <a:ext uri="{FF2B5EF4-FFF2-40B4-BE49-F238E27FC236}">
                    <a16:creationId xmlns:a16="http://schemas.microsoft.com/office/drawing/2014/main" id="{5B4ED528-2B29-7529-9F9D-D8434F0C31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2900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40" tIns="45720" rIns="91440" bIns="45720" anchor="t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1 0 0 </a:t>
                </a:r>
                <a:r>
                  <a:rPr lang="en-US" altLang="zh-CN" sz="1800" dirty="0">
                    <a:solidFill>
                      <a:srgbClr val="002060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0</a:t>
                </a:r>
                <a:endParaRPr lang="en-CA" altLang="zh-CN" sz="1800" dirty="0">
                  <a:solidFill>
                    <a:srgbClr val="00206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 Box 38">
                <a:extLst>
                  <a:ext uri="{FF2B5EF4-FFF2-40B4-BE49-F238E27FC236}">
                    <a16:creationId xmlns:a16="http://schemas.microsoft.com/office/drawing/2014/main" id="{54E5FB4D-23DC-14C9-1830-E0CC57368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" y="3131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40" tIns="45720" rIns="91440" bIns="45720" anchor="t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1 0 1 0</a:t>
                </a:r>
                <a:endParaRPr lang="en-CA" altLang="zh-CN" sz="1800" dirty="0"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31" name="AutoShape 39">
                <a:extLst>
                  <a:ext uri="{FF2B5EF4-FFF2-40B4-BE49-F238E27FC236}">
                    <a16:creationId xmlns:a16="http://schemas.microsoft.com/office/drawing/2014/main" id="{3D1941BE-8FF2-C682-6377-1C24E3F50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042" y="2967"/>
                <a:ext cx="392" cy="327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zh-CN" altLang="en-US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Text Box 40">
              <a:extLst>
                <a:ext uri="{FF2B5EF4-FFF2-40B4-BE49-F238E27FC236}">
                  <a16:creationId xmlns:a16="http://schemas.microsoft.com/office/drawing/2014/main" id="{1F2397A9-24A0-6458-89D3-42125619E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" y="3018"/>
              <a:ext cx="3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altLang="zh-CN" sz="1400">
                <a:solidFill>
                  <a:schemeClr val="bg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32" name="Text Box 42">
            <a:extLst>
              <a:ext uri="{FF2B5EF4-FFF2-40B4-BE49-F238E27FC236}">
                <a16:creationId xmlns:a16="http://schemas.microsoft.com/office/drawing/2014/main" id="{BFAE2942-090D-82DB-667D-07B7A369A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4473414"/>
            <a:ext cx="1325563" cy="659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ts val="50"/>
              </a:spcBef>
            </a:pPr>
            <a:r>
              <a:rPr lang="en-US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1 0 1 1</a:t>
            </a:r>
          </a:p>
          <a:p>
            <a:pPr>
              <a:spcBef>
                <a:spcPts val="50"/>
              </a:spcBef>
            </a:pPr>
            <a:r>
              <a:rPr lang="en-US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33" name="Line 43">
            <a:extLst>
              <a:ext uri="{FF2B5EF4-FFF2-40B4-BE49-F238E27FC236}">
                <a16:creationId xmlns:a16="http://schemas.microsoft.com/office/drawing/2014/main" id="{0B21F1BA-C97F-B6CA-CE91-2144159A76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3247" y="5233990"/>
            <a:ext cx="1044576" cy="18256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44">
            <a:extLst>
              <a:ext uri="{FF2B5EF4-FFF2-40B4-BE49-F238E27FC236}">
                <a16:creationId xmlns:a16="http://schemas.microsoft.com/office/drawing/2014/main" id="{722735E0-86A3-1A6B-CF86-5F711BF6E5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3247" y="5594352"/>
            <a:ext cx="1044576" cy="16351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Box 45">
            <a:extLst>
              <a:ext uri="{FF2B5EF4-FFF2-40B4-BE49-F238E27FC236}">
                <a16:creationId xmlns:a16="http://schemas.microsoft.com/office/drawing/2014/main" id="{00A55E5E-C48B-7313-94E7-20AD63DDB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5039" y="1182391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  <a:endParaRPr lang="en-CA" altLang="zh-CN" sz="20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6" name="Oval 74">
            <a:extLst>
              <a:ext uri="{FF2B5EF4-FFF2-40B4-BE49-F238E27FC236}">
                <a16:creationId xmlns:a16="http://schemas.microsoft.com/office/drawing/2014/main" id="{4864A9C1-2D1F-DA5F-A460-B0F0B5F9D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802" y="2294275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7" name="Oval 75">
            <a:extLst>
              <a:ext uri="{FF2B5EF4-FFF2-40B4-BE49-F238E27FC236}">
                <a16:creationId xmlns:a16="http://schemas.microsoft.com/office/drawing/2014/main" id="{72AE8759-5F50-F766-67CA-07EA68DD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077" y="2605425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8" name="Oval 76">
            <a:extLst>
              <a:ext uri="{FF2B5EF4-FFF2-40B4-BE49-F238E27FC236}">
                <a16:creationId xmlns:a16="http://schemas.microsoft.com/office/drawing/2014/main" id="{5C63FFAD-AD88-AB2E-07B9-7A83D7F59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165" y="2118432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9" name="Oval 77">
            <a:extLst>
              <a:ext uri="{FF2B5EF4-FFF2-40B4-BE49-F238E27FC236}">
                <a16:creationId xmlns:a16="http://schemas.microsoft.com/office/drawing/2014/main" id="{CC13DE4A-F4FD-0091-B5DC-803235FCE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75" y="2985577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40" name="Group 88">
            <a:extLst>
              <a:ext uri="{FF2B5EF4-FFF2-40B4-BE49-F238E27FC236}">
                <a16:creationId xmlns:a16="http://schemas.microsoft.com/office/drawing/2014/main" id="{53CB8312-B6BC-F87B-4541-18045258491A}"/>
              </a:ext>
            </a:extLst>
          </p:cNvPr>
          <p:cNvGrpSpPr>
            <a:grpSpLocks/>
          </p:cNvGrpSpPr>
          <p:nvPr/>
        </p:nvGrpSpPr>
        <p:grpSpPr bwMode="auto">
          <a:xfrm>
            <a:off x="7326897" y="4032250"/>
            <a:ext cx="2233613" cy="2825750"/>
            <a:chOff x="4056" y="2274"/>
            <a:chExt cx="1407" cy="1780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45ADC5AE-AB30-BA1E-3EBA-91F6919A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3802"/>
              <a:ext cx="12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Mating Pool</a:t>
              </a:r>
            </a:p>
          </p:txBody>
        </p:sp>
        <p:grpSp>
          <p:nvGrpSpPr>
            <p:cNvPr id="42" name="Group 86">
              <a:extLst>
                <a:ext uri="{FF2B5EF4-FFF2-40B4-BE49-F238E27FC236}">
                  <a16:creationId xmlns:a16="http://schemas.microsoft.com/office/drawing/2014/main" id="{DEEB0DF8-7A72-6BEC-4D07-83434A69E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" y="2274"/>
              <a:ext cx="975" cy="373"/>
              <a:chOff x="4504" y="2234"/>
              <a:chExt cx="975" cy="356"/>
            </a:xfrm>
          </p:grpSpPr>
          <p:sp>
            <p:nvSpPr>
              <p:cNvPr id="43" name="AutoShape 17">
                <a:extLst>
                  <a:ext uri="{FF2B5EF4-FFF2-40B4-BE49-F238E27FC236}">
                    <a16:creationId xmlns:a16="http://schemas.microsoft.com/office/drawing/2014/main" id="{F70C20BC-7188-BA59-97C9-899D76BDB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4" y="2234"/>
                <a:ext cx="192" cy="356"/>
              </a:xfrm>
              <a:prstGeom prst="downArrow">
                <a:avLst>
                  <a:gd name="adj1" fmla="val 50000"/>
                  <a:gd name="adj2" fmla="val 4895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algn="ctr" eaLnBrk="1" hangingPunct="1"/>
                <a:endParaRPr lang="en-GB" altLang="zh-CN" sz="210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 Box 78">
                <a:extLst>
                  <a:ext uri="{FF2B5EF4-FFF2-40B4-BE49-F238E27FC236}">
                    <a16:creationId xmlns:a16="http://schemas.microsoft.com/office/drawing/2014/main" id="{CE0FD17F-231F-CDC6-19A4-33E9B12B75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6" y="2295"/>
                <a:ext cx="783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GB" altLang="zh-CN" sz="20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Selection</a:t>
                </a:r>
              </a:p>
            </p:txBody>
          </p:sp>
        </p:grpSp>
      </p:grpSp>
      <p:sp>
        <p:nvSpPr>
          <p:cNvPr id="45" name="Text Box 34">
            <a:extLst>
              <a:ext uri="{FF2B5EF4-FFF2-40B4-BE49-F238E27FC236}">
                <a16:creationId xmlns:a16="http://schemas.microsoft.com/office/drawing/2014/main" id="{52899514-5C51-C7F1-3ED0-5C6C4EA40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803" y="5219700"/>
            <a:ext cx="731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mutate</a:t>
            </a:r>
          </a:p>
        </p:txBody>
      </p:sp>
      <p:grpSp>
        <p:nvGrpSpPr>
          <p:cNvPr id="46" name="Group 46">
            <a:extLst>
              <a:ext uri="{FF2B5EF4-FFF2-40B4-BE49-F238E27FC236}">
                <a16:creationId xmlns:a16="http://schemas.microsoft.com/office/drawing/2014/main" id="{36CE9476-D068-F2E8-3CEE-C8E9C4926453}"/>
              </a:ext>
            </a:extLst>
          </p:cNvPr>
          <p:cNvGrpSpPr>
            <a:grpSpLocks/>
          </p:cNvGrpSpPr>
          <p:nvPr/>
        </p:nvGrpSpPr>
        <p:grpSpPr bwMode="auto">
          <a:xfrm>
            <a:off x="1644534" y="1851534"/>
            <a:ext cx="3979825" cy="1870179"/>
            <a:chOff x="448" y="575"/>
            <a:chExt cx="2464" cy="1153"/>
          </a:xfrm>
        </p:grpSpPr>
        <p:sp>
          <p:nvSpPr>
            <p:cNvPr id="47" name="Text Box 48">
              <a:extLst>
                <a:ext uri="{FF2B5EF4-FFF2-40B4-BE49-F238E27FC236}">
                  <a16:creationId xmlns:a16="http://schemas.microsoft.com/office/drawing/2014/main" id="{8F90028B-8C43-09CA-E46E-AA812E8FA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823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B6837B39-30C3-9A9D-2326-79DFCD2EB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42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72CE57DF-9E7B-0C8E-DF88-7087F110F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1014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996EEA63-118D-11EE-78B7-FF99D8F07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673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1" name="Text Box 54">
              <a:extLst>
                <a:ext uri="{FF2B5EF4-FFF2-40B4-BE49-F238E27FC236}">
                  <a16:creationId xmlns:a16="http://schemas.microsoft.com/office/drawing/2014/main" id="{D3102DEC-C25C-73D6-D9C8-94E0299FF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1036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2" name="Text Box 55">
              <a:extLst>
                <a:ext uri="{FF2B5EF4-FFF2-40B4-BE49-F238E27FC236}">
                  <a16:creationId xmlns:a16="http://schemas.microsoft.com/office/drawing/2014/main" id="{B1CF02AC-7884-C9A0-8D68-2BD794F25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" y="708"/>
              <a:ext cx="47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98F8462E-32A9-5335-AEC9-6F2BBF7E7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148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CA" altLang="zh-CN" sz="18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4" name="Text Box 58">
              <a:extLst>
                <a:ext uri="{FF2B5EF4-FFF2-40B4-BE49-F238E27FC236}">
                  <a16:creationId xmlns:a16="http://schemas.microsoft.com/office/drawing/2014/main" id="{FBD8FBB7-3E60-B6A5-5BDD-F50602642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1501"/>
              <a:ext cx="47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5" name="Text Box 59">
              <a:extLst>
                <a:ext uri="{FF2B5EF4-FFF2-40B4-BE49-F238E27FC236}">
                  <a16:creationId xmlns:a16="http://schemas.microsoft.com/office/drawing/2014/main" id="{F44B23D9-E10E-06DE-A0AA-4785A40EB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3" y="1250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6" name="Text Box 62">
              <a:extLst>
                <a:ext uri="{FF2B5EF4-FFF2-40B4-BE49-F238E27FC236}">
                  <a16:creationId xmlns:a16="http://schemas.microsoft.com/office/drawing/2014/main" id="{E44AA746-CE72-A28C-E6F6-C87900C20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57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57" name="Text Box 52">
            <a:extLst>
              <a:ext uri="{FF2B5EF4-FFF2-40B4-BE49-F238E27FC236}">
                <a16:creationId xmlns:a16="http://schemas.microsoft.com/office/drawing/2014/main" id="{9C2324E7-AF1B-1A7B-4DC2-6ABE21968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784" y="243870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8" name="Text Box 52">
            <a:extLst>
              <a:ext uri="{FF2B5EF4-FFF2-40B4-BE49-F238E27FC236}">
                <a16:creationId xmlns:a16="http://schemas.microsoft.com/office/drawing/2014/main" id="{B9A97A78-461C-FBFA-A9BF-CB4E91CFE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280527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9" name="Text Box 52">
            <a:extLst>
              <a:ext uri="{FF2B5EF4-FFF2-40B4-BE49-F238E27FC236}">
                <a16:creationId xmlns:a16="http://schemas.microsoft.com/office/drawing/2014/main" id="{E882CC83-A7B8-9278-1D8D-16769782E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522" y="344697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0" name="Text Box 52">
            <a:extLst>
              <a:ext uri="{FF2B5EF4-FFF2-40B4-BE49-F238E27FC236}">
                <a16:creationId xmlns:a16="http://schemas.microsoft.com/office/drawing/2014/main" id="{722654FE-10B2-4D2C-AAD2-47C7D8C55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11" y="3511403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1" name="Text Box 54">
            <a:extLst>
              <a:ext uri="{FF2B5EF4-FFF2-40B4-BE49-F238E27FC236}">
                <a16:creationId xmlns:a16="http://schemas.microsoft.com/office/drawing/2014/main" id="{956A5849-5B93-43D0-182C-9F1593280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574" y="251686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2" name="Text Box 54">
            <a:extLst>
              <a:ext uri="{FF2B5EF4-FFF2-40B4-BE49-F238E27FC236}">
                <a16:creationId xmlns:a16="http://schemas.microsoft.com/office/drawing/2014/main" id="{27244C12-10EB-4E20-8B50-4792DD923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64" y="2250548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3" name="Text Box 54">
            <a:extLst>
              <a:ext uri="{FF2B5EF4-FFF2-40B4-BE49-F238E27FC236}">
                <a16:creationId xmlns:a16="http://schemas.microsoft.com/office/drawing/2014/main" id="{6A32E647-4FA5-277A-4B95-C06F97E6C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604" y="2599281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4" name="Text Box 54">
            <a:extLst>
              <a:ext uri="{FF2B5EF4-FFF2-40B4-BE49-F238E27FC236}">
                <a16:creationId xmlns:a16="http://schemas.microsoft.com/office/drawing/2014/main" id="{DD35C78C-D92F-3DF8-D625-BC926BE2E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95" y="3466816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5" name="椭圆 7">
            <a:extLst>
              <a:ext uri="{FF2B5EF4-FFF2-40B4-BE49-F238E27FC236}">
                <a16:creationId xmlns:a16="http://schemas.microsoft.com/office/drawing/2014/main" id="{0B4DA91E-C34C-4DBD-138F-E6B9FA2A155A}"/>
              </a:ext>
            </a:extLst>
          </p:cNvPr>
          <p:cNvSpPr/>
          <p:nvPr/>
        </p:nvSpPr>
        <p:spPr>
          <a:xfrm>
            <a:off x="5412243" y="5449587"/>
            <a:ext cx="200764" cy="1727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Oval 84">
            <a:extLst>
              <a:ext uri="{FF2B5EF4-FFF2-40B4-BE49-F238E27FC236}">
                <a16:creationId xmlns:a16="http://schemas.microsoft.com/office/drawing/2014/main" id="{CE8A1175-D30E-E9AA-7C1C-CF2EC389B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267" y="3567907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7" name="Oval 84">
            <a:extLst>
              <a:ext uri="{FF2B5EF4-FFF2-40B4-BE49-F238E27FC236}">
                <a16:creationId xmlns:a16="http://schemas.microsoft.com/office/drawing/2014/main" id="{951D978E-D775-E373-17E8-7635A36A1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483" y="2055495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8" name="Oval 84">
            <a:extLst>
              <a:ext uri="{FF2B5EF4-FFF2-40B4-BE49-F238E27FC236}">
                <a16:creationId xmlns:a16="http://schemas.microsoft.com/office/drawing/2014/main" id="{951DB0A8-3190-5B6F-9733-A0FED058B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824" y="3510335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9" name="Oval 84">
            <a:extLst>
              <a:ext uri="{FF2B5EF4-FFF2-40B4-BE49-F238E27FC236}">
                <a16:creationId xmlns:a16="http://schemas.microsoft.com/office/drawing/2014/main" id="{3E8E37E9-BD51-E4E8-EBFD-977F00B26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585" y="2066503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0" name="Text Box 42">
            <a:extLst>
              <a:ext uri="{FF2B5EF4-FFF2-40B4-BE49-F238E27FC236}">
                <a16:creationId xmlns:a16="http://schemas.microsoft.com/office/drawing/2014/main" id="{B8D4DE2C-E3A0-1A9B-73E4-020E6075D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812" y="1872657"/>
            <a:ext cx="1325563" cy="161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1 0 1 1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1 0 0 1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71" name="Text Box 42">
            <a:extLst>
              <a:ext uri="{FF2B5EF4-FFF2-40B4-BE49-F238E27FC236}">
                <a16:creationId xmlns:a16="http://schemas.microsoft.com/office/drawing/2014/main" id="{3D3FA0EB-A4A0-7345-353D-1D487692A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0137" y="4829034"/>
            <a:ext cx="1325563" cy="161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1 0 0 1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1 0 1 0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0 1 1 1</a:t>
            </a:r>
          </a:p>
        </p:txBody>
      </p:sp>
      <p:sp>
        <p:nvSpPr>
          <p:cNvPr id="72" name="Oval 84">
            <a:extLst>
              <a:ext uri="{FF2B5EF4-FFF2-40B4-BE49-F238E27FC236}">
                <a16:creationId xmlns:a16="http://schemas.microsoft.com/office/drawing/2014/main" id="{1F24D044-4AB4-FC56-8D9E-B1B6A7B74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442" y="3488176"/>
            <a:ext cx="609600" cy="356497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3" name="下箭头 1">
            <a:extLst>
              <a:ext uri="{FF2B5EF4-FFF2-40B4-BE49-F238E27FC236}">
                <a16:creationId xmlns:a16="http://schemas.microsoft.com/office/drawing/2014/main" id="{B09BAE45-E2BB-414B-CAA9-01A4CEF7781E}"/>
              </a:ext>
            </a:extLst>
          </p:cNvPr>
          <p:cNvSpPr/>
          <p:nvPr/>
        </p:nvSpPr>
        <p:spPr>
          <a:xfrm rot="10800000">
            <a:off x="2023284" y="3947773"/>
            <a:ext cx="230554" cy="3468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val 84">
            <a:extLst>
              <a:ext uri="{FF2B5EF4-FFF2-40B4-BE49-F238E27FC236}">
                <a16:creationId xmlns:a16="http://schemas.microsoft.com/office/drawing/2014/main" id="{22BEA748-C699-0640-4391-A3329FFDF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86" y="2830383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5" name="Oval 84">
            <a:extLst>
              <a:ext uri="{FF2B5EF4-FFF2-40B4-BE49-F238E27FC236}">
                <a16:creationId xmlns:a16="http://schemas.microsoft.com/office/drawing/2014/main" id="{F89CBCCA-B63E-5B0E-DC01-4A3A5137E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536" y="2097753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6" name="Oval 84">
            <a:extLst>
              <a:ext uri="{FF2B5EF4-FFF2-40B4-BE49-F238E27FC236}">
                <a16:creationId xmlns:a16="http://schemas.microsoft.com/office/drawing/2014/main" id="{05E2993C-3D9C-D795-1C50-DE14B2EA0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381" y="2055201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7" name="矩形 2">
            <a:extLst>
              <a:ext uri="{FF2B5EF4-FFF2-40B4-BE49-F238E27FC236}">
                <a16:creationId xmlns:a16="http://schemas.microsoft.com/office/drawing/2014/main" id="{D25071C4-D819-7D02-0603-AE7FE965CFE6}"/>
              </a:ext>
            </a:extLst>
          </p:cNvPr>
          <p:cNvSpPr/>
          <p:nvPr/>
        </p:nvSpPr>
        <p:spPr>
          <a:xfrm>
            <a:off x="1467141" y="5192526"/>
            <a:ext cx="895381" cy="7848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1 0 0 0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1 0 1 0</a:t>
            </a:r>
          </a:p>
        </p:txBody>
      </p:sp>
      <p:sp>
        <p:nvSpPr>
          <p:cNvPr id="78" name="Line 60">
            <a:extLst>
              <a:ext uri="{FF2B5EF4-FFF2-40B4-BE49-F238E27FC236}">
                <a16:creationId xmlns:a16="http://schemas.microsoft.com/office/drawing/2014/main" id="{61253466-7DB7-139F-F962-0B95FFF3FE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15260" y="3346450"/>
            <a:ext cx="4057650" cy="1262063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7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33" grpId="0" animBg="1"/>
      <p:bldP spid="34" grpId="0" animBg="1"/>
      <p:bldP spid="65" grpId="0" animBg="1"/>
      <p:bldP spid="71" grpId="0"/>
      <p:bldP spid="72" grpId="0" animBg="1"/>
      <p:bldP spid="73" grpId="0" animBg="1"/>
      <p:bldP spid="74" grpId="0" animBg="1"/>
      <p:bldP spid="75" grpId="0" animBg="1"/>
      <p:bldP spid="76" grpId="0" animBg="1"/>
      <p:bldP spid="77" grpId="0"/>
      <p:bldP spid="7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How does GA solve an optimization problem? </a:t>
            </a:r>
          </a:p>
        </p:txBody>
      </p:sp>
      <p:sp>
        <p:nvSpPr>
          <p:cNvPr id="2" name="Text Box 49">
            <a:extLst>
              <a:ext uri="{FF2B5EF4-FFF2-40B4-BE49-F238E27FC236}">
                <a16:creationId xmlns:a16="http://schemas.microsoft.com/office/drawing/2014/main" id="{990CBA7C-7D40-D589-A1CD-C013E5FD0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091" y="4622508"/>
            <a:ext cx="1037628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GA continues to produce new generations (population) of individuals until some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stopping condition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met</a:t>
            </a:r>
            <a:endParaRPr lang="en-CA" altLang="zh-CN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69">
            <a:extLst>
              <a:ext uri="{FF2B5EF4-FFF2-40B4-BE49-F238E27FC236}">
                <a16:creationId xmlns:a16="http://schemas.microsoft.com/office/drawing/2014/main" id="{6FFAB42D-C590-D147-9F77-ABA02A13EB59}"/>
              </a:ext>
            </a:extLst>
          </p:cNvPr>
          <p:cNvSpPr/>
          <p:nvPr/>
        </p:nvSpPr>
        <p:spPr>
          <a:xfrm>
            <a:off x="7269078" y="1607276"/>
            <a:ext cx="1980905" cy="2389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7A23319-F1F0-94D7-BFC4-7B51E6221748}"/>
              </a:ext>
            </a:extLst>
          </p:cNvPr>
          <p:cNvGrpSpPr>
            <a:grpSpLocks/>
          </p:cNvGrpSpPr>
          <p:nvPr/>
        </p:nvGrpSpPr>
        <p:grpSpPr bwMode="auto">
          <a:xfrm>
            <a:off x="7601239" y="1901929"/>
            <a:ext cx="2041525" cy="1973263"/>
            <a:chOff x="4186" y="763"/>
            <a:chExt cx="1286" cy="1243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ED9167F5-9BA0-3B80-C48B-ADE0249FA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63"/>
              <a:ext cx="8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56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03592AFE-3AEB-EDEA-BEA9-3A3E4CD80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014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64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6E33180C-B02A-3591-CDC6-65E00EE38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83"/>
              <a:ext cx="6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65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EE061ABF-F4BA-D35C-089A-A3663BF61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14"/>
              <a:ext cx="7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G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=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61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2289143E-94E7-33E3-309C-EE6E74FE8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6" y="1773"/>
              <a:ext cx="9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Avg </a:t>
              </a:r>
              <a:r>
                <a:rPr lang="en-US" altLang="zh-CN" sz="1800" i="1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  <a:sym typeface="Symbol" pitchFamily="18" charset="2"/>
                </a:rPr>
                <a:t>= </a:t>
              </a: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rPr>
                <a:t>61.5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1" name="Text Box 4">
            <a:extLst>
              <a:ext uri="{FF2B5EF4-FFF2-40B4-BE49-F238E27FC236}">
                <a16:creationId xmlns:a16="http://schemas.microsoft.com/office/drawing/2014/main" id="{EC7B05A8-4791-B2E0-A954-F3A3EE67A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397" y="1210401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Current</a:t>
            </a:r>
            <a:r>
              <a:rPr lang="en-CA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Population</a:t>
            </a:r>
          </a:p>
        </p:txBody>
      </p:sp>
      <p:sp>
        <p:nvSpPr>
          <p:cNvPr id="12" name="矩形 48">
            <a:extLst>
              <a:ext uri="{FF2B5EF4-FFF2-40B4-BE49-F238E27FC236}">
                <a16:creationId xmlns:a16="http://schemas.microsoft.com/office/drawing/2014/main" id="{13C2FB6B-8A5B-633F-249B-DAB8D4E05314}"/>
              </a:ext>
            </a:extLst>
          </p:cNvPr>
          <p:cNvSpPr/>
          <p:nvPr/>
        </p:nvSpPr>
        <p:spPr>
          <a:xfrm>
            <a:off x="1310813" y="1539410"/>
            <a:ext cx="4148889" cy="23899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45">
            <a:extLst>
              <a:ext uri="{FF2B5EF4-FFF2-40B4-BE49-F238E27FC236}">
                <a16:creationId xmlns:a16="http://schemas.microsoft.com/office/drawing/2014/main" id="{04747E6A-DAE2-DEE7-37FB-26EA116FD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041" y="1178261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  <a:endParaRPr lang="en-CA" altLang="zh-CN" sz="2000" b="1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4" name="Oval 74">
            <a:extLst>
              <a:ext uri="{FF2B5EF4-FFF2-40B4-BE49-F238E27FC236}">
                <a16:creationId xmlns:a16="http://schemas.microsoft.com/office/drawing/2014/main" id="{465EA56C-28D3-45CB-C778-CB5129EE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802" y="2291489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5" name="Oval 75">
            <a:extLst>
              <a:ext uri="{FF2B5EF4-FFF2-40B4-BE49-F238E27FC236}">
                <a16:creationId xmlns:a16="http://schemas.microsoft.com/office/drawing/2014/main" id="{94F900A5-C47C-2A9E-B869-22376EBE4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077" y="2602639"/>
            <a:ext cx="533400" cy="303212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Oval 76">
            <a:extLst>
              <a:ext uri="{FF2B5EF4-FFF2-40B4-BE49-F238E27FC236}">
                <a16:creationId xmlns:a16="http://schemas.microsoft.com/office/drawing/2014/main" id="{818D2A52-93D7-D249-DA70-727AD4752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165" y="2115646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7" name="Oval 77">
            <a:extLst>
              <a:ext uri="{FF2B5EF4-FFF2-40B4-BE49-F238E27FC236}">
                <a16:creationId xmlns:a16="http://schemas.microsoft.com/office/drawing/2014/main" id="{D01DA371-A1B2-B821-B95C-E180DA301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75" y="2982791"/>
            <a:ext cx="533400" cy="303213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B3F32BFE-1B55-D995-A227-6F21299CA755}"/>
              </a:ext>
            </a:extLst>
          </p:cNvPr>
          <p:cNvGrpSpPr>
            <a:grpSpLocks/>
          </p:cNvGrpSpPr>
          <p:nvPr/>
        </p:nvGrpSpPr>
        <p:grpSpPr bwMode="auto">
          <a:xfrm>
            <a:off x="1644534" y="1848748"/>
            <a:ext cx="3979825" cy="1870179"/>
            <a:chOff x="448" y="575"/>
            <a:chExt cx="2464" cy="1153"/>
          </a:xfrm>
        </p:grpSpPr>
        <p:sp>
          <p:nvSpPr>
            <p:cNvPr id="19" name="Text Box 48">
              <a:extLst>
                <a:ext uri="{FF2B5EF4-FFF2-40B4-BE49-F238E27FC236}">
                  <a16:creationId xmlns:a16="http://schemas.microsoft.com/office/drawing/2014/main" id="{4D40ADB7-F58B-1141-C66D-2560AC46A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823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0" name="Text Box 49">
              <a:extLst>
                <a:ext uri="{FF2B5EF4-FFF2-40B4-BE49-F238E27FC236}">
                  <a16:creationId xmlns:a16="http://schemas.microsoft.com/office/drawing/2014/main" id="{9E84BDEA-487D-101F-E62E-E5A96BB03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42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Box 51">
              <a:extLst>
                <a:ext uri="{FF2B5EF4-FFF2-40B4-BE49-F238E27FC236}">
                  <a16:creationId xmlns:a16="http://schemas.microsoft.com/office/drawing/2014/main" id="{34C3B084-956F-B333-CCB4-DF1DC57D8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1014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2" name="Text Box 52">
              <a:extLst>
                <a:ext uri="{FF2B5EF4-FFF2-40B4-BE49-F238E27FC236}">
                  <a16:creationId xmlns:a16="http://schemas.microsoft.com/office/drawing/2014/main" id="{6539C4AE-8B77-A6FB-B4E1-309506EA7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673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3" name="Text Box 54">
              <a:extLst>
                <a:ext uri="{FF2B5EF4-FFF2-40B4-BE49-F238E27FC236}">
                  <a16:creationId xmlns:a16="http://schemas.microsoft.com/office/drawing/2014/main" id="{78C8FEE9-852A-18B9-1DBB-B937CA8AF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1036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Text Box 55">
              <a:extLst>
                <a:ext uri="{FF2B5EF4-FFF2-40B4-BE49-F238E27FC236}">
                  <a16:creationId xmlns:a16="http://schemas.microsoft.com/office/drawing/2014/main" id="{82971949-E118-D771-1F50-BDEFE2DDC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" y="708"/>
              <a:ext cx="47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Text Box 56">
              <a:extLst>
                <a:ext uri="{FF2B5EF4-FFF2-40B4-BE49-F238E27FC236}">
                  <a16:creationId xmlns:a16="http://schemas.microsoft.com/office/drawing/2014/main" id="{86B30ED1-9D9B-3032-B7EE-093839224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148"/>
              <a:ext cx="48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CA" altLang="zh-CN" sz="18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6" name="Text Box 58">
              <a:extLst>
                <a:ext uri="{FF2B5EF4-FFF2-40B4-BE49-F238E27FC236}">
                  <a16:creationId xmlns:a16="http://schemas.microsoft.com/office/drawing/2014/main" id="{895E0534-1C92-35B4-CBAD-64AB315F8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1501"/>
              <a:ext cx="47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0011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Text Box 59">
              <a:extLst>
                <a:ext uri="{FF2B5EF4-FFF2-40B4-BE49-F238E27FC236}">
                  <a16:creationId xmlns:a16="http://schemas.microsoft.com/office/drawing/2014/main" id="{A0A4BEFB-456C-9A0B-EFA8-DD7010E4D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3" y="1250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0000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8" name="Text Box 62">
              <a:extLst>
                <a:ext uri="{FF2B5EF4-FFF2-40B4-BE49-F238E27FC236}">
                  <a16:creationId xmlns:a16="http://schemas.microsoft.com/office/drawing/2014/main" id="{209C156F-9891-E57C-C69B-E328088CC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575"/>
              <a:ext cx="48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0101</a:t>
              </a:r>
              <a:endParaRPr lang="en-CA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9" name="Text Box 52">
            <a:extLst>
              <a:ext uri="{FF2B5EF4-FFF2-40B4-BE49-F238E27FC236}">
                <a16:creationId xmlns:a16="http://schemas.microsoft.com/office/drawing/2014/main" id="{0E6E41D0-0E53-56E2-3AC8-D00CFB72F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784" y="2435916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0" name="Text Box 52">
            <a:extLst>
              <a:ext uri="{FF2B5EF4-FFF2-40B4-BE49-F238E27FC236}">
                <a16:creationId xmlns:a16="http://schemas.microsoft.com/office/drawing/2014/main" id="{4A2F4A5E-63C6-CD7D-392B-B055CB9DA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47" y="2802491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1" name="Text Box 52">
            <a:extLst>
              <a:ext uri="{FF2B5EF4-FFF2-40B4-BE49-F238E27FC236}">
                <a16:creationId xmlns:a16="http://schemas.microsoft.com/office/drawing/2014/main" id="{08641A8A-903D-F357-0F53-810B6C4E3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522" y="3444186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2" name="Text Box 52">
            <a:extLst>
              <a:ext uri="{FF2B5EF4-FFF2-40B4-BE49-F238E27FC236}">
                <a16:creationId xmlns:a16="http://schemas.microsoft.com/office/drawing/2014/main" id="{811C926C-A574-1949-FE4F-3FD36BD4E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11" y="3508617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1010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3" name="Text Box 54">
            <a:extLst>
              <a:ext uri="{FF2B5EF4-FFF2-40B4-BE49-F238E27FC236}">
                <a16:creationId xmlns:a16="http://schemas.microsoft.com/office/drawing/2014/main" id="{161D5CDD-4A8D-B713-4B78-F8C2C890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574" y="2514081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4" name="Text Box 54">
            <a:extLst>
              <a:ext uri="{FF2B5EF4-FFF2-40B4-BE49-F238E27FC236}">
                <a16:creationId xmlns:a16="http://schemas.microsoft.com/office/drawing/2014/main" id="{B0F058C0-6255-8C3C-D575-2BC6FF9AD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64" y="2247762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1110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5" name="Text Box 54">
            <a:extLst>
              <a:ext uri="{FF2B5EF4-FFF2-40B4-BE49-F238E27FC236}">
                <a16:creationId xmlns:a16="http://schemas.microsoft.com/office/drawing/2014/main" id="{9B9900B6-B2F2-C2B8-3601-F813B4A36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604" y="2596495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1101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6" name="Text Box 54">
            <a:extLst>
              <a:ext uri="{FF2B5EF4-FFF2-40B4-BE49-F238E27FC236}">
                <a16:creationId xmlns:a16="http://schemas.microsoft.com/office/drawing/2014/main" id="{BF1B373E-C9F8-52E3-C466-9E9220E96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895" y="3464030"/>
            <a:ext cx="775291" cy="3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1100</a:t>
            </a:r>
            <a:endParaRPr lang="en-CA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7" name="Oval 84">
            <a:extLst>
              <a:ext uri="{FF2B5EF4-FFF2-40B4-BE49-F238E27FC236}">
                <a16:creationId xmlns:a16="http://schemas.microsoft.com/office/drawing/2014/main" id="{A39BF9BD-0643-E874-677E-A0D0E71DF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267" y="3565121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8" name="Oval 84">
            <a:extLst>
              <a:ext uri="{FF2B5EF4-FFF2-40B4-BE49-F238E27FC236}">
                <a16:creationId xmlns:a16="http://schemas.microsoft.com/office/drawing/2014/main" id="{D11462A8-2186-37D0-C057-278AE3F1C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483" y="2052709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9" name="Oval 84">
            <a:extLst>
              <a:ext uri="{FF2B5EF4-FFF2-40B4-BE49-F238E27FC236}">
                <a16:creationId xmlns:a16="http://schemas.microsoft.com/office/drawing/2014/main" id="{C6FD2724-1613-912C-B9CF-C18316FAF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824" y="3507549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0" name="Oval 84">
            <a:extLst>
              <a:ext uri="{FF2B5EF4-FFF2-40B4-BE49-F238E27FC236}">
                <a16:creationId xmlns:a16="http://schemas.microsoft.com/office/drawing/2014/main" id="{CF97FA4D-1AA2-973A-9629-FE2BC800D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585" y="2063717"/>
            <a:ext cx="609600" cy="303212"/>
          </a:xfrm>
          <a:prstGeom prst="ellipse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1" name="Oval 84">
            <a:extLst>
              <a:ext uri="{FF2B5EF4-FFF2-40B4-BE49-F238E27FC236}">
                <a16:creationId xmlns:a16="http://schemas.microsoft.com/office/drawing/2014/main" id="{3D4FB76B-9AB9-F1B1-0817-972F23199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458" y="3538675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2" name="Oval 84">
            <a:extLst>
              <a:ext uri="{FF2B5EF4-FFF2-40B4-BE49-F238E27FC236}">
                <a16:creationId xmlns:a16="http://schemas.microsoft.com/office/drawing/2014/main" id="{806B95E2-C3E6-6438-4564-6938DCFBD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217" y="2090479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3" name="Oval 84">
            <a:extLst>
              <a:ext uri="{FF2B5EF4-FFF2-40B4-BE49-F238E27FC236}">
                <a16:creationId xmlns:a16="http://schemas.microsoft.com/office/drawing/2014/main" id="{72C37541-1207-75F5-9A5B-4C187DB5E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026" y="2048314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4" name="Oval 84">
            <a:extLst>
              <a:ext uri="{FF2B5EF4-FFF2-40B4-BE49-F238E27FC236}">
                <a16:creationId xmlns:a16="http://schemas.microsoft.com/office/drawing/2014/main" id="{B9A2E198-BE2E-7749-EE5E-00F1C8A72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753" y="2845517"/>
            <a:ext cx="609600" cy="303212"/>
          </a:xfrm>
          <a:prstGeom prst="ellipse">
            <a:avLst/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5" name="Text Box 42">
            <a:extLst>
              <a:ext uri="{FF2B5EF4-FFF2-40B4-BE49-F238E27FC236}">
                <a16:creationId xmlns:a16="http://schemas.microsoft.com/office/drawing/2014/main" id="{A0CF55B1-9FDF-C396-DC19-15A9E04B3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345" y="1916032"/>
            <a:ext cx="1325563" cy="161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1 0 1 1</a:t>
            </a:r>
            <a:endParaRPr lang="en-US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0 </a:t>
            </a: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1 1 1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1 0 0 0</a:t>
            </a:r>
            <a:endParaRPr lang="en-US" altLang="zh-CN" sz="1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0 </a:t>
            </a:r>
            <a:r>
              <a:rPr lang="en-US" altLang="zh-CN" sz="18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1 0</a:t>
            </a:r>
          </a:p>
        </p:txBody>
      </p:sp>
    </p:spTree>
    <p:extLst>
      <p:ext uri="{BB962C8B-B14F-4D97-AF65-F5344CB8AC3E}">
        <p14:creationId xmlns:p14="http://schemas.microsoft.com/office/powerpoint/2010/main" val="60445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The workflow of GA</a:t>
            </a:r>
          </a:p>
        </p:txBody>
      </p:sp>
      <p:sp>
        <p:nvSpPr>
          <p:cNvPr id="2" name="矩形 17">
            <a:extLst>
              <a:ext uri="{FF2B5EF4-FFF2-40B4-BE49-F238E27FC236}">
                <a16:creationId xmlns:a16="http://schemas.microsoft.com/office/drawing/2014/main" id="{A403F162-C1DB-B3DC-EB80-6860F48A93C2}"/>
              </a:ext>
            </a:extLst>
          </p:cNvPr>
          <p:cNvSpPr/>
          <p:nvPr/>
        </p:nvSpPr>
        <p:spPr>
          <a:xfrm>
            <a:off x="4007019" y="1346723"/>
            <a:ext cx="3276600" cy="389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18">
            <a:extLst>
              <a:ext uri="{FF2B5EF4-FFF2-40B4-BE49-F238E27FC236}">
                <a16:creationId xmlns:a16="http://schemas.microsoft.com/office/drawing/2014/main" id="{80F3528D-7F87-7C5F-9356-9F049762BA02}"/>
              </a:ext>
            </a:extLst>
          </p:cNvPr>
          <p:cNvSpPr/>
          <p:nvPr/>
        </p:nvSpPr>
        <p:spPr>
          <a:xfrm>
            <a:off x="4007019" y="1974246"/>
            <a:ext cx="3276600" cy="389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菱形 20">
            <a:extLst>
              <a:ext uri="{FF2B5EF4-FFF2-40B4-BE49-F238E27FC236}">
                <a16:creationId xmlns:a16="http://schemas.microsoft.com/office/drawing/2014/main" id="{4F4BA41F-5D72-3211-00C3-30E070E96C43}"/>
              </a:ext>
            </a:extLst>
          </p:cNvPr>
          <p:cNvSpPr/>
          <p:nvPr/>
        </p:nvSpPr>
        <p:spPr>
          <a:xfrm>
            <a:off x="3516086" y="4468704"/>
            <a:ext cx="4258235" cy="1292017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Termination conditions?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22">
            <a:extLst>
              <a:ext uri="{FF2B5EF4-FFF2-40B4-BE49-F238E27FC236}">
                <a16:creationId xmlns:a16="http://schemas.microsoft.com/office/drawing/2014/main" id="{BB0ADCE2-AFD3-1569-995B-AD5621B28660}"/>
              </a:ext>
            </a:extLst>
          </p:cNvPr>
          <p:cNvSpPr/>
          <p:nvPr/>
        </p:nvSpPr>
        <p:spPr>
          <a:xfrm>
            <a:off x="3997938" y="6067749"/>
            <a:ext cx="3276600" cy="389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the optimal solution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23">
            <a:extLst>
              <a:ext uri="{FF2B5EF4-FFF2-40B4-BE49-F238E27FC236}">
                <a16:creationId xmlns:a16="http://schemas.microsoft.com/office/drawing/2014/main" id="{EB0D31A9-AC07-73DC-CEBB-C56173AE84D6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645319" y="1736688"/>
            <a:ext cx="0" cy="2375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24">
            <a:extLst>
              <a:ext uri="{FF2B5EF4-FFF2-40B4-BE49-F238E27FC236}">
                <a16:creationId xmlns:a16="http://schemas.microsoft.com/office/drawing/2014/main" id="{266A9196-04D9-F369-20F9-0976F395E938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flipH="1">
            <a:off x="5645204" y="2364211"/>
            <a:ext cx="115" cy="246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25">
            <a:extLst>
              <a:ext uri="{FF2B5EF4-FFF2-40B4-BE49-F238E27FC236}">
                <a16:creationId xmlns:a16="http://schemas.microsoft.com/office/drawing/2014/main" id="{EEE44484-5372-6717-BEFD-CF8DE6A97E8B}"/>
              </a:ext>
            </a:extLst>
          </p:cNvPr>
          <p:cNvCxnSpPr>
            <a:stCxn id="14" idx="2"/>
            <a:endCxn id="4" idx="0"/>
          </p:cNvCxnSpPr>
          <p:nvPr/>
        </p:nvCxnSpPr>
        <p:spPr>
          <a:xfrm flipH="1">
            <a:off x="5645204" y="4209830"/>
            <a:ext cx="4894" cy="2588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26">
            <a:extLst>
              <a:ext uri="{FF2B5EF4-FFF2-40B4-BE49-F238E27FC236}">
                <a16:creationId xmlns:a16="http://schemas.microsoft.com/office/drawing/2014/main" id="{EFBCDBCC-4509-A1FC-18FA-7DF41F9D6796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636238" y="5760721"/>
            <a:ext cx="8966" cy="3070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连接符 27">
            <a:extLst>
              <a:ext uri="{FF2B5EF4-FFF2-40B4-BE49-F238E27FC236}">
                <a16:creationId xmlns:a16="http://schemas.microsoft.com/office/drawing/2014/main" id="{EF005B6A-FFE2-4A03-0F6B-4C07B06E0DE4}"/>
              </a:ext>
            </a:extLst>
          </p:cNvPr>
          <p:cNvCxnSpPr>
            <a:stCxn id="4" idx="1"/>
            <a:endCxn id="3" idx="1"/>
          </p:cNvCxnSpPr>
          <p:nvPr/>
        </p:nvCxnSpPr>
        <p:spPr>
          <a:xfrm rot="10800000" flipH="1">
            <a:off x="3516085" y="2169229"/>
            <a:ext cx="490933" cy="2945484"/>
          </a:xfrm>
          <a:prstGeom prst="bentConnector3">
            <a:avLst>
              <a:gd name="adj1" fmla="val -46564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32">
            <a:extLst>
              <a:ext uri="{FF2B5EF4-FFF2-40B4-BE49-F238E27FC236}">
                <a16:creationId xmlns:a16="http://schemas.microsoft.com/office/drawing/2014/main" id="{E1FD6F8B-41D4-EBBA-1DFF-BA3AF5977251}"/>
              </a:ext>
            </a:extLst>
          </p:cNvPr>
          <p:cNvSpPr/>
          <p:nvPr/>
        </p:nvSpPr>
        <p:spPr>
          <a:xfrm>
            <a:off x="4006904" y="2611127"/>
            <a:ext cx="3276600" cy="389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Crossover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34">
            <a:extLst>
              <a:ext uri="{FF2B5EF4-FFF2-40B4-BE49-F238E27FC236}">
                <a16:creationId xmlns:a16="http://schemas.microsoft.com/office/drawing/2014/main" id="{5D3680D6-CC63-C18A-F082-827D89733949}"/>
              </a:ext>
            </a:extLst>
          </p:cNvPr>
          <p:cNvSpPr/>
          <p:nvPr/>
        </p:nvSpPr>
        <p:spPr>
          <a:xfrm>
            <a:off x="4011798" y="3211356"/>
            <a:ext cx="3276600" cy="389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Mutation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9">
            <a:extLst>
              <a:ext uri="{FF2B5EF4-FFF2-40B4-BE49-F238E27FC236}">
                <a16:creationId xmlns:a16="http://schemas.microsoft.com/office/drawing/2014/main" id="{2A976521-10B9-6FF1-1377-7E54E22929E9}"/>
              </a:ext>
            </a:extLst>
          </p:cNvPr>
          <p:cNvSpPr/>
          <p:nvPr/>
        </p:nvSpPr>
        <p:spPr>
          <a:xfrm>
            <a:off x="4011798" y="3819865"/>
            <a:ext cx="3276600" cy="389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Replacement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28">
            <a:extLst>
              <a:ext uri="{FF2B5EF4-FFF2-40B4-BE49-F238E27FC236}">
                <a16:creationId xmlns:a16="http://schemas.microsoft.com/office/drawing/2014/main" id="{36882A6B-D875-566B-721F-2D9AAFF0BFA6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645204" y="3001092"/>
            <a:ext cx="4894" cy="2102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9">
            <a:extLst>
              <a:ext uri="{FF2B5EF4-FFF2-40B4-BE49-F238E27FC236}">
                <a16:creationId xmlns:a16="http://schemas.microsoft.com/office/drawing/2014/main" id="{675ACDF1-214F-A883-4FF8-5C59B3192323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5650098" y="3601321"/>
            <a:ext cx="0" cy="218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DDA64D-9192-2F8A-2553-40F98FB9349F}"/>
              </a:ext>
            </a:extLst>
          </p:cNvPr>
          <p:cNvSpPr txBox="1"/>
          <p:nvPr/>
        </p:nvSpPr>
        <p:spPr>
          <a:xfrm>
            <a:off x="2777293" y="3441981"/>
            <a:ext cx="49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799-B311-D687-B62D-3672FF09F325}"/>
              </a:ext>
            </a:extLst>
          </p:cNvPr>
          <p:cNvSpPr txBox="1"/>
          <p:nvPr/>
        </p:nvSpPr>
        <p:spPr>
          <a:xfrm>
            <a:off x="5982495" y="5694190"/>
            <a:ext cx="72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23516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9CE2F3-B8FA-4C95-9DB4-8D463CCA01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A04297-C78D-4BE8-8C53-B1B42C8EDF4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7EACA0BA-D09A-4CAF-B780-9D12878909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778</Words>
  <Application>Microsoft Office PowerPoint</Application>
  <PresentationFormat>Widescreen</PresentationFormat>
  <Paragraphs>383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Genetic Algorithm: An Example</vt:lpstr>
      <vt:lpstr>Use “evolution” to solve an optimization problem</vt:lpstr>
      <vt:lpstr>How does GA solve an optimization problem? </vt:lpstr>
      <vt:lpstr>How does GA solve an optimization problem? </vt:lpstr>
      <vt:lpstr>How does GA solve an optimization problem? </vt:lpstr>
      <vt:lpstr>How does GA solve an optimization problem? </vt:lpstr>
      <vt:lpstr>How does GA solve an optimization problem? </vt:lpstr>
      <vt:lpstr>How does GA solve an optimization problem? </vt:lpstr>
      <vt:lpstr>How does GA solve an optimization problem? </vt:lpstr>
      <vt:lpstr>The workflow of GA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67</cp:revision>
  <dcterms:created xsi:type="dcterms:W3CDTF">2021-01-06T14:22:07Z</dcterms:created>
  <dcterms:modified xsi:type="dcterms:W3CDTF">2024-07-02T10:07:01Z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