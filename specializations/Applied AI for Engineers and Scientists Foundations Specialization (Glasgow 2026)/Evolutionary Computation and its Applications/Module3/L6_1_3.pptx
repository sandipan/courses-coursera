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256" r:id="rId5"/>
    <p:sldId id="504" r:id="rId6"/>
    <p:sldId id="494" r:id="rId7"/>
    <p:sldId id="505" r:id="rId8"/>
    <p:sldId id="506" r:id="rId9"/>
    <p:sldId id="507" r:id="rId10"/>
    <p:sldId id="508" r:id="rId11"/>
    <p:sldId id="509" r:id="rId12"/>
    <p:sldId id="529" r:id="rId13"/>
    <p:sldId id="510" r:id="rId14"/>
    <p:sldId id="511" r:id="rId15"/>
    <p:sldId id="512" r:id="rId16"/>
    <p:sldId id="513" r:id="rId17"/>
    <p:sldId id="528" r:id="rId18"/>
    <p:sldId id="514" r:id="rId19"/>
    <p:sldId id="515" r:id="rId20"/>
    <p:sldId id="516" r:id="rId21"/>
    <p:sldId id="517" r:id="rId22"/>
    <p:sldId id="530" r:id="rId23"/>
    <p:sldId id="518" r:id="rId24"/>
    <p:sldId id="519" r:id="rId25"/>
    <p:sldId id="520" r:id="rId26"/>
    <p:sldId id="521" r:id="rId27"/>
    <p:sldId id="522" r:id="rId28"/>
    <p:sldId id="523" r:id="rId29"/>
    <p:sldId id="524" r:id="rId30"/>
    <p:sldId id="525" r:id="rId31"/>
    <p:sldId id="526" r:id="rId32"/>
    <p:sldId id="527" r:id="rId33"/>
    <p:sldId id="27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06C4C-CF1D-4F46-BE21-26CAD5B99CEA}" v="31" dt="2024-07-01T10:27:04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ngyue Yu (PGR)" userId="S::2522553y@student.gla.ac.uk::6b5e3eec-90ec-4566-b7ba-930254322436" providerId="AD" clId="Web-{24506C4C-CF1D-4F46-BE21-26CAD5B99CEA}"/>
    <pc:docChg chg="modSld">
      <pc:chgData name="Liangyue Yu (PGR)" userId="S::2522553y@student.gla.ac.uk::6b5e3eec-90ec-4566-b7ba-930254322436" providerId="AD" clId="Web-{24506C4C-CF1D-4F46-BE21-26CAD5B99CEA}" dt="2024-07-01T10:27:04.097" v="28"/>
      <pc:docMkLst>
        <pc:docMk/>
      </pc:docMkLst>
      <pc:sldChg chg="modSp">
        <pc:chgData name="Liangyue Yu (PGR)" userId="S::2522553y@student.gla.ac.uk::6b5e3eec-90ec-4566-b7ba-930254322436" providerId="AD" clId="Web-{24506C4C-CF1D-4F46-BE21-26CAD5B99CEA}" dt="2024-07-01T10:07:38.053" v="20" actId="1076"/>
        <pc:sldMkLst>
          <pc:docMk/>
          <pc:sldMk cId="2055535065" sldId="506"/>
        </pc:sldMkLst>
        <pc:spChg chg="mod">
          <ac:chgData name="Liangyue Yu (PGR)" userId="S::2522553y@student.gla.ac.uk::6b5e3eec-90ec-4566-b7ba-930254322436" providerId="AD" clId="Web-{24506C4C-CF1D-4F46-BE21-26CAD5B99CEA}" dt="2024-07-01T10:07:37.662" v="14" actId="1076"/>
          <ac:spMkLst>
            <pc:docMk/>
            <pc:sldMk cId="2055535065" sldId="506"/>
            <ac:spMk id="13" creationId="{E13B61EC-D868-575D-7823-EE99ACC2F4DC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37.771" v="15" actId="1076"/>
          <ac:spMkLst>
            <pc:docMk/>
            <pc:sldMk cId="2055535065" sldId="506"/>
            <ac:spMk id="14" creationId="{AE8FF370-B1F3-CB94-9C59-20C695595FE9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37.865" v="16" actId="1076"/>
          <ac:spMkLst>
            <pc:docMk/>
            <pc:sldMk cId="2055535065" sldId="506"/>
            <ac:spMk id="15" creationId="{0E3A88B3-10EB-E2CF-A22B-212D21902282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37.912" v="17" actId="1076"/>
          <ac:spMkLst>
            <pc:docMk/>
            <pc:sldMk cId="2055535065" sldId="506"/>
            <ac:spMk id="16" creationId="{BB227694-A98C-6F54-5E32-6291B2452258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38.006" v="19" actId="1076"/>
          <ac:spMkLst>
            <pc:docMk/>
            <pc:sldMk cId="2055535065" sldId="506"/>
            <ac:spMk id="21" creationId="{25FADCE2-2BEC-224D-2F12-837B15AC1D2A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38.053" v="20" actId="1076"/>
          <ac:spMkLst>
            <pc:docMk/>
            <pc:sldMk cId="2055535065" sldId="506"/>
            <ac:spMk id="22" creationId="{020D84B8-4BB5-9305-1DAC-18AB1AE25545}"/>
          </ac:spMkLst>
        </pc:spChg>
        <pc:grpChg chg="mod">
          <ac:chgData name="Liangyue Yu (PGR)" userId="S::2522553y@student.gla.ac.uk::6b5e3eec-90ec-4566-b7ba-930254322436" providerId="AD" clId="Web-{24506C4C-CF1D-4F46-BE21-26CAD5B99CEA}" dt="2024-07-01T10:07:37.959" v="18" actId="1076"/>
          <ac:grpSpMkLst>
            <pc:docMk/>
            <pc:sldMk cId="2055535065" sldId="506"/>
            <ac:grpSpMk id="17" creationId="{E8BA57DC-2F13-9296-6728-2D1273738CD6}"/>
          </ac:grpSpMkLst>
        </pc:grpChg>
      </pc:sldChg>
      <pc:sldChg chg="modSp">
        <pc:chgData name="Liangyue Yu (PGR)" userId="S::2522553y@student.gla.ac.uk::6b5e3eec-90ec-4566-b7ba-930254322436" providerId="AD" clId="Web-{24506C4C-CF1D-4F46-BE21-26CAD5B99CEA}" dt="2024-07-01T10:07:14.849" v="13" actId="1076"/>
        <pc:sldMkLst>
          <pc:docMk/>
          <pc:sldMk cId="1291497791" sldId="507"/>
        </pc:sldMkLst>
        <pc:spChg chg="mod">
          <ac:chgData name="Liangyue Yu (PGR)" userId="S::2522553y@student.gla.ac.uk::6b5e3eec-90ec-4566-b7ba-930254322436" providerId="AD" clId="Web-{24506C4C-CF1D-4F46-BE21-26CAD5B99CEA}" dt="2024-07-01T10:07:14.442" v="7" actId="1076"/>
          <ac:spMkLst>
            <pc:docMk/>
            <pc:sldMk cId="1291497791" sldId="507"/>
            <ac:spMk id="3" creationId="{D52ACA1B-7993-E30C-FB0F-D85D17663F08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14.536" v="9" actId="1076"/>
          <ac:spMkLst>
            <pc:docMk/>
            <pc:sldMk cId="1291497791" sldId="507"/>
            <ac:spMk id="14" creationId="{B1D02FA5-16CD-F7B9-A718-9549CB4E73EC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14.646" v="10" actId="1076"/>
          <ac:spMkLst>
            <pc:docMk/>
            <pc:sldMk cId="1291497791" sldId="507"/>
            <ac:spMk id="15" creationId="{1216BF04-022A-8BE0-BC32-B5417F8E4829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14.739" v="11" actId="1076"/>
          <ac:spMkLst>
            <pc:docMk/>
            <pc:sldMk cId="1291497791" sldId="507"/>
            <ac:spMk id="16" creationId="{A50FA7F8-9009-D51B-8BC7-94224892E62B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14.802" v="12" actId="1076"/>
          <ac:spMkLst>
            <pc:docMk/>
            <pc:sldMk cId="1291497791" sldId="507"/>
            <ac:spMk id="17" creationId="{395B64F3-8D4D-805F-FA24-1C01DF638EAC}"/>
          </ac:spMkLst>
        </pc:spChg>
        <pc:spChg chg="mod">
          <ac:chgData name="Liangyue Yu (PGR)" userId="S::2522553y@student.gla.ac.uk::6b5e3eec-90ec-4566-b7ba-930254322436" providerId="AD" clId="Web-{24506C4C-CF1D-4F46-BE21-26CAD5B99CEA}" dt="2024-07-01T10:07:14.849" v="13" actId="1076"/>
          <ac:spMkLst>
            <pc:docMk/>
            <pc:sldMk cId="1291497791" sldId="507"/>
            <ac:spMk id="18" creationId="{B1794B40-48CA-BA57-5BD6-227E84776949}"/>
          </ac:spMkLst>
        </pc:spChg>
        <pc:grpChg chg="mod">
          <ac:chgData name="Liangyue Yu (PGR)" userId="S::2522553y@student.gla.ac.uk::6b5e3eec-90ec-4566-b7ba-930254322436" providerId="AD" clId="Web-{24506C4C-CF1D-4F46-BE21-26CAD5B99CEA}" dt="2024-07-01T10:07:14.489" v="8" actId="1076"/>
          <ac:grpSpMkLst>
            <pc:docMk/>
            <pc:sldMk cId="1291497791" sldId="507"/>
            <ac:grpSpMk id="4" creationId="{4E7B3F1C-2884-3502-618C-4AF0F6642156}"/>
          </ac:grpSpMkLst>
        </pc:grpChg>
      </pc:sldChg>
      <pc:sldChg chg="addSp delSp modSp">
        <pc:chgData name="Liangyue Yu (PGR)" userId="S::2522553y@student.gla.ac.uk::6b5e3eec-90ec-4566-b7ba-930254322436" providerId="AD" clId="Web-{24506C4C-CF1D-4F46-BE21-26CAD5B99CEA}" dt="2024-07-01T10:27:04.097" v="28"/>
        <pc:sldMkLst>
          <pc:docMk/>
          <pc:sldMk cId="180947657" sldId="525"/>
        </pc:sldMkLst>
        <pc:spChg chg="add del">
          <ac:chgData name="Liangyue Yu (PGR)" userId="S::2522553y@student.gla.ac.uk::6b5e3eec-90ec-4566-b7ba-930254322436" providerId="AD" clId="Web-{24506C4C-CF1D-4F46-BE21-26CAD5B99CEA}" dt="2024-07-01T10:25:58.501" v="22"/>
          <ac:spMkLst>
            <pc:docMk/>
            <pc:sldMk cId="180947657" sldId="525"/>
            <ac:spMk id="17" creationId="{F685DFD8-6BFF-6D9C-D859-88C05B9D7866}"/>
          </ac:spMkLst>
        </pc:spChg>
        <pc:spChg chg="add del mod">
          <ac:chgData name="Liangyue Yu (PGR)" userId="S::2522553y@student.gla.ac.uk::6b5e3eec-90ec-4566-b7ba-930254322436" providerId="AD" clId="Web-{24506C4C-CF1D-4F46-BE21-26CAD5B99CEA}" dt="2024-07-01T10:27:04.097" v="28"/>
          <ac:spMkLst>
            <pc:docMk/>
            <pc:sldMk cId="180947657" sldId="525"/>
            <ac:spMk id="18" creationId="{B7CEE57F-EA52-4AF9-E298-FFB53F32D9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05/07/2024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png"/><Relationship Id="rId7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150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8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4.png"/><Relationship Id="rId7" Type="http://schemas.openxmlformats.org/officeDocument/2006/relationships/image" Target="../media/image5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8.png"/><Relationship Id="rId7" Type="http://schemas.openxmlformats.org/officeDocument/2006/relationships/image" Target="../media/image4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32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1.png"/><Relationship Id="rId7" Type="http://schemas.openxmlformats.org/officeDocument/2006/relationships/image" Target="../media/image7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1.png"/><Relationship Id="rId7" Type="http://schemas.openxmlformats.org/officeDocument/2006/relationships/image" Target="../media/image7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png"/><Relationship Id="rId5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1.png"/><Relationship Id="rId7" Type="http://schemas.openxmlformats.org/officeDocument/2006/relationships/image" Target="../media/image7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1.png"/><Relationship Id="rId7" Type="http://schemas.openxmlformats.org/officeDocument/2006/relationships/image" Target="../media/image7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650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5980546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Particle Swarm Optimization: Workflow Demonstration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55B0-B7DB-256B-EFEF-ED8DCDF6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PSO flow diagram</a:t>
            </a:r>
            <a:br>
              <a:rPr lang="en-GB" dirty="0"/>
            </a:br>
            <a:endParaRPr lang="en-GB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71E97DA-6E15-E20B-7872-9054B26D6DE5}"/>
              </a:ext>
            </a:extLst>
          </p:cNvPr>
          <p:cNvSpPr txBox="1">
            <a:spLocks noChangeArrowheads="1"/>
          </p:cNvSpPr>
          <p:nvPr/>
        </p:nvSpPr>
        <p:spPr>
          <a:xfrm>
            <a:off x="708129" y="1663065"/>
            <a:ext cx="87059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solution in the search space       	    A particle’s position.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E9BC4500-C74F-85E2-68DD-99C5CA164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707" y="3371339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population of solutions</a:t>
            </a:r>
          </a:p>
        </p:txBody>
      </p:sp>
      <p:grpSp>
        <p:nvGrpSpPr>
          <p:cNvPr id="21" name="Group 15">
            <a:extLst>
              <a:ext uri="{FF2B5EF4-FFF2-40B4-BE49-F238E27FC236}">
                <a16:creationId xmlns:a16="http://schemas.microsoft.com/office/drawing/2014/main" id="{3CADB638-E2B2-5E9B-6F51-A053C4483113}"/>
              </a:ext>
            </a:extLst>
          </p:cNvPr>
          <p:cNvGrpSpPr>
            <a:grpSpLocks/>
          </p:cNvGrpSpPr>
          <p:nvPr/>
        </p:nvGrpSpPr>
        <p:grpSpPr bwMode="auto">
          <a:xfrm>
            <a:off x="4870695" y="2668121"/>
            <a:ext cx="2505075" cy="1069975"/>
            <a:chOff x="2426" y="1635"/>
            <a:chExt cx="1578" cy="674"/>
          </a:xfrm>
        </p:grpSpPr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DE869AB0-F87B-29D1-01BD-02C3C46C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309"/>
              <a:ext cx="1578" cy="0"/>
            </a:xfrm>
            <a:prstGeom prst="line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C43A04C7-C35C-E509-43A7-7137B623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1635"/>
              <a:ext cx="1424" cy="458"/>
            </a:xfrm>
            <a:prstGeom prst="rect">
              <a:avLst/>
            </a:prstGeom>
            <a:solidFill>
              <a:srgbClr val="5B9BD5">
                <a:lumMod val="60000"/>
                <a:lumOff val="40000"/>
              </a:srgbClr>
            </a:solidFill>
            <a:ln w="9525" algn="ctr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4" name="Line 10">
            <a:extLst>
              <a:ext uri="{FF2B5EF4-FFF2-40B4-BE49-F238E27FC236}">
                <a16:creationId xmlns:a16="http://schemas.microsoft.com/office/drawing/2014/main" id="{1A40E7F6-1E24-7F52-9931-B3168C6436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5043" y="4051627"/>
            <a:ext cx="1836738" cy="1578769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B89FECB-9F99-34FE-EE68-804BD4B0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9056" y="5271621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solutions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421A735-3685-199D-B353-E661E204D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510" y="5219961"/>
            <a:ext cx="3630443" cy="79216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Update the speed and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position of each particle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54070008-A7F0-27CE-69CD-60CFD471FE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2723" y="4006383"/>
            <a:ext cx="0" cy="1265238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040D44BE-61F8-7B98-8DA8-EF36E38B6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582" y="4192120"/>
            <a:ext cx="1933470" cy="64611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Replacement</a:t>
            </a:r>
          </a:p>
        </p:txBody>
      </p:sp>
      <p:sp>
        <p:nvSpPr>
          <p:cNvPr id="29" name="Arrow: Right 6">
            <a:extLst>
              <a:ext uri="{FF2B5EF4-FFF2-40B4-BE49-F238E27FC236}">
                <a16:creationId xmlns:a16="http://schemas.microsoft.com/office/drawing/2014/main" id="{BA9FB520-ACA6-AD74-8674-483AE2129EDE}"/>
              </a:ext>
            </a:extLst>
          </p:cNvPr>
          <p:cNvSpPr/>
          <p:nvPr/>
        </p:nvSpPr>
        <p:spPr>
          <a:xfrm>
            <a:off x="4870695" y="1786246"/>
            <a:ext cx="1034793" cy="127135"/>
          </a:xfrm>
          <a:prstGeom prst="rightArrow">
            <a:avLst>
              <a:gd name="adj1" fmla="val 50000"/>
              <a:gd name="adj2" fmla="val 227935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" name="组合 12">
            <a:extLst>
              <a:ext uri="{FF2B5EF4-FFF2-40B4-BE49-F238E27FC236}">
                <a16:creationId xmlns:a16="http://schemas.microsoft.com/office/drawing/2014/main" id="{1B2DB106-20BC-0294-7824-F33610E70A0E}"/>
              </a:ext>
            </a:extLst>
          </p:cNvPr>
          <p:cNvGrpSpPr/>
          <p:nvPr/>
        </p:nvGrpSpPr>
        <p:grpSpPr>
          <a:xfrm>
            <a:off x="7376130" y="3395944"/>
            <a:ext cx="2318977" cy="627062"/>
            <a:chOff x="6385326" y="3263696"/>
            <a:chExt cx="2318977" cy="627062"/>
          </a:xfrm>
        </p:grpSpPr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A1FA999A-2CBE-7844-971E-CAB1A6C29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5326" y="3263696"/>
              <a:ext cx="2318977" cy="6270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/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blipFill>
                  <a:blip r:embed="rId2"/>
                  <a:stretch>
                    <a:fillRect l="-5755" r="-22302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/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blipFill>
                  <a:blip r:embed="rId3"/>
                  <a:stretch>
                    <a:fillRect l="-5594" r="-16783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矩形 11">
            <a:extLst>
              <a:ext uri="{FF2B5EF4-FFF2-40B4-BE49-F238E27FC236}">
                <a16:creationId xmlns:a16="http://schemas.microsoft.com/office/drawing/2014/main" id="{8C961BED-CF13-2C34-C6E9-58DA534BED15}"/>
              </a:ext>
            </a:extLst>
          </p:cNvPr>
          <p:cNvSpPr/>
          <p:nvPr/>
        </p:nvSpPr>
        <p:spPr>
          <a:xfrm>
            <a:off x="4871055" y="2616159"/>
            <a:ext cx="25050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Track two extreme values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54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Standard PSO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7" descr="ANI3">
                <a:extLst>
                  <a:ext uri="{FF2B5EF4-FFF2-40B4-BE49-F238E27FC236}">
                    <a16:creationId xmlns:a16="http://schemas.microsoft.com/office/drawing/2014/main" id="{15111C46-D0C3-9E2E-9AAF-3EEF303CF89A}"/>
                  </a:ext>
                </a:extLst>
              </p:cNvPr>
              <p:cNvSpPr txBox="1"/>
              <p:nvPr/>
            </p:nvSpPr>
            <p:spPr bwMode="auto">
              <a:xfrm>
                <a:off x="4746597" y="4190056"/>
                <a:ext cx="2984500" cy="5762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对象 7" descr="ANI3">
                <a:extLst>
                  <a:ext uri="{FF2B5EF4-FFF2-40B4-BE49-F238E27FC236}">
                    <a16:creationId xmlns:a16="http://schemas.microsoft.com/office/drawing/2014/main" id="{15111C46-D0C3-9E2E-9AAF-3EEF303CF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6597" y="4190056"/>
                <a:ext cx="2984500" cy="5762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8" descr="ANI3">
                <a:extLst>
                  <a:ext uri="{FF2B5EF4-FFF2-40B4-BE49-F238E27FC236}">
                    <a16:creationId xmlns:a16="http://schemas.microsoft.com/office/drawing/2014/main" id="{2C881E52-96B4-A4B0-541A-CFDF9BA55E39}"/>
                  </a:ext>
                </a:extLst>
              </p:cNvPr>
              <p:cNvSpPr txBox="1"/>
              <p:nvPr/>
            </p:nvSpPr>
            <p:spPr bwMode="auto">
              <a:xfrm>
                <a:off x="3017016" y="2659062"/>
                <a:ext cx="6443662" cy="1022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𝑝𝐵𝑒𝑠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𝑔𝐵𝑒𝑠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=1,...,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对象 8" descr="ANI3">
                <a:extLst>
                  <a:ext uri="{FF2B5EF4-FFF2-40B4-BE49-F238E27FC236}">
                    <a16:creationId xmlns:a16="http://schemas.microsoft.com/office/drawing/2014/main" id="{2C881E52-96B4-A4B0-541A-CFDF9BA55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7016" y="2659062"/>
                <a:ext cx="6443662" cy="10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extLst>
              <a:ext uri="{FF2B5EF4-FFF2-40B4-BE49-F238E27FC236}">
                <a16:creationId xmlns:a16="http://schemas.microsoft.com/office/drawing/2014/main" id="{1255DC68-C90B-824A-829A-2B1AAB514D49}"/>
              </a:ext>
            </a:extLst>
          </p:cNvPr>
          <p:cNvSpPr/>
          <p:nvPr/>
        </p:nvSpPr>
        <p:spPr>
          <a:xfrm>
            <a:off x="457985" y="1688753"/>
            <a:ext cx="8102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Standard PSO algorithms: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700A-7EE6-5E07-ED24-04E02C63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C9C04D-4A29-69E1-D6F7-73E156B96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47" y="1687326"/>
            <a:ext cx="8229600" cy="11430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2400" dirty="0">
                <a:ea typeface="宋体" pitchFamily="2" charset="-122"/>
              </a:rPr>
              <a:t>An example</a:t>
            </a:r>
            <a:endParaRPr lang="zh-CN" altLang="en-US" sz="2400" dirty="0">
              <a:ea typeface="宋体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F9EBC-60BB-6AE7-4578-C6BE7207D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882" y="2461140"/>
            <a:ext cx="9841318" cy="4119282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Test function: </a:t>
            </a:r>
          </a:p>
          <a:p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>
              <a:buNone/>
            </a:pPr>
            <a:endParaRPr lang="en-GB" altLang="zh-CN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  <a:p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where                        .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The particle swarm optimization algorithm is used to find the minimum value of </a:t>
            </a:r>
            <a:r>
              <a:rPr lang="en-US" altLang="zh-CN" i="1" dirty="0">
                <a:solidFill>
                  <a:schemeClr val="tx1"/>
                </a:solidFill>
                <a:ea typeface="宋体" pitchFamily="2" charset="-122"/>
              </a:rPr>
              <a:t>y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.</a:t>
            </a:r>
            <a:endParaRPr lang="zh-CN" altLang="en-US" dirty="0">
              <a:solidFill>
                <a:schemeClr val="tx1"/>
              </a:solidFill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CCAEEEE9-85FB-AB6D-5B21-494AFA02B67B}"/>
                  </a:ext>
                </a:extLst>
              </p:cNvPr>
              <p:cNvSpPr txBox="1"/>
              <p:nvPr/>
            </p:nvSpPr>
            <p:spPr bwMode="auto">
              <a:xfrm>
                <a:off x="2040698" y="4249880"/>
                <a:ext cx="2234440" cy="3841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−10≤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≤10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CCAEEEE9-85FB-AB6D-5B21-494AFA02B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0698" y="4249880"/>
                <a:ext cx="2234440" cy="384175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1882828C-62D1-C36A-A444-63B1CDFE487B}"/>
                  </a:ext>
                </a:extLst>
              </p:cNvPr>
              <p:cNvSpPr txBox="1"/>
              <p:nvPr/>
            </p:nvSpPr>
            <p:spPr bwMode="auto">
              <a:xfrm>
                <a:off x="4275138" y="2998788"/>
                <a:ext cx="2659062" cy="52228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1882828C-62D1-C36A-A444-63B1CDFE4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5138" y="2998788"/>
                <a:ext cx="2659062" cy="522287"/>
              </a:xfrm>
              <a:prstGeom prst="rect">
                <a:avLst/>
              </a:prstGeom>
              <a:blipFill>
                <a:blip r:embed="rId3"/>
                <a:stretch>
                  <a:fillRect l="-686" b="-34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1">
            <a:extLst>
              <a:ext uri="{FF2B5EF4-FFF2-40B4-BE49-F238E27FC236}">
                <a16:creationId xmlns:a16="http://schemas.microsoft.com/office/drawing/2014/main" id="{1C2F40F5-A767-B249-4355-454E76E99F3E}"/>
              </a:ext>
            </a:extLst>
          </p:cNvPr>
          <p:cNvSpPr/>
          <p:nvPr/>
        </p:nvSpPr>
        <p:spPr>
          <a:xfrm>
            <a:off x="3458950" y="3037512"/>
            <a:ext cx="731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min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599E-1382-F8A1-FC9F-55D6F05AB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13" name="矩形 86">
            <a:extLst>
              <a:ext uri="{FF2B5EF4-FFF2-40B4-BE49-F238E27FC236}">
                <a16:creationId xmlns:a16="http://schemas.microsoft.com/office/drawing/2014/main" id="{E13B61EC-D868-575D-7823-EE99ACC2F4DC}"/>
              </a:ext>
            </a:extLst>
          </p:cNvPr>
          <p:cNvSpPr/>
          <p:nvPr/>
        </p:nvSpPr>
        <p:spPr>
          <a:xfrm>
            <a:off x="5330253" y="3168858"/>
            <a:ext cx="4685078" cy="1266495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AE8FF370-B1F3-CB94-9C59-20C695595FE9}"/>
              </a:ext>
            </a:extLst>
          </p:cNvPr>
          <p:cNvSpPr/>
          <p:nvPr/>
        </p:nvSpPr>
        <p:spPr>
          <a:xfrm>
            <a:off x="1167206" y="3210427"/>
            <a:ext cx="2225102" cy="12249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Text Box 45">
            <a:extLst>
              <a:ext uri="{FF2B5EF4-FFF2-40B4-BE49-F238E27FC236}">
                <a16:creationId xmlns:a16="http://schemas.microsoft.com/office/drawing/2014/main" id="{0E3A88B3-10EB-E2CF-A22B-212D21902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628" y="2191111"/>
            <a:ext cx="39874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Initial population </a:t>
            </a:r>
            <a:r>
              <a: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=1</a:t>
            </a:r>
          </a:p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solidFill>
                <a:prstClr val="black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7">
                <a:extLst>
                  <a:ext uri="{FF2B5EF4-FFF2-40B4-BE49-F238E27FC236}">
                    <a16:creationId xmlns:a16="http://schemas.microsoft.com/office/drawing/2014/main" id="{BB227694-A98C-6F54-5E32-6291B2452258}"/>
                  </a:ext>
                </a:extLst>
              </p:cNvPr>
              <p:cNvSpPr txBox="1"/>
              <p:nvPr/>
            </p:nvSpPr>
            <p:spPr bwMode="auto">
              <a:xfrm>
                <a:off x="1344406" y="3316495"/>
                <a:ext cx="234632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对象 7">
                <a:extLst>
                  <a:ext uri="{FF2B5EF4-FFF2-40B4-BE49-F238E27FC236}">
                    <a16:creationId xmlns:a16="http://schemas.microsoft.com/office/drawing/2014/main" id="{BB227694-A98C-6F54-5E32-6291B2452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4406" y="3316495"/>
                <a:ext cx="2346325" cy="801688"/>
              </a:xfrm>
              <a:prstGeom prst="rect">
                <a:avLst/>
              </a:prstGeom>
              <a:blipFill>
                <a:blip r:embed="rId2"/>
                <a:stretch>
                  <a:fillRect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48">
            <a:extLst>
              <a:ext uri="{FF2B5EF4-FFF2-40B4-BE49-F238E27FC236}">
                <a16:creationId xmlns:a16="http://schemas.microsoft.com/office/drawing/2014/main" id="{E8BA57DC-2F13-9296-6728-2D1273738CD6}"/>
              </a:ext>
            </a:extLst>
          </p:cNvPr>
          <p:cNvGrpSpPr/>
          <p:nvPr/>
        </p:nvGrpSpPr>
        <p:grpSpPr>
          <a:xfrm>
            <a:off x="5545064" y="2157625"/>
            <a:ext cx="3933386" cy="503401"/>
            <a:chOff x="5526631" y="1216674"/>
            <a:chExt cx="2581978" cy="503401"/>
          </a:xfrm>
        </p:grpSpPr>
        <p:sp>
          <p:nvSpPr>
            <p:cNvPr id="18" name="Text Box 45">
              <a:extLst>
                <a:ext uri="{FF2B5EF4-FFF2-40B4-BE49-F238E27FC236}">
                  <a16:creationId xmlns:a16="http://schemas.microsoft.com/office/drawing/2014/main" id="{12F5DADB-C769-AB7C-C3D4-26CFCE339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6631" y="1258410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Calculate</a:t>
              </a: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                  , </a:t>
              </a:r>
              <a:endParaRPr kumimoji="0" lang="en-CA" altLang="zh-CN" sz="2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对象 26">
                  <a:extLst>
                    <a:ext uri="{FF2B5EF4-FFF2-40B4-BE49-F238E27FC236}">
                      <a16:creationId xmlns:a16="http://schemas.microsoft.com/office/drawing/2014/main" id="{6C536BD0-5949-B663-1252-136F6E956971}"/>
                    </a:ext>
                  </a:extLst>
                </p:cNvPr>
                <p:cNvSpPr txBox="1"/>
                <p:nvPr/>
              </p:nvSpPr>
              <p:spPr bwMode="auto">
                <a:xfrm>
                  <a:off x="6707597" y="1257873"/>
                  <a:ext cx="817563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对象 26">
                  <a:extLst>
                    <a:ext uri="{FF2B5EF4-FFF2-40B4-BE49-F238E27FC236}">
                      <a16:creationId xmlns:a16="http://schemas.microsoft.com/office/drawing/2014/main" id="{6C536BD0-5949-B663-1252-136F6E9569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7597" y="1257873"/>
                  <a:ext cx="817563" cy="396875"/>
                </a:xfrm>
                <a:prstGeom prst="rect">
                  <a:avLst/>
                </a:prstGeom>
                <a:blipFill>
                  <a:blip r:embed="rId3"/>
                  <a:stretch>
                    <a:fillRect l="-3922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对象 43">
                  <a:extLst>
                    <a:ext uri="{FF2B5EF4-FFF2-40B4-BE49-F238E27FC236}">
                      <a16:creationId xmlns:a16="http://schemas.microsoft.com/office/drawing/2014/main" id="{843F37ED-B936-6F8D-921C-F1E9139EC851}"/>
                    </a:ext>
                  </a:extLst>
                </p:cNvPr>
                <p:cNvSpPr txBox="1"/>
                <p:nvPr/>
              </p:nvSpPr>
              <p:spPr bwMode="auto">
                <a:xfrm>
                  <a:off x="7314859" y="1216674"/>
                  <a:ext cx="793750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对象 43">
                  <a:extLst>
                    <a:ext uri="{FF2B5EF4-FFF2-40B4-BE49-F238E27FC236}">
                      <a16:creationId xmlns:a16="http://schemas.microsoft.com/office/drawing/2014/main" id="{843F37ED-B936-6F8D-921C-F1E9139EC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4859" y="1216674"/>
                  <a:ext cx="793750" cy="395287"/>
                </a:xfrm>
                <a:prstGeom prst="rect">
                  <a:avLst/>
                </a:prstGeom>
                <a:blipFill>
                  <a:blip r:embed="rId4"/>
                  <a:stretch>
                    <a:fillRect l="-4020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对象 44">
                <a:extLst>
                  <a:ext uri="{FF2B5EF4-FFF2-40B4-BE49-F238E27FC236}">
                    <a16:creationId xmlns:a16="http://schemas.microsoft.com/office/drawing/2014/main" id="{25FADCE2-2BEC-224D-2F12-837B15AC1D2A}"/>
                  </a:ext>
                </a:extLst>
              </p:cNvPr>
              <p:cNvSpPr txBox="1"/>
              <p:nvPr/>
            </p:nvSpPr>
            <p:spPr bwMode="auto">
              <a:xfrm>
                <a:off x="5795756" y="3346658"/>
                <a:ext cx="2755900" cy="909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+1=64+1=65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pBes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对象 44">
                <a:extLst>
                  <a:ext uri="{FF2B5EF4-FFF2-40B4-BE49-F238E27FC236}">
                    <a16:creationId xmlns:a16="http://schemas.microsoft.com/office/drawing/2014/main" id="{25FADCE2-2BEC-224D-2F12-837B15AC1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5756" y="3346658"/>
                <a:ext cx="2755900" cy="909637"/>
              </a:xfrm>
              <a:prstGeom prst="rect">
                <a:avLst/>
              </a:prstGeom>
              <a:blipFill>
                <a:blip r:embed="rId5"/>
                <a:stretch>
                  <a:fillRect r="-36062" b="-100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utoShape 17">
            <a:extLst>
              <a:ext uri="{FF2B5EF4-FFF2-40B4-BE49-F238E27FC236}">
                <a16:creationId xmlns:a16="http://schemas.microsoft.com/office/drawing/2014/main" id="{020D84B8-4BB5-9305-1DAC-18AB1AE2554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990817" y="3393534"/>
            <a:ext cx="304800" cy="904971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553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21" grpId="0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5A836-1385-2C53-AFF6-F1426736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D52ACA1B-7993-E30C-FB0F-D85D17663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501" y="2348480"/>
            <a:ext cx="39874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Initial population </a:t>
            </a:r>
            <a:r>
              <a: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=1</a:t>
            </a:r>
          </a:p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solidFill>
                <a:prstClr val="black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4E7B3F1C-2884-3502-618C-4AF0F6642156}"/>
              </a:ext>
            </a:extLst>
          </p:cNvPr>
          <p:cNvGrpSpPr/>
          <p:nvPr/>
        </p:nvGrpSpPr>
        <p:grpSpPr>
          <a:xfrm>
            <a:off x="5220937" y="2314994"/>
            <a:ext cx="3933386" cy="503401"/>
            <a:chOff x="5526631" y="1216674"/>
            <a:chExt cx="2581978" cy="503401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63BD9ACF-F631-97EC-F8D3-D7A6D0FED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6631" y="1258410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Calculate</a:t>
              </a: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                  , </a:t>
              </a:r>
              <a:endParaRPr kumimoji="0" lang="en-CA" altLang="zh-CN" sz="2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6A887765-8E02-3A65-AE99-6D644E4F79D9}"/>
                    </a:ext>
                  </a:extLst>
                </p:cNvPr>
                <p:cNvSpPr txBox="1"/>
                <p:nvPr/>
              </p:nvSpPr>
              <p:spPr bwMode="auto">
                <a:xfrm>
                  <a:off x="6707597" y="1257873"/>
                  <a:ext cx="817563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6A887765-8E02-3A65-AE99-6D644E4F7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7597" y="1257873"/>
                  <a:ext cx="817563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3922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F129F664-22B1-66A1-69D4-4F114739DEEA}"/>
                    </a:ext>
                  </a:extLst>
                </p:cNvPr>
                <p:cNvSpPr txBox="1"/>
                <p:nvPr/>
              </p:nvSpPr>
              <p:spPr bwMode="auto">
                <a:xfrm>
                  <a:off x="7314859" y="1216674"/>
                  <a:ext cx="793750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F129F664-22B1-66A1-69D4-4F114739D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4859" y="1216674"/>
                  <a:ext cx="793750" cy="395287"/>
                </a:xfrm>
                <a:prstGeom prst="rect">
                  <a:avLst/>
                </a:prstGeom>
                <a:blipFill>
                  <a:blip r:embed="rId3"/>
                  <a:stretch>
                    <a:fillRect l="-4020" b="-37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矩形 86">
            <a:extLst>
              <a:ext uri="{FF2B5EF4-FFF2-40B4-BE49-F238E27FC236}">
                <a16:creationId xmlns:a16="http://schemas.microsoft.com/office/drawing/2014/main" id="{B1D02FA5-16CD-F7B9-A718-9549CB4E73EC}"/>
              </a:ext>
            </a:extLst>
          </p:cNvPr>
          <p:cNvSpPr/>
          <p:nvPr/>
        </p:nvSpPr>
        <p:spPr>
          <a:xfrm>
            <a:off x="4943450" y="3185738"/>
            <a:ext cx="5077954" cy="1266495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1216BF04-022A-8BE0-BC32-B5417F8E4829}"/>
              </a:ext>
            </a:extLst>
          </p:cNvPr>
          <p:cNvSpPr/>
          <p:nvPr/>
        </p:nvSpPr>
        <p:spPr>
          <a:xfrm>
            <a:off x="1017105" y="3185738"/>
            <a:ext cx="2353180" cy="126649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A50FA7F8-9009-D51B-8BC7-94224892E62B}"/>
                  </a:ext>
                </a:extLst>
              </p:cNvPr>
              <p:cNvSpPr txBox="1"/>
              <p:nvPr/>
            </p:nvSpPr>
            <p:spPr bwMode="auto">
              <a:xfrm>
                <a:off x="1182862" y="3281824"/>
                <a:ext cx="2225102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=−3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A50FA7F8-9009-D51B-8BC7-94224892E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2862" y="3281824"/>
                <a:ext cx="2225102" cy="801687"/>
              </a:xfrm>
              <a:prstGeom prst="rect">
                <a:avLst/>
              </a:prstGeom>
              <a:blipFill>
                <a:blip r:embed="rId4"/>
                <a:stretch>
                  <a:fillRect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对象 45">
                <a:extLst>
                  <a:ext uri="{FF2B5EF4-FFF2-40B4-BE49-F238E27FC236}">
                    <a16:creationId xmlns:a16="http://schemas.microsoft.com/office/drawing/2014/main" id="{395B64F3-8D4D-805F-FA24-1C01DF638EAC}"/>
                  </a:ext>
                </a:extLst>
              </p:cNvPr>
              <p:cNvSpPr txBox="1"/>
              <p:nvPr/>
            </p:nvSpPr>
            <p:spPr bwMode="auto">
              <a:xfrm>
                <a:off x="5418302" y="3293852"/>
                <a:ext cx="3119438" cy="909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=(−5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+1=25+1=26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pBes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对象 45">
                <a:extLst>
                  <a:ext uri="{FF2B5EF4-FFF2-40B4-BE49-F238E27FC236}">
                    <a16:creationId xmlns:a16="http://schemas.microsoft.com/office/drawing/2014/main" id="{395B64F3-8D4D-805F-FA24-1C01DF638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8302" y="3293852"/>
                <a:ext cx="3119438" cy="909637"/>
              </a:xfrm>
              <a:prstGeom prst="rect">
                <a:avLst/>
              </a:prstGeom>
              <a:blipFill>
                <a:blip r:embed="rId5"/>
                <a:stretch>
                  <a:fillRect r="-35938" b="-9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utoShape 17">
            <a:extLst>
              <a:ext uri="{FF2B5EF4-FFF2-40B4-BE49-F238E27FC236}">
                <a16:creationId xmlns:a16="http://schemas.microsoft.com/office/drawing/2014/main" id="{B1794B40-48CA-BA57-5BD6-227E8477694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936969" y="3382583"/>
            <a:ext cx="304800" cy="904971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149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A523-C5B5-3BDF-51C4-A90DA125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44E11B78-5EE4-D623-D564-201796E30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897" y="2413337"/>
            <a:ext cx="39874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Initial population </a:t>
            </a:r>
            <a:r>
              <a: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=1</a:t>
            </a:r>
          </a:p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solidFill>
                <a:prstClr val="black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491BB8B2-519F-F329-8F79-9C07ADC08ACA}"/>
              </a:ext>
            </a:extLst>
          </p:cNvPr>
          <p:cNvGrpSpPr/>
          <p:nvPr/>
        </p:nvGrpSpPr>
        <p:grpSpPr>
          <a:xfrm>
            <a:off x="5537333" y="2379851"/>
            <a:ext cx="3933386" cy="503401"/>
            <a:chOff x="5526631" y="1216674"/>
            <a:chExt cx="2581978" cy="503401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636273E1-CC9B-0411-E33A-46551F99B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6631" y="1258410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Calculate</a:t>
              </a: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                  , </a:t>
              </a:r>
              <a:endParaRPr kumimoji="0" lang="en-CA" altLang="zh-CN" sz="2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CBB5CFDB-F406-1480-D3F9-948BFD7C234F}"/>
                    </a:ext>
                  </a:extLst>
                </p:cNvPr>
                <p:cNvSpPr txBox="1"/>
                <p:nvPr/>
              </p:nvSpPr>
              <p:spPr bwMode="auto">
                <a:xfrm>
                  <a:off x="6707597" y="1257873"/>
                  <a:ext cx="817563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CBB5CFDB-F406-1480-D3F9-948BFD7C2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7597" y="1257873"/>
                  <a:ext cx="817563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3902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5328B288-457E-B76E-6FF8-821745B1B4BD}"/>
                    </a:ext>
                  </a:extLst>
                </p:cNvPr>
                <p:cNvSpPr txBox="1"/>
                <p:nvPr/>
              </p:nvSpPr>
              <p:spPr bwMode="auto">
                <a:xfrm>
                  <a:off x="7314859" y="1216674"/>
                  <a:ext cx="793750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5328B288-457E-B76E-6FF8-821745B1B4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4859" y="1216674"/>
                  <a:ext cx="793750" cy="395287"/>
                </a:xfrm>
                <a:prstGeom prst="rect">
                  <a:avLst/>
                </a:prstGeom>
                <a:blipFill>
                  <a:blip r:embed="rId3"/>
                  <a:stretch>
                    <a:fillRect l="-4020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矩形 86">
            <a:extLst>
              <a:ext uri="{FF2B5EF4-FFF2-40B4-BE49-F238E27FC236}">
                <a16:creationId xmlns:a16="http://schemas.microsoft.com/office/drawing/2014/main" id="{BF60BAA1-4DC8-CB02-7306-7F3FF3417F89}"/>
              </a:ext>
            </a:extLst>
          </p:cNvPr>
          <p:cNvSpPr/>
          <p:nvPr/>
        </p:nvSpPr>
        <p:spPr>
          <a:xfrm>
            <a:off x="5301721" y="3509983"/>
            <a:ext cx="4467622" cy="1266495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7448F56A-CCCC-3774-324A-945431ADDB3C}"/>
              </a:ext>
            </a:extLst>
          </p:cNvPr>
          <p:cNvSpPr/>
          <p:nvPr/>
        </p:nvSpPr>
        <p:spPr>
          <a:xfrm>
            <a:off x="1170702" y="3509985"/>
            <a:ext cx="2430112" cy="1266494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6">
                <a:extLst>
                  <a:ext uri="{FF2B5EF4-FFF2-40B4-BE49-F238E27FC236}">
                    <a16:creationId xmlns:a16="http://schemas.microsoft.com/office/drawing/2014/main" id="{AC5B8F16-28FC-618B-F4FA-269D60B8A1C4}"/>
                  </a:ext>
                </a:extLst>
              </p:cNvPr>
              <p:cNvSpPr txBox="1"/>
              <p:nvPr/>
            </p:nvSpPr>
            <p:spPr bwMode="auto">
              <a:xfrm>
                <a:off x="1309910" y="3598863"/>
                <a:ext cx="2804890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对象 16">
                <a:extLst>
                  <a:ext uri="{FF2B5EF4-FFF2-40B4-BE49-F238E27FC236}">
                    <a16:creationId xmlns:a16="http://schemas.microsoft.com/office/drawing/2014/main" id="{AC5B8F16-28FC-618B-F4FA-269D60B8A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9910" y="3598863"/>
                <a:ext cx="2804890" cy="801687"/>
              </a:xfrm>
              <a:prstGeom prst="rect">
                <a:avLst/>
              </a:prstGeom>
              <a:blipFill>
                <a:blip r:embed="rId4"/>
                <a:stretch>
                  <a:fillRect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对象 46">
                <a:extLst>
                  <a:ext uri="{FF2B5EF4-FFF2-40B4-BE49-F238E27FC236}">
                    <a16:creationId xmlns:a16="http://schemas.microsoft.com/office/drawing/2014/main" id="{80771BE1-4D4B-591F-3E99-64D9F931D53A}"/>
                  </a:ext>
                </a:extLst>
              </p:cNvPr>
              <p:cNvSpPr txBox="1"/>
              <p:nvPr/>
            </p:nvSpPr>
            <p:spPr bwMode="auto">
              <a:xfrm>
                <a:off x="5460868" y="3598863"/>
                <a:ext cx="3121025" cy="909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=(−7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+1=49+1=50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pBes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对象 46">
                <a:extLst>
                  <a:ext uri="{FF2B5EF4-FFF2-40B4-BE49-F238E27FC236}">
                    <a16:creationId xmlns:a16="http://schemas.microsoft.com/office/drawing/2014/main" id="{80771BE1-4D4B-591F-3E99-64D9F931D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0868" y="3598863"/>
                <a:ext cx="3121025" cy="909637"/>
              </a:xfrm>
              <a:prstGeom prst="rect">
                <a:avLst/>
              </a:prstGeom>
              <a:blipFill>
                <a:blip r:embed="rId5"/>
                <a:stretch>
                  <a:fillRect r="-35742" b="-9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17">
            <a:extLst>
              <a:ext uri="{FF2B5EF4-FFF2-40B4-BE49-F238E27FC236}">
                <a16:creationId xmlns:a16="http://schemas.microsoft.com/office/drawing/2014/main" id="{17454D50-EE04-FB7E-1E10-1BDBE9320F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414357" y="3538345"/>
            <a:ext cx="304800" cy="904971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6952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50B7-2D40-E074-A904-0088615B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D889A512-1140-F696-2C95-7FCC32188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97" y="2083137"/>
            <a:ext cx="39874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Initial population </a:t>
            </a:r>
            <a:r>
              <a: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=1</a:t>
            </a:r>
          </a:p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solidFill>
                <a:prstClr val="black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6B0C28E7-5FD7-38EF-5E59-006D3D85F639}"/>
              </a:ext>
            </a:extLst>
          </p:cNvPr>
          <p:cNvGrpSpPr/>
          <p:nvPr/>
        </p:nvGrpSpPr>
        <p:grpSpPr>
          <a:xfrm>
            <a:off x="5794698" y="1556483"/>
            <a:ext cx="3933386" cy="503401"/>
            <a:chOff x="5526631" y="1216674"/>
            <a:chExt cx="2581978" cy="503401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F4574769-3405-98D3-C719-B12ECD87D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6631" y="1258410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Calculate</a:t>
              </a: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                  , </a:t>
              </a:r>
              <a:endParaRPr kumimoji="0" lang="en-CA" altLang="zh-CN" sz="2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34EB6C31-51B2-A9B0-9D94-7E997535CAF7}"/>
                    </a:ext>
                  </a:extLst>
                </p:cNvPr>
                <p:cNvSpPr txBox="1"/>
                <p:nvPr/>
              </p:nvSpPr>
              <p:spPr bwMode="auto">
                <a:xfrm>
                  <a:off x="6707597" y="1257873"/>
                  <a:ext cx="817563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34EB6C31-51B2-A9B0-9D94-7E997535CA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7597" y="1257873"/>
                  <a:ext cx="817563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3922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2FB60296-AB90-899E-B328-9DDD278CE3B2}"/>
                    </a:ext>
                  </a:extLst>
                </p:cNvPr>
                <p:cNvSpPr txBox="1"/>
                <p:nvPr/>
              </p:nvSpPr>
              <p:spPr bwMode="auto">
                <a:xfrm>
                  <a:off x="7314859" y="1216674"/>
                  <a:ext cx="793750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2FB60296-AB90-899E-B328-9DDD278CE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4859" y="1216674"/>
                  <a:ext cx="793750" cy="395287"/>
                </a:xfrm>
                <a:prstGeom prst="rect">
                  <a:avLst/>
                </a:prstGeom>
                <a:blipFill>
                  <a:blip r:embed="rId3"/>
                  <a:stretch>
                    <a:fillRect l="-4020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矩形 4">
            <a:extLst>
              <a:ext uri="{FF2B5EF4-FFF2-40B4-BE49-F238E27FC236}">
                <a16:creationId xmlns:a16="http://schemas.microsoft.com/office/drawing/2014/main" id="{6F77EBC9-C269-2E64-D9CF-9D2278EE17D0}"/>
              </a:ext>
            </a:extLst>
          </p:cNvPr>
          <p:cNvSpPr/>
          <p:nvPr/>
        </p:nvSpPr>
        <p:spPr>
          <a:xfrm>
            <a:off x="1008597" y="2747244"/>
            <a:ext cx="2534703" cy="3323356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7">
                <a:extLst>
                  <a:ext uri="{FF2B5EF4-FFF2-40B4-BE49-F238E27FC236}">
                    <a16:creationId xmlns:a16="http://schemas.microsoft.com/office/drawing/2014/main" id="{120B6253-4EC7-F6D6-6073-8399E64E9435}"/>
                  </a:ext>
                </a:extLst>
              </p:cNvPr>
              <p:cNvSpPr txBox="1"/>
              <p:nvPr/>
            </p:nvSpPr>
            <p:spPr bwMode="auto">
              <a:xfrm>
                <a:off x="1300162" y="2778125"/>
                <a:ext cx="1958503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对象 7">
                <a:extLst>
                  <a:ext uri="{FF2B5EF4-FFF2-40B4-BE49-F238E27FC236}">
                    <a16:creationId xmlns:a16="http://schemas.microsoft.com/office/drawing/2014/main" id="{120B6253-4EC7-F6D6-6073-8399E64E9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0162" y="2778125"/>
                <a:ext cx="1958503" cy="801688"/>
              </a:xfrm>
              <a:prstGeom prst="rect">
                <a:avLst/>
              </a:prstGeom>
              <a:blipFill>
                <a:blip r:embed="rId4"/>
                <a:stretch>
                  <a:fillRect b="-251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5">
                <a:extLst>
                  <a:ext uri="{FF2B5EF4-FFF2-40B4-BE49-F238E27FC236}">
                    <a16:creationId xmlns:a16="http://schemas.microsoft.com/office/drawing/2014/main" id="{8638D2CA-1813-FB84-107F-F908616D966F}"/>
                  </a:ext>
                </a:extLst>
              </p:cNvPr>
              <p:cNvSpPr txBox="1"/>
              <p:nvPr/>
            </p:nvSpPr>
            <p:spPr bwMode="auto">
              <a:xfrm>
                <a:off x="1312862" y="3820319"/>
                <a:ext cx="2230438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=−3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对象 15">
                <a:extLst>
                  <a:ext uri="{FF2B5EF4-FFF2-40B4-BE49-F238E27FC236}">
                    <a16:creationId xmlns:a16="http://schemas.microsoft.com/office/drawing/2014/main" id="{8638D2CA-1813-FB84-107F-F908616D9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2862" y="3820319"/>
                <a:ext cx="2230438" cy="801688"/>
              </a:xfrm>
              <a:prstGeom prst="rect">
                <a:avLst/>
              </a:prstGeom>
              <a:blipFill>
                <a:blip r:embed="rId5"/>
                <a:stretch>
                  <a:fillRect b="-251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6">
                <a:extLst>
                  <a:ext uri="{FF2B5EF4-FFF2-40B4-BE49-F238E27FC236}">
                    <a16:creationId xmlns:a16="http://schemas.microsoft.com/office/drawing/2014/main" id="{D29ABD3F-1328-A92A-A677-9CE59EBE10A1}"/>
                  </a:ext>
                </a:extLst>
              </p:cNvPr>
              <p:cNvSpPr txBox="1"/>
              <p:nvPr/>
            </p:nvSpPr>
            <p:spPr bwMode="auto">
              <a:xfrm>
                <a:off x="1292225" y="4862514"/>
                <a:ext cx="225107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对象 16">
                <a:extLst>
                  <a:ext uri="{FF2B5EF4-FFF2-40B4-BE49-F238E27FC236}">
                    <a16:creationId xmlns:a16="http://schemas.microsoft.com/office/drawing/2014/main" id="{D29ABD3F-1328-A92A-A677-9CE59EBE1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2225" y="4862514"/>
                <a:ext cx="2251075" cy="801688"/>
              </a:xfrm>
              <a:prstGeom prst="rect">
                <a:avLst/>
              </a:prstGeom>
              <a:blipFill>
                <a:blip r:embed="rId6"/>
                <a:stretch>
                  <a:fillRect b="-251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utoShape 17">
            <a:extLst>
              <a:ext uri="{FF2B5EF4-FFF2-40B4-BE49-F238E27FC236}">
                <a16:creationId xmlns:a16="http://schemas.microsoft.com/office/drawing/2014/main" id="{C25AD402-3108-69D3-4EBC-7235D2AFF87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611763" y="3616278"/>
            <a:ext cx="304800" cy="904971"/>
          </a:xfrm>
          <a:prstGeom prst="downArrow">
            <a:avLst>
              <a:gd name="adj1" fmla="val 50000"/>
              <a:gd name="adj2" fmla="val 489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1" name="矩形 86">
            <a:extLst>
              <a:ext uri="{FF2B5EF4-FFF2-40B4-BE49-F238E27FC236}">
                <a16:creationId xmlns:a16="http://schemas.microsoft.com/office/drawing/2014/main" id="{DAB93164-9EB0-1074-F1CA-1B9F38AC0671}"/>
              </a:ext>
            </a:extLst>
          </p:cNvPr>
          <p:cNvSpPr/>
          <p:nvPr/>
        </p:nvSpPr>
        <p:spPr>
          <a:xfrm>
            <a:off x="5764393" y="2235703"/>
            <a:ext cx="5419009" cy="3855743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对象 44">
                <a:extLst>
                  <a:ext uri="{FF2B5EF4-FFF2-40B4-BE49-F238E27FC236}">
                    <a16:creationId xmlns:a16="http://schemas.microsoft.com/office/drawing/2014/main" id="{6EF5A16A-EE2E-EE71-752F-1E70C2FDAC07}"/>
                  </a:ext>
                </a:extLst>
              </p:cNvPr>
              <p:cNvSpPr txBox="1"/>
              <p:nvPr/>
            </p:nvSpPr>
            <p:spPr bwMode="auto">
              <a:xfrm>
                <a:off x="6410325" y="2295525"/>
                <a:ext cx="2755900" cy="909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+1=64+1=65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pBes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对象 44">
                <a:extLst>
                  <a:ext uri="{FF2B5EF4-FFF2-40B4-BE49-F238E27FC236}">
                    <a16:creationId xmlns:a16="http://schemas.microsoft.com/office/drawing/2014/main" id="{6EF5A16A-EE2E-EE71-752F-1E70C2FDA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0325" y="2295525"/>
                <a:ext cx="2755900" cy="909638"/>
              </a:xfrm>
              <a:prstGeom prst="rect">
                <a:avLst/>
              </a:prstGeom>
              <a:blipFill>
                <a:blip r:embed="rId7"/>
                <a:stretch>
                  <a:fillRect r="-36062" b="-100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对象 45">
                <a:extLst>
                  <a:ext uri="{FF2B5EF4-FFF2-40B4-BE49-F238E27FC236}">
                    <a16:creationId xmlns:a16="http://schemas.microsoft.com/office/drawing/2014/main" id="{6B25648B-B45C-4B6B-200C-264BDC14280F}"/>
                  </a:ext>
                </a:extLst>
              </p:cNvPr>
              <p:cNvSpPr txBox="1"/>
              <p:nvPr/>
            </p:nvSpPr>
            <p:spPr bwMode="auto">
              <a:xfrm>
                <a:off x="6388100" y="3240088"/>
                <a:ext cx="3479800" cy="909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=(−5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+1=25+1=26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pBes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对象 45">
                <a:extLst>
                  <a:ext uri="{FF2B5EF4-FFF2-40B4-BE49-F238E27FC236}">
                    <a16:creationId xmlns:a16="http://schemas.microsoft.com/office/drawing/2014/main" id="{6B25648B-B45C-4B6B-200C-264BDC142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8100" y="3240088"/>
                <a:ext cx="3479800" cy="909637"/>
              </a:xfrm>
              <a:prstGeom prst="rect">
                <a:avLst/>
              </a:prstGeom>
              <a:blipFill>
                <a:blip r:embed="rId8"/>
                <a:stretch>
                  <a:fillRect r="-21891" b="-93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对象 46">
                <a:extLst>
                  <a:ext uri="{FF2B5EF4-FFF2-40B4-BE49-F238E27FC236}">
                    <a16:creationId xmlns:a16="http://schemas.microsoft.com/office/drawing/2014/main" id="{6A3BEFFE-1838-8730-2837-BACE664A33FD}"/>
                  </a:ext>
                </a:extLst>
              </p:cNvPr>
              <p:cNvSpPr txBox="1"/>
              <p:nvPr/>
            </p:nvSpPr>
            <p:spPr bwMode="auto">
              <a:xfrm>
                <a:off x="6410325" y="4230687"/>
                <a:ext cx="3121025" cy="909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=(−7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+1=49+1=50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pBes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对象 46">
                <a:extLst>
                  <a:ext uri="{FF2B5EF4-FFF2-40B4-BE49-F238E27FC236}">
                    <a16:creationId xmlns:a16="http://schemas.microsoft.com/office/drawing/2014/main" id="{6A3BEFFE-1838-8730-2837-BACE664A3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0325" y="4230687"/>
                <a:ext cx="3121025" cy="909637"/>
              </a:xfrm>
              <a:prstGeom prst="rect">
                <a:avLst/>
              </a:prstGeom>
              <a:blipFill>
                <a:blip r:embed="rId9"/>
                <a:stretch>
                  <a:fillRect r="-35742" b="-100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对象 47">
                <a:extLst>
                  <a:ext uri="{FF2B5EF4-FFF2-40B4-BE49-F238E27FC236}">
                    <a16:creationId xmlns:a16="http://schemas.microsoft.com/office/drawing/2014/main" id="{6CF4E0BB-EBDD-5280-A250-452645D7CD32}"/>
                  </a:ext>
                </a:extLst>
              </p:cNvPr>
              <p:cNvSpPr txBox="1"/>
              <p:nvPr/>
            </p:nvSpPr>
            <p:spPr bwMode="auto">
              <a:xfrm>
                <a:off x="6416675" y="5397643"/>
                <a:ext cx="3451225" cy="433389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gBes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对象 47">
                <a:extLst>
                  <a:ext uri="{FF2B5EF4-FFF2-40B4-BE49-F238E27FC236}">
                    <a16:creationId xmlns:a16="http://schemas.microsoft.com/office/drawing/2014/main" id="{6CF4E0BB-EBDD-5280-A250-452645D7C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6675" y="5397643"/>
                <a:ext cx="3451225" cy="433389"/>
              </a:xfrm>
              <a:prstGeom prst="rect">
                <a:avLst/>
              </a:prstGeom>
              <a:blipFill>
                <a:blip r:embed="rId10"/>
                <a:stretch>
                  <a:fillRect l="-1413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24">
            <a:extLst>
              <a:ext uri="{FF2B5EF4-FFF2-40B4-BE49-F238E27FC236}">
                <a16:creationId xmlns:a16="http://schemas.microsoft.com/office/drawing/2014/main" id="{87A935F4-131E-25AA-4979-F13C06764237}"/>
              </a:ext>
            </a:extLst>
          </p:cNvPr>
          <p:cNvSpPr/>
          <p:nvPr/>
        </p:nvSpPr>
        <p:spPr>
          <a:xfrm>
            <a:off x="6562742" y="3325218"/>
            <a:ext cx="4168757" cy="41110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7" name="直接箭头连接符 25">
            <a:extLst>
              <a:ext uri="{FF2B5EF4-FFF2-40B4-BE49-F238E27FC236}">
                <a16:creationId xmlns:a16="http://schemas.microsoft.com/office/drawing/2014/main" id="{49D6ECBB-72AA-670C-9BB1-43DE514DBC86}"/>
              </a:ext>
            </a:extLst>
          </p:cNvPr>
          <p:cNvCxnSpPr>
            <a:cxnSpLocks/>
          </p:cNvCxnSpPr>
          <p:nvPr/>
        </p:nvCxnSpPr>
        <p:spPr>
          <a:xfrm flipH="1" flipV="1">
            <a:off x="9649348" y="3820319"/>
            <a:ext cx="527934" cy="264001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sp>
        <p:nvSpPr>
          <p:cNvPr id="38" name="矩形 8">
            <a:extLst>
              <a:ext uri="{FF2B5EF4-FFF2-40B4-BE49-F238E27FC236}">
                <a16:creationId xmlns:a16="http://schemas.microsoft.com/office/drawing/2014/main" id="{6F1C18E1-12E3-7263-13B6-F224E8C1A6BB}"/>
              </a:ext>
            </a:extLst>
          </p:cNvPr>
          <p:cNvSpPr/>
          <p:nvPr/>
        </p:nvSpPr>
        <p:spPr>
          <a:xfrm>
            <a:off x="4764163" y="6348765"/>
            <a:ext cx="7085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best obj. function value in the initial population</a:t>
            </a:r>
            <a:endParaRPr lang="zh-CN" altLang="en-US" sz="24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38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3" grpId="0"/>
      <p:bldP spid="14" grpId="0"/>
      <p:bldP spid="15" grpId="0"/>
      <p:bldP spid="22" grpId="0" animBg="1"/>
      <p:bldP spid="31" grpId="0" animBg="1"/>
      <p:bldP spid="32" grpId="0"/>
      <p:bldP spid="33" grpId="0"/>
      <p:bldP spid="34" grpId="0"/>
      <p:bldP spid="35" grpId="0" animBg="1"/>
      <p:bldP spid="36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55B0-B7DB-256B-EFEF-ED8DCDF6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PSO flow diagram</a:t>
            </a:r>
            <a:br>
              <a:rPr lang="en-GB" dirty="0"/>
            </a:br>
            <a:endParaRPr lang="en-GB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71E97DA-6E15-E20B-7872-9054B26D6DE5}"/>
              </a:ext>
            </a:extLst>
          </p:cNvPr>
          <p:cNvSpPr txBox="1">
            <a:spLocks noChangeArrowheads="1"/>
          </p:cNvSpPr>
          <p:nvPr/>
        </p:nvSpPr>
        <p:spPr>
          <a:xfrm>
            <a:off x="708129" y="1663065"/>
            <a:ext cx="87059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solution in the search space       	    A particle’s position.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E9BC4500-C74F-85E2-68DD-99C5CA164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707" y="3371339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population of solutions</a:t>
            </a:r>
          </a:p>
        </p:txBody>
      </p:sp>
      <p:grpSp>
        <p:nvGrpSpPr>
          <p:cNvPr id="21" name="Group 15">
            <a:extLst>
              <a:ext uri="{FF2B5EF4-FFF2-40B4-BE49-F238E27FC236}">
                <a16:creationId xmlns:a16="http://schemas.microsoft.com/office/drawing/2014/main" id="{3CADB638-E2B2-5E9B-6F51-A053C4483113}"/>
              </a:ext>
            </a:extLst>
          </p:cNvPr>
          <p:cNvGrpSpPr>
            <a:grpSpLocks/>
          </p:cNvGrpSpPr>
          <p:nvPr/>
        </p:nvGrpSpPr>
        <p:grpSpPr bwMode="auto">
          <a:xfrm>
            <a:off x="4870695" y="2668121"/>
            <a:ext cx="2505075" cy="1069975"/>
            <a:chOff x="2426" y="1635"/>
            <a:chExt cx="1578" cy="674"/>
          </a:xfrm>
        </p:grpSpPr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DE869AB0-F87B-29D1-01BD-02C3C46C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309"/>
              <a:ext cx="1578" cy="0"/>
            </a:xfrm>
            <a:prstGeom prst="line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C43A04C7-C35C-E509-43A7-7137B623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1635"/>
              <a:ext cx="1424" cy="458"/>
            </a:xfrm>
            <a:prstGeom prst="rect">
              <a:avLst/>
            </a:prstGeom>
            <a:solidFill>
              <a:srgbClr val="5B9BD5">
                <a:lumMod val="60000"/>
                <a:lumOff val="40000"/>
              </a:srgbClr>
            </a:solidFill>
            <a:ln w="9525" algn="ctr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4" name="Line 10">
            <a:extLst>
              <a:ext uri="{FF2B5EF4-FFF2-40B4-BE49-F238E27FC236}">
                <a16:creationId xmlns:a16="http://schemas.microsoft.com/office/drawing/2014/main" id="{1A40E7F6-1E24-7F52-9931-B3168C6436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5043" y="4051627"/>
            <a:ext cx="1836738" cy="1578769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B89FECB-9F99-34FE-EE68-804BD4B0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9056" y="5271621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solutions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421A735-3685-199D-B353-E661E204D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510" y="5219961"/>
            <a:ext cx="3630443" cy="79216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Update the speed and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position of each particle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54070008-A7F0-27CE-69CD-60CFD471FE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2723" y="4006383"/>
            <a:ext cx="0" cy="1265238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040D44BE-61F8-7B98-8DA8-EF36E38B6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582" y="4192120"/>
            <a:ext cx="1933470" cy="64611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Replacement</a:t>
            </a:r>
          </a:p>
        </p:txBody>
      </p:sp>
      <p:sp>
        <p:nvSpPr>
          <p:cNvPr id="29" name="Arrow: Right 6">
            <a:extLst>
              <a:ext uri="{FF2B5EF4-FFF2-40B4-BE49-F238E27FC236}">
                <a16:creationId xmlns:a16="http://schemas.microsoft.com/office/drawing/2014/main" id="{BA9FB520-ACA6-AD74-8674-483AE2129EDE}"/>
              </a:ext>
            </a:extLst>
          </p:cNvPr>
          <p:cNvSpPr/>
          <p:nvPr/>
        </p:nvSpPr>
        <p:spPr>
          <a:xfrm>
            <a:off x="4870695" y="1786246"/>
            <a:ext cx="1034793" cy="127135"/>
          </a:xfrm>
          <a:prstGeom prst="rightArrow">
            <a:avLst>
              <a:gd name="adj1" fmla="val 50000"/>
              <a:gd name="adj2" fmla="val 227935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" name="组合 12">
            <a:extLst>
              <a:ext uri="{FF2B5EF4-FFF2-40B4-BE49-F238E27FC236}">
                <a16:creationId xmlns:a16="http://schemas.microsoft.com/office/drawing/2014/main" id="{1B2DB106-20BC-0294-7824-F33610E70A0E}"/>
              </a:ext>
            </a:extLst>
          </p:cNvPr>
          <p:cNvGrpSpPr/>
          <p:nvPr/>
        </p:nvGrpSpPr>
        <p:grpSpPr>
          <a:xfrm>
            <a:off x="7376130" y="3395944"/>
            <a:ext cx="2318977" cy="627062"/>
            <a:chOff x="6385326" y="3263696"/>
            <a:chExt cx="2318977" cy="627062"/>
          </a:xfrm>
        </p:grpSpPr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A1FA999A-2CBE-7844-971E-CAB1A6C29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5326" y="3263696"/>
              <a:ext cx="2318977" cy="6270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/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blipFill>
                  <a:blip r:embed="rId2"/>
                  <a:stretch>
                    <a:fillRect l="-5755" r="-22302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/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blipFill>
                  <a:blip r:embed="rId3"/>
                  <a:stretch>
                    <a:fillRect l="-5594" r="-16783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矩形 11">
            <a:extLst>
              <a:ext uri="{FF2B5EF4-FFF2-40B4-BE49-F238E27FC236}">
                <a16:creationId xmlns:a16="http://schemas.microsoft.com/office/drawing/2014/main" id="{8C961BED-CF13-2C34-C6E9-58DA534BED15}"/>
              </a:ext>
            </a:extLst>
          </p:cNvPr>
          <p:cNvSpPr/>
          <p:nvPr/>
        </p:nvSpPr>
        <p:spPr>
          <a:xfrm>
            <a:off x="4871055" y="2616159"/>
            <a:ext cx="25050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Track two extreme values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041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95C27-BD0E-54DA-ABE4-66A2C4F9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12" name="矩形 86">
            <a:extLst>
              <a:ext uri="{FF2B5EF4-FFF2-40B4-BE49-F238E27FC236}">
                <a16:creationId xmlns:a16="http://schemas.microsoft.com/office/drawing/2014/main" id="{89D6FED7-D720-AE12-01B3-CE6A2466B299}"/>
              </a:ext>
            </a:extLst>
          </p:cNvPr>
          <p:cNvSpPr/>
          <p:nvPr/>
        </p:nvSpPr>
        <p:spPr>
          <a:xfrm>
            <a:off x="155053" y="3075312"/>
            <a:ext cx="7236348" cy="257618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">
            <a:extLst>
              <a:ext uri="{FF2B5EF4-FFF2-40B4-BE49-F238E27FC236}">
                <a16:creationId xmlns:a16="http://schemas.microsoft.com/office/drawing/2014/main" id="{37A6F41E-F4EA-1701-F247-4CD2C9E3392B}"/>
              </a:ext>
            </a:extLst>
          </p:cNvPr>
          <p:cNvSpPr/>
          <p:nvPr/>
        </p:nvSpPr>
        <p:spPr>
          <a:xfrm>
            <a:off x="1039319" y="1720342"/>
            <a:ext cx="69099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Update the particle's speed and position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8">
                <a:extLst>
                  <a:ext uri="{FF2B5EF4-FFF2-40B4-BE49-F238E27FC236}">
                    <a16:creationId xmlns:a16="http://schemas.microsoft.com/office/drawing/2014/main" id="{BD5D6CA5-5489-E5A6-C75C-16426FA4E0F5}"/>
                  </a:ext>
                </a:extLst>
              </p:cNvPr>
              <p:cNvSpPr txBox="1"/>
              <p:nvPr/>
            </p:nvSpPr>
            <p:spPr bwMode="auto">
              <a:xfrm>
                <a:off x="155053" y="3314700"/>
                <a:ext cx="8506347" cy="1597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&amp;=0.5×3+2×0.1×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（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8−8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）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+0=1.5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=8+1.5=9.5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对象 8">
                <a:extLst>
                  <a:ext uri="{FF2B5EF4-FFF2-40B4-BE49-F238E27FC236}">
                    <a16:creationId xmlns:a16="http://schemas.microsoft.com/office/drawing/2014/main" id="{BD5D6CA5-5489-E5A6-C75C-16426FA4E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053" y="3314700"/>
                <a:ext cx="8506347" cy="15970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1">
            <a:extLst>
              <a:ext uri="{FF2B5EF4-FFF2-40B4-BE49-F238E27FC236}">
                <a16:creationId xmlns:a16="http://schemas.microsoft.com/office/drawing/2014/main" id="{AE8C15DC-491C-A596-C6FE-B4ECD518917D}"/>
              </a:ext>
            </a:extLst>
          </p:cNvPr>
          <p:cNvSpPr/>
          <p:nvPr/>
        </p:nvSpPr>
        <p:spPr>
          <a:xfrm>
            <a:off x="7290398" y="1670026"/>
            <a:ext cx="2367956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=2,     =0.5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2">
            <a:extLst>
              <a:ext uri="{FF2B5EF4-FFF2-40B4-BE49-F238E27FC236}">
                <a16:creationId xmlns:a16="http://schemas.microsoft.com/office/drawing/2014/main" id="{6EFCC54E-89D2-A2A6-54EB-7A043C31D930}"/>
              </a:ext>
            </a:extLst>
          </p:cNvPr>
          <p:cNvSpPr/>
          <p:nvPr/>
        </p:nvSpPr>
        <p:spPr>
          <a:xfrm>
            <a:off x="8726881" y="3571925"/>
            <a:ext cx="2656952" cy="14827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3">
                <a:extLst>
                  <a:ext uri="{FF2B5EF4-FFF2-40B4-BE49-F238E27FC236}">
                    <a16:creationId xmlns:a16="http://schemas.microsoft.com/office/drawing/2014/main" id="{5AEFDDFB-97A6-C828-F53F-4EC4A4F1C265}"/>
                  </a:ext>
                </a:extLst>
              </p:cNvPr>
              <p:cNvSpPr txBox="1"/>
              <p:nvPr/>
            </p:nvSpPr>
            <p:spPr bwMode="auto">
              <a:xfrm>
                <a:off x="9008194" y="3794125"/>
                <a:ext cx="2096370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=1.5</m:t>
                              </m:r>
                            </m:e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对象 13">
                <a:extLst>
                  <a:ext uri="{FF2B5EF4-FFF2-40B4-BE49-F238E27FC236}">
                    <a16:creationId xmlns:a16="http://schemas.microsoft.com/office/drawing/2014/main" id="{5AEFDDFB-97A6-C828-F53F-4EC4A4F1C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8194" y="3794125"/>
                <a:ext cx="2096370" cy="801688"/>
              </a:xfrm>
              <a:prstGeom prst="rect">
                <a:avLst/>
              </a:prstGeom>
              <a:blipFill>
                <a:blip r:embed="rId3"/>
                <a:stretch>
                  <a:fillRect b="-143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44">
            <a:extLst>
              <a:ext uri="{FF2B5EF4-FFF2-40B4-BE49-F238E27FC236}">
                <a16:creationId xmlns:a16="http://schemas.microsoft.com/office/drawing/2014/main" id="{D7A510A2-C8C8-F78E-17B6-89AD8D93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693" y="1783682"/>
            <a:ext cx="294125" cy="27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矩形 19">
            <a:extLst>
              <a:ext uri="{FF2B5EF4-FFF2-40B4-BE49-F238E27FC236}">
                <a16:creationId xmlns:a16="http://schemas.microsoft.com/office/drawing/2014/main" id="{30FC6B0A-F077-B8BD-95C0-3F1CB964D009}"/>
              </a:ext>
            </a:extLst>
          </p:cNvPr>
          <p:cNvSpPr/>
          <p:nvPr/>
        </p:nvSpPr>
        <p:spPr>
          <a:xfrm>
            <a:off x="5772047" y="3730001"/>
            <a:ext cx="1619354" cy="430887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sz="22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=0.1, </a:t>
            </a:r>
            <a:r>
              <a:rPr kumimoji="0" lang="en-US" altLang="zh-CN" sz="22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sz="22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8461F93A-AD1B-F255-8C11-FF7639062C8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906741" y="3890220"/>
            <a:ext cx="304800" cy="541336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47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 animBg="1"/>
      <p:bldP spid="16" grpId="0" animBg="1"/>
      <p:bldP spid="17" grpId="0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90B9-F9E2-0427-8BC8-4F9BD58E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B8C77ACD-32D1-EA41-D9C1-1AD796DB84C9}"/>
              </a:ext>
            </a:extLst>
          </p:cNvPr>
          <p:cNvSpPr/>
          <p:nvPr/>
        </p:nvSpPr>
        <p:spPr>
          <a:xfrm>
            <a:off x="1039319" y="1720342"/>
            <a:ext cx="69099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Update the particle's speed and position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B546E11D-CDF7-089B-891D-82F72B5653BC}"/>
              </a:ext>
            </a:extLst>
          </p:cNvPr>
          <p:cNvSpPr/>
          <p:nvPr/>
        </p:nvSpPr>
        <p:spPr>
          <a:xfrm>
            <a:off x="7290398" y="1670026"/>
            <a:ext cx="2367956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=2,     =0.5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44">
            <a:extLst>
              <a:ext uri="{FF2B5EF4-FFF2-40B4-BE49-F238E27FC236}">
                <a16:creationId xmlns:a16="http://schemas.microsoft.com/office/drawing/2014/main" id="{945542B3-EB7D-0775-099B-8E062972D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693" y="1783682"/>
            <a:ext cx="294125" cy="27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2">
            <a:extLst>
              <a:ext uri="{FF2B5EF4-FFF2-40B4-BE49-F238E27FC236}">
                <a16:creationId xmlns:a16="http://schemas.microsoft.com/office/drawing/2014/main" id="{8D03BB86-A1D8-FBA6-18F6-8B1EB8FA7403}"/>
              </a:ext>
            </a:extLst>
          </p:cNvPr>
          <p:cNvSpPr/>
          <p:nvPr/>
        </p:nvSpPr>
        <p:spPr>
          <a:xfrm>
            <a:off x="9113610" y="3429000"/>
            <a:ext cx="2646590" cy="154940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86">
            <a:extLst>
              <a:ext uri="{FF2B5EF4-FFF2-40B4-BE49-F238E27FC236}">
                <a16:creationId xmlns:a16="http://schemas.microsoft.com/office/drawing/2014/main" id="{615E4D26-703D-5A23-94B9-A38B27C626F0}"/>
              </a:ext>
            </a:extLst>
          </p:cNvPr>
          <p:cNvSpPr/>
          <p:nvPr/>
        </p:nvSpPr>
        <p:spPr>
          <a:xfrm>
            <a:off x="431801" y="2948312"/>
            <a:ext cx="7555946" cy="239838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9">
                <a:extLst>
                  <a:ext uri="{FF2B5EF4-FFF2-40B4-BE49-F238E27FC236}">
                    <a16:creationId xmlns:a16="http://schemas.microsoft.com/office/drawing/2014/main" id="{4E10E1A1-0265-DA68-296E-3AC06C3D0732}"/>
                  </a:ext>
                </a:extLst>
              </p:cNvPr>
              <p:cNvSpPr txBox="1"/>
              <p:nvPr/>
            </p:nvSpPr>
            <p:spPr bwMode="auto">
              <a:xfrm>
                <a:off x="559146" y="3332187"/>
                <a:ext cx="8427118" cy="18557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&amp;=0.5×(−3)+0+2×0.3×(−5−(−5))=−1.5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=−5−1.5=−6.5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对象 9">
                <a:extLst>
                  <a:ext uri="{FF2B5EF4-FFF2-40B4-BE49-F238E27FC236}">
                    <a16:creationId xmlns:a16="http://schemas.microsoft.com/office/drawing/2014/main" id="{4E10E1A1-0265-DA68-296E-3AC06C3D0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146" y="3332187"/>
                <a:ext cx="8427118" cy="1855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>
                <a:extLst>
                  <a:ext uri="{FF2B5EF4-FFF2-40B4-BE49-F238E27FC236}">
                    <a16:creationId xmlns:a16="http://schemas.microsoft.com/office/drawing/2014/main" id="{DB7FE26A-4481-0064-7740-460275EB323A}"/>
                  </a:ext>
                </a:extLst>
              </p:cNvPr>
              <p:cNvSpPr txBox="1"/>
              <p:nvPr/>
            </p:nvSpPr>
            <p:spPr bwMode="auto">
              <a:xfrm>
                <a:off x="9274432" y="3732526"/>
                <a:ext cx="2282460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=−1.5</m:t>
                              </m:r>
                            </m:e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对象 14">
                <a:extLst>
                  <a:ext uri="{FF2B5EF4-FFF2-40B4-BE49-F238E27FC236}">
                    <a16:creationId xmlns:a16="http://schemas.microsoft.com/office/drawing/2014/main" id="{DB7FE26A-4481-0064-7740-460275EB3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74432" y="3732526"/>
                <a:ext cx="2282460" cy="801687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17">
            <a:extLst>
              <a:ext uri="{FF2B5EF4-FFF2-40B4-BE49-F238E27FC236}">
                <a16:creationId xmlns:a16="http://schemas.microsoft.com/office/drawing/2014/main" id="{61D80644-D99E-D2E9-5215-8887D9CCBA9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394182" y="3876838"/>
            <a:ext cx="304800" cy="541336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7" name="矩形 20">
            <a:extLst>
              <a:ext uri="{FF2B5EF4-FFF2-40B4-BE49-F238E27FC236}">
                <a16:creationId xmlns:a16="http://schemas.microsoft.com/office/drawing/2014/main" id="{099259DB-2BF0-9FCC-E0AC-F7407BE6AD18}"/>
              </a:ext>
            </a:extLst>
          </p:cNvPr>
          <p:cNvSpPr/>
          <p:nvPr/>
        </p:nvSpPr>
        <p:spPr>
          <a:xfrm>
            <a:off x="6368393" y="3513419"/>
            <a:ext cx="1619354" cy="430887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sz="22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sz="22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sz="22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=0.3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07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474E-8F4C-4697-D578-84D98B1D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A3D79599-35C6-BBAA-AE0A-4956EC33B665}"/>
              </a:ext>
            </a:extLst>
          </p:cNvPr>
          <p:cNvSpPr/>
          <p:nvPr/>
        </p:nvSpPr>
        <p:spPr>
          <a:xfrm>
            <a:off x="1039319" y="1720342"/>
            <a:ext cx="69099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Update the particle's speed and position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D829CBAD-3AD9-9F3F-8674-8D9FBFD52679}"/>
              </a:ext>
            </a:extLst>
          </p:cNvPr>
          <p:cNvSpPr/>
          <p:nvPr/>
        </p:nvSpPr>
        <p:spPr>
          <a:xfrm>
            <a:off x="7290398" y="1670026"/>
            <a:ext cx="2367956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=2,     =0.5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44">
            <a:extLst>
              <a:ext uri="{FF2B5EF4-FFF2-40B4-BE49-F238E27FC236}">
                <a16:creationId xmlns:a16="http://schemas.microsoft.com/office/drawing/2014/main" id="{BE6E6E97-D5D4-E82C-48CF-47CE7A267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693" y="1783682"/>
            <a:ext cx="294125" cy="27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矩形 86">
            <a:extLst>
              <a:ext uri="{FF2B5EF4-FFF2-40B4-BE49-F238E27FC236}">
                <a16:creationId xmlns:a16="http://schemas.microsoft.com/office/drawing/2014/main" id="{28C6906F-279B-B86C-B3DD-116593B71CC1}"/>
              </a:ext>
            </a:extLst>
          </p:cNvPr>
          <p:cNvSpPr/>
          <p:nvPr/>
        </p:nvSpPr>
        <p:spPr>
          <a:xfrm>
            <a:off x="520700" y="3172691"/>
            <a:ext cx="6909913" cy="2516909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0">
                <a:extLst>
                  <a:ext uri="{FF2B5EF4-FFF2-40B4-BE49-F238E27FC236}">
                    <a16:creationId xmlns:a16="http://schemas.microsoft.com/office/drawing/2014/main" id="{9A2C1D4E-CD5E-C5B0-EF4C-3CCB09E0EF5E}"/>
                  </a:ext>
                </a:extLst>
              </p:cNvPr>
              <p:cNvSpPr txBox="1"/>
              <p:nvPr/>
            </p:nvSpPr>
            <p:spPr bwMode="auto">
              <a:xfrm>
                <a:off x="535859" y="3829363"/>
                <a:ext cx="7532292" cy="171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&amp;=0.5×5+0+2×0.05×(−5−(−7))=2.7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=−7+2.7=−4.3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对象 10">
                <a:extLst>
                  <a:ext uri="{FF2B5EF4-FFF2-40B4-BE49-F238E27FC236}">
                    <a16:creationId xmlns:a16="http://schemas.microsoft.com/office/drawing/2014/main" id="{9A2C1D4E-CD5E-C5B0-EF4C-3CCB09E0E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859" y="3829363"/>
                <a:ext cx="7532292" cy="1717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12">
            <a:extLst>
              <a:ext uri="{FF2B5EF4-FFF2-40B4-BE49-F238E27FC236}">
                <a16:creationId xmlns:a16="http://schemas.microsoft.com/office/drawing/2014/main" id="{24AF5273-E571-6EED-4147-F9097E46AE7F}"/>
              </a:ext>
            </a:extLst>
          </p:cNvPr>
          <p:cNvSpPr/>
          <p:nvPr/>
        </p:nvSpPr>
        <p:spPr>
          <a:xfrm>
            <a:off x="8736008" y="3618947"/>
            <a:ext cx="2808292" cy="1801091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15">
                <a:extLst>
                  <a:ext uri="{FF2B5EF4-FFF2-40B4-BE49-F238E27FC236}">
                    <a16:creationId xmlns:a16="http://schemas.microsoft.com/office/drawing/2014/main" id="{2A50F13A-8944-F605-B4EB-F3C988896AD1}"/>
                  </a:ext>
                </a:extLst>
              </p:cNvPr>
              <p:cNvSpPr txBox="1"/>
              <p:nvPr/>
            </p:nvSpPr>
            <p:spPr bwMode="auto">
              <a:xfrm>
                <a:off x="8911745" y="4127280"/>
                <a:ext cx="2367956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=2.7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对象 15">
                <a:extLst>
                  <a:ext uri="{FF2B5EF4-FFF2-40B4-BE49-F238E27FC236}">
                    <a16:creationId xmlns:a16="http://schemas.microsoft.com/office/drawing/2014/main" id="{2A50F13A-8944-F605-B4EB-F3C988896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11745" y="4127280"/>
                <a:ext cx="2367956" cy="801687"/>
              </a:xfrm>
              <a:prstGeom prst="rect">
                <a:avLst/>
              </a:prstGeom>
              <a:blipFill>
                <a:blip r:embed="rId4"/>
                <a:stretch>
                  <a:fillRect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utoShape 17">
            <a:extLst>
              <a:ext uri="{FF2B5EF4-FFF2-40B4-BE49-F238E27FC236}">
                <a16:creationId xmlns:a16="http://schemas.microsoft.com/office/drawing/2014/main" id="{888EF818-23B7-DBFF-AB52-B03F3353F7D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930910" y="4265132"/>
            <a:ext cx="304800" cy="541336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4" name="矩形 22">
            <a:extLst>
              <a:ext uri="{FF2B5EF4-FFF2-40B4-BE49-F238E27FC236}">
                <a16:creationId xmlns:a16="http://schemas.microsoft.com/office/drawing/2014/main" id="{C3FF5C1B-5FBD-720F-44C0-3F1E6193D7E8}"/>
              </a:ext>
            </a:extLst>
          </p:cNvPr>
          <p:cNvSpPr/>
          <p:nvPr/>
        </p:nvSpPr>
        <p:spPr>
          <a:xfrm>
            <a:off x="5513100" y="3367698"/>
            <a:ext cx="1917513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=0.05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290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FFC2-1154-6A5C-D0B4-24732522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F5CA89C6-131A-E9B2-55B4-4BA2B534F31F}"/>
              </a:ext>
            </a:extLst>
          </p:cNvPr>
          <p:cNvSpPr/>
          <p:nvPr/>
        </p:nvSpPr>
        <p:spPr>
          <a:xfrm>
            <a:off x="1039319" y="1491753"/>
            <a:ext cx="69099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Update the particle's speed and position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50FDA646-A76E-98A8-F3EA-AFEA10E287FB}"/>
              </a:ext>
            </a:extLst>
          </p:cNvPr>
          <p:cNvSpPr/>
          <p:nvPr/>
        </p:nvSpPr>
        <p:spPr>
          <a:xfrm>
            <a:off x="7290398" y="1441437"/>
            <a:ext cx="2367956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=2,     =0.5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44">
            <a:extLst>
              <a:ext uri="{FF2B5EF4-FFF2-40B4-BE49-F238E27FC236}">
                <a16:creationId xmlns:a16="http://schemas.microsoft.com/office/drawing/2014/main" id="{814CF1D7-823C-9788-7384-9F8968CA9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693" y="1555093"/>
            <a:ext cx="294125" cy="27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矩形 86">
            <a:extLst>
              <a:ext uri="{FF2B5EF4-FFF2-40B4-BE49-F238E27FC236}">
                <a16:creationId xmlns:a16="http://schemas.microsoft.com/office/drawing/2014/main" id="{960A7071-822F-70FF-2C66-D49FCD198D09}"/>
              </a:ext>
            </a:extLst>
          </p:cNvPr>
          <p:cNvSpPr/>
          <p:nvPr/>
        </p:nvSpPr>
        <p:spPr>
          <a:xfrm>
            <a:off x="1202481" y="1975062"/>
            <a:ext cx="6303966" cy="4703140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8">
                <a:extLst>
                  <a:ext uri="{FF2B5EF4-FFF2-40B4-BE49-F238E27FC236}">
                    <a16:creationId xmlns:a16="http://schemas.microsoft.com/office/drawing/2014/main" id="{D5060E74-45A9-E737-C5DF-5640776D4CBA}"/>
                  </a:ext>
                </a:extLst>
              </p:cNvPr>
              <p:cNvSpPr txBox="1"/>
              <p:nvPr/>
            </p:nvSpPr>
            <p:spPr bwMode="auto">
              <a:xfrm>
                <a:off x="1327408" y="1972455"/>
                <a:ext cx="5808433" cy="1597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&amp;=0.5×3+2×0.1×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（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8−8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）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+0=1.5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=8+1.5=9.5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对象 8">
                <a:extLst>
                  <a:ext uri="{FF2B5EF4-FFF2-40B4-BE49-F238E27FC236}">
                    <a16:creationId xmlns:a16="http://schemas.microsoft.com/office/drawing/2014/main" id="{D5060E74-45A9-E737-C5DF-5640776D4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7408" y="1972455"/>
                <a:ext cx="5808433" cy="1597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9">
                <a:extLst>
                  <a:ext uri="{FF2B5EF4-FFF2-40B4-BE49-F238E27FC236}">
                    <a16:creationId xmlns:a16="http://schemas.microsoft.com/office/drawing/2014/main" id="{AEF1866B-B72A-23FA-CC7A-75342B800A2B}"/>
                  </a:ext>
                </a:extLst>
              </p:cNvPr>
              <p:cNvSpPr txBox="1"/>
              <p:nvPr/>
            </p:nvSpPr>
            <p:spPr bwMode="auto">
              <a:xfrm>
                <a:off x="1320801" y="3552415"/>
                <a:ext cx="6388452" cy="1598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&amp;=0.5×(−3)+0+2×0.3×(−5−(−5))=−1.5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=−5−1.5=−6.5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对象 9">
                <a:extLst>
                  <a:ext uri="{FF2B5EF4-FFF2-40B4-BE49-F238E27FC236}">
                    <a16:creationId xmlns:a16="http://schemas.microsoft.com/office/drawing/2014/main" id="{AEF1866B-B72A-23FA-CC7A-75342B800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0801" y="3552415"/>
                <a:ext cx="6388452" cy="1598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10">
                <a:extLst>
                  <a:ext uri="{FF2B5EF4-FFF2-40B4-BE49-F238E27FC236}">
                    <a16:creationId xmlns:a16="http://schemas.microsoft.com/office/drawing/2014/main" id="{58D2E901-155A-677B-BE0D-D829759BF128}"/>
                  </a:ext>
                </a:extLst>
              </p:cNvPr>
              <p:cNvSpPr txBox="1"/>
              <p:nvPr/>
            </p:nvSpPr>
            <p:spPr bwMode="auto">
              <a:xfrm>
                <a:off x="1357571" y="5222743"/>
                <a:ext cx="6197600" cy="1315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&amp;=0.5×5+0+2×0.05×(−5−(−7))=2.7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=−7+2.7=−4.3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对象 10">
                <a:extLst>
                  <a:ext uri="{FF2B5EF4-FFF2-40B4-BE49-F238E27FC236}">
                    <a16:creationId xmlns:a16="http://schemas.microsoft.com/office/drawing/2014/main" id="{58D2E901-155A-677B-BE0D-D829759BF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7571" y="5222743"/>
                <a:ext cx="6197600" cy="1315759"/>
              </a:xfrm>
              <a:prstGeom prst="rect">
                <a:avLst/>
              </a:prstGeom>
              <a:blipFill>
                <a:blip r:embed="rId5"/>
                <a:stretch>
                  <a:fillRect b="-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12">
            <a:extLst>
              <a:ext uri="{FF2B5EF4-FFF2-40B4-BE49-F238E27FC236}">
                <a16:creationId xmlns:a16="http://schemas.microsoft.com/office/drawing/2014/main" id="{B8F3BD81-1E6C-3D18-2BC9-020514C9A94A}"/>
              </a:ext>
            </a:extLst>
          </p:cNvPr>
          <p:cNvSpPr/>
          <p:nvPr/>
        </p:nvSpPr>
        <p:spPr>
          <a:xfrm>
            <a:off x="8422224" y="2574181"/>
            <a:ext cx="2002231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13">
                <a:extLst>
                  <a:ext uri="{FF2B5EF4-FFF2-40B4-BE49-F238E27FC236}">
                    <a16:creationId xmlns:a16="http://schemas.microsoft.com/office/drawing/2014/main" id="{570C3008-8775-733D-5A90-B62505219FA8}"/>
                  </a:ext>
                </a:extLst>
              </p:cNvPr>
              <p:cNvSpPr txBox="1"/>
              <p:nvPr/>
            </p:nvSpPr>
            <p:spPr bwMode="auto">
              <a:xfrm>
                <a:off x="8504238" y="2661827"/>
                <a:ext cx="2132610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对象 13">
                <a:extLst>
                  <a:ext uri="{FF2B5EF4-FFF2-40B4-BE49-F238E27FC236}">
                    <a16:creationId xmlns:a16="http://schemas.microsoft.com/office/drawing/2014/main" id="{570C3008-8775-733D-5A90-B62505219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04238" y="2661827"/>
                <a:ext cx="2132610" cy="801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14">
                <a:extLst>
                  <a:ext uri="{FF2B5EF4-FFF2-40B4-BE49-F238E27FC236}">
                    <a16:creationId xmlns:a16="http://schemas.microsoft.com/office/drawing/2014/main" id="{D1985B12-DC12-08E8-3695-0C4963C5E5FE}"/>
                  </a:ext>
                </a:extLst>
              </p:cNvPr>
              <p:cNvSpPr txBox="1"/>
              <p:nvPr/>
            </p:nvSpPr>
            <p:spPr bwMode="auto">
              <a:xfrm>
                <a:off x="8537575" y="3490502"/>
                <a:ext cx="1886880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对象 14">
                <a:extLst>
                  <a:ext uri="{FF2B5EF4-FFF2-40B4-BE49-F238E27FC236}">
                    <a16:creationId xmlns:a16="http://schemas.microsoft.com/office/drawing/2014/main" id="{D1985B12-DC12-08E8-3695-0C4963C5E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37575" y="3490502"/>
                <a:ext cx="1886880" cy="801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15">
                <a:extLst>
                  <a:ext uri="{FF2B5EF4-FFF2-40B4-BE49-F238E27FC236}">
                    <a16:creationId xmlns:a16="http://schemas.microsoft.com/office/drawing/2014/main" id="{A33AC44D-6729-382C-5C9E-036F296AB298}"/>
                  </a:ext>
                </a:extLst>
              </p:cNvPr>
              <p:cNvSpPr txBox="1"/>
              <p:nvPr/>
            </p:nvSpPr>
            <p:spPr bwMode="auto">
              <a:xfrm>
                <a:off x="8521700" y="4325527"/>
                <a:ext cx="2002231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=2.7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对象 15">
                <a:extLst>
                  <a:ext uri="{FF2B5EF4-FFF2-40B4-BE49-F238E27FC236}">
                    <a16:creationId xmlns:a16="http://schemas.microsoft.com/office/drawing/2014/main" id="{A33AC44D-6729-382C-5C9E-036F296AB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1700" y="4325527"/>
                <a:ext cx="2002231" cy="801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utoShape 17">
            <a:extLst>
              <a:ext uri="{FF2B5EF4-FFF2-40B4-BE49-F238E27FC236}">
                <a16:creationId xmlns:a16="http://schemas.microsoft.com/office/drawing/2014/main" id="{150FCC2E-663D-10CD-07C0-4365044BEF3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743035" y="3752519"/>
            <a:ext cx="304800" cy="541336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8" name="Text Box 45">
            <a:extLst>
              <a:ext uri="{FF2B5EF4-FFF2-40B4-BE49-F238E27FC236}">
                <a16:creationId xmlns:a16="http://schemas.microsoft.com/office/drawing/2014/main" id="{A4849DE6-87C7-682A-3E58-7A9FDCF1E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120" y="5222743"/>
            <a:ext cx="334877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second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29" name="矩形 19">
            <a:extLst>
              <a:ext uri="{FF2B5EF4-FFF2-40B4-BE49-F238E27FC236}">
                <a16:creationId xmlns:a16="http://schemas.microsoft.com/office/drawing/2014/main" id="{817BE528-11BF-AAC3-1616-D6A97503A57F}"/>
              </a:ext>
            </a:extLst>
          </p:cNvPr>
          <p:cNvSpPr/>
          <p:nvPr/>
        </p:nvSpPr>
        <p:spPr>
          <a:xfrm>
            <a:off x="5996358" y="2294600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=0.1,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0">
            <a:extLst>
              <a:ext uri="{FF2B5EF4-FFF2-40B4-BE49-F238E27FC236}">
                <a16:creationId xmlns:a16="http://schemas.microsoft.com/office/drawing/2014/main" id="{595C4EAE-2DF8-0DE8-E2BE-91973CC35F72}"/>
              </a:ext>
            </a:extLst>
          </p:cNvPr>
          <p:cNvSpPr/>
          <p:nvPr/>
        </p:nvSpPr>
        <p:spPr>
          <a:xfrm>
            <a:off x="5990700" y="3806255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=0.3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22">
            <a:extLst>
              <a:ext uri="{FF2B5EF4-FFF2-40B4-BE49-F238E27FC236}">
                <a16:creationId xmlns:a16="http://schemas.microsoft.com/office/drawing/2014/main" id="{A3D55B24-6DDB-FB99-EAFB-73161BDA3648}"/>
              </a:ext>
            </a:extLst>
          </p:cNvPr>
          <p:cNvSpPr/>
          <p:nvPr/>
        </p:nvSpPr>
        <p:spPr>
          <a:xfrm>
            <a:off x="5966743" y="5360616"/>
            <a:ext cx="148309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=0.05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46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55B0-B7DB-256B-EFEF-ED8DCDF6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PSO flow diagram</a:t>
            </a:r>
            <a:br>
              <a:rPr lang="en-GB" dirty="0"/>
            </a:br>
            <a:endParaRPr lang="en-GB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71E97DA-6E15-E20B-7872-9054B26D6DE5}"/>
              </a:ext>
            </a:extLst>
          </p:cNvPr>
          <p:cNvSpPr txBox="1">
            <a:spLocks noChangeArrowheads="1"/>
          </p:cNvSpPr>
          <p:nvPr/>
        </p:nvSpPr>
        <p:spPr>
          <a:xfrm>
            <a:off x="708129" y="1663065"/>
            <a:ext cx="87059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solution in the search space       	    A particle’s position.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E9BC4500-C74F-85E2-68DD-99C5CA164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707" y="3371339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population of solutions</a:t>
            </a:r>
          </a:p>
        </p:txBody>
      </p:sp>
      <p:grpSp>
        <p:nvGrpSpPr>
          <p:cNvPr id="21" name="Group 15">
            <a:extLst>
              <a:ext uri="{FF2B5EF4-FFF2-40B4-BE49-F238E27FC236}">
                <a16:creationId xmlns:a16="http://schemas.microsoft.com/office/drawing/2014/main" id="{3CADB638-E2B2-5E9B-6F51-A053C4483113}"/>
              </a:ext>
            </a:extLst>
          </p:cNvPr>
          <p:cNvGrpSpPr>
            <a:grpSpLocks/>
          </p:cNvGrpSpPr>
          <p:nvPr/>
        </p:nvGrpSpPr>
        <p:grpSpPr bwMode="auto">
          <a:xfrm>
            <a:off x="4870695" y="2668121"/>
            <a:ext cx="2505075" cy="1069975"/>
            <a:chOff x="2426" y="1635"/>
            <a:chExt cx="1578" cy="674"/>
          </a:xfrm>
        </p:grpSpPr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DE869AB0-F87B-29D1-01BD-02C3C46C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309"/>
              <a:ext cx="1578" cy="0"/>
            </a:xfrm>
            <a:prstGeom prst="line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C43A04C7-C35C-E509-43A7-7137B623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1635"/>
              <a:ext cx="1424" cy="458"/>
            </a:xfrm>
            <a:prstGeom prst="rect">
              <a:avLst/>
            </a:prstGeom>
            <a:solidFill>
              <a:srgbClr val="5B9BD5">
                <a:lumMod val="60000"/>
                <a:lumOff val="40000"/>
              </a:srgbClr>
            </a:solidFill>
            <a:ln w="9525" algn="ctr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4" name="Line 10">
            <a:extLst>
              <a:ext uri="{FF2B5EF4-FFF2-40B4-BE49-F238E27FC236}">
                <a16:creationId xmlns:a16="http://schemas.microsoft.com/office/drawing/2014/main" id="{1A40E7F6-1E24-7F52-9931-B3168C6436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5043" y="4051627"/>
            <a:ext cx="1836738" cy="1578769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B89FECB-9F99-34FE-EE68-804BD4B0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9056" y="5271621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solutions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421A735-3685-199D-B353-E661E204D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510" y="5219961"/>
            <a:ext cx="3630443" cy="79216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Update the speed and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position of each particle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54070008-A7F0-27CE-69CD-60CFD471FE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2723" y="4006383"/>
            <a:ext cx="0" cy="1265238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040D44BE-61F8-7B98-8DA8-EF36E38B6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582" y="4192120"/>
            <a:ext cx="1933470" cy="64611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Replacement</a:t>
            </a:r>
          </a:p>
        </p:txBody>
      </p:sp>
      <p:sp>
        <p:nvSpPr>
          <p:cNvPr id="29" name="Arrow: Right 6">
            <a:extLst>
              <a:ext uri="{FF2B5EF4-FFF2-40B4-BE49-F238E27FC236}">
                <a16:creationId xmlns:a16="http://schemas.microsoft.com/office/drawing/2014/main" id="{BA9FB520-ACA6-AD74-8674-483AE2129EDE}"/>
              </a:ext>
            </a:extLst>
          </p:cNvPr>
          <p:cNvSpPr/>
          <p:nvPr/>
        </p:nvSpPr>
        <p:spPr>
          <a:xfrm>
            <a:off x="4870695" y="1786246"/>
            <a:ext cx="1034793" cy="127135"/>
          </a:xfrm>
          <a:prstGeom prst="rightArrow">
            <a:avLst>
              <a:gd name="adj1" fmla="val 50000"/>
              <a:gd name="adj2" fmla="val 227935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" name="组合 12">
            <a:extLst>
              <a:ext uri="{FF2B5EF4-FFF2-40B4-BE49-F238E27FC236}">
                <a16:creationId xmlns:a16="http://schemas.microsoft.com/office/drawing/2014/main" id="{1B2DB106-20BC-0294-7824-F33610E70A0E}"/>
              </a:ext>
            </a:extLst>
          </p:cNvPr>
          <p:cNvGrpSpPr/>
          <p:nvPr/>
        </p:nvGrpSpPr>
        <p:grpSpPr>
          <a:xfrm>
            <a:off x="7376130" y="3395944"/>
            <a:ext cx="2318977" cy="627062"/>
            <a:chOff x="6385326" y="3263696"/>
            <a:chExt cx="2318977" cy="627062"/>
          </a:xfrm>
        </p:grpSpPr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A1FA999A-2CBE-7844-971E-CAB1A6C29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5326" y="3263696"/>
              <a:ext cx="2318977" cy="6270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/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blipFill>
                  <a:blip r:embed="rId2"/>
                  <a:stretch>
                    <a:fillRect l="-5755" r="-22302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/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blipFill>
                  <a:blip r:embed="rId3"/>
                  <a:stretch>
                    <a:fillRect l="-5594" r="-16783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矩形 11">
            <a:extLst>
              <a:ext uri="{FF2B5EF4-FFF2-40B4-BE49-F238E27FC236}">
                <a16:creationId xmlns:a16="http://schemas.microsoft.com/office/drawing/2014/main" id="{8C961BED-CF13-2C34-C6E9-58DA534BED15}"/>
              </a:ext>
            </a:extLst>
          </p:cNvPr>
          <p:cNvSpPr/>
          <p:nvPr/>
        </p:nvSpPr>
        <p:spPr>
          <a:xfrm>
            <a:off x="4871055" y="2616159"/>
            <a:ext cx="25050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Track two extreme values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006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892C-DD90-645B-5402-45C6ADC3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6A7E17E6-FC61-2766-63DA-CFD9AA494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320" y="1800775"/>
            <a:ext cx="36207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second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35A2397E-DD71-2C54-3AC7-0F8D04CE868B}"/>
              </a:ext>
            </a:extLst>
          </p:cNvPr>
          <p:cNvGrpSpPr/>
          <p:nvPr/>
        </p:nvGrpSpPr>
        <p:grpSpPr>
          <a:xfrm>
            <a:off x="5676900" y="1972228"/>
            <a:ext cx="3390900" cy="830997"/>
            <a:chOff x="5107531" y="1200622"/>
            <a:chExt cx="3390900" cy="830997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AB1706CE-724A-77E9-714E-60CD39E0D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7531" y="1200622"/>
              <a:ext cx="27813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Update             , </a:t>
              </a:r>
              <a:endPara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8A00F807-6614-C3F2-14C9-E9326DCE241E}"/>
                    </a:ext>
                  </a:extLst>
                </p:cNvPr>
                <p:cNvSpPr txBox="1"/>
                <p:nvPr/>
              </p:nvSpPr>
              <p:spPr bwMode="auto">
                <a:xfrm>
                  <a:off x="6498181" y="1200622"/>
                  <a:ext cx="768350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8A00F807-6614-C3F2-14C9-E9326DCE2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98181" y="1200622"/>
                  <a:ext cx="768350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6349" r="-28571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817ECCA0-5664-AC7D-4FA6-BD77DAFD9E8B}"/>
                    </a:ext>
                  </a:extLst>
                </p:cNvPr>
                <p:cNvSpPr txBox="1"/>
                <p:nvPr/>
              </p:nvSpPr>
              <p:spPr bwMode="auto">
                <a:xfrm>
                  <a:off x="7528469" y="1200622"/>
                  <a:ext cx="969962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817ECCA0-5664-AC7D-4FA6-BD77DAFD9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28469" y="1200622"/>
                  <a:ext cx="969962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5000" r="-312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矩形 86">
            <a:extLst>
              <a:ext uri="{FF2B5EF4-FFF2-40B4-BE49-F238E27FC236}">
                <a16:creationId xmlns:a16="http://schemas.microsoft.com/office/drawing/2014/main" id="{B182A714-831F-6A98-FD0D-7177D76BB4AE}"/>
              </a:ext>
            </a:extLst>
          </p:cNvPr>
          <p:cNvSpPr/>
          <p:nvPr/>
        </p:nvSpPr>
        <p:spPr>
          <a:xfrm>
            <a:off x="5156136" y="2474865"/>
            <a:ext cx="4697504" cy="4124273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AutoShape 17">
            <a:extLst>
              <a:ext uri="{FF2B5EF4-FFF2-40B4-BE49-F238E27FC236}">
                <a16:creationId xmlns:a16="http://schemas.microsoft.com/office/drawing/2014/main" id="{EC8DCC01-A11C-91DC-EB04-605104084AC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197199" y="3752629"/>
            <a:ext cx="304800" cy="880467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对象 10">
                <a:extLst>
                  <a:ext uri="{FF2B5EF4-FFF2-40B4-BE49-F238E27FC236}">
                    <a16:creationId xmlns:a16="http://schemas.microsoft.com/office/drawing/2014/main" id="{E67741F6-2C29-724D-F3A9-0FE5EA74B82C}"/>
                  </a:ext>
                </a:extLst>
              </p:cNvPr>
              <p:cNvSpPr txBox="1"/>
              <p:nvPr/>
            </p:nvSpPr>
            <p:spPr bwMode="auto">
              <a:xfrm>
                <a:off x="5278438" y="2573338"/>
                <a:ext cx="3179762" cy="122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+1=90.25+1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=91.25&gt;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对象 10">
                <a:extLst>
                  <a:ext uri="{FF2B5EF4-FFF2-40B4-BE49-F238E27FC236}">
                    <a16:creationId xmlns:a16="http://schemas.microsoft.com/office/drawing/2014/main" id="{E67741F6-2C29-724D-F3A9-0FE5EA74B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8438" y="2573338"/>
                <a:ext cx="3179762" cy="1222375"/>
              </a:xfrm>
              <a:prstGeom prst="rect">
                <a:avLst/>
              </a:prstGeom>
              <a:blipFill>
                <a:blip r:embed="rId4"/>
                <a:stretch>
                  <a:fillRect l="-9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11">
                <a:extLst>
                  <a:ext uri="{FF2B5EF4-FFF2-40B4-BE49-F238E27FC236}">
                    <a16:creationId xmlns:a16="http://schemas.microsoft.com/office/drawing/2014/main" id="{09C3AE9A-82F1-6DA1-86FE-5841D03C3998}"/>
                  </a:ext>
                </a:extLst>
              </p:cNvPr>
              <p:cNvSpPr txBox="1"/>
              <p:nvPr/>
            </p:nvSpPr>
            <p:spPr bwMode="auto">
              <a:xfrm>
                <a:off x="5303838" y="3786188"/>
                <a:ext cx="3827398" cy="1284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+1=42.25+1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=43.25&gt;26=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对象 11">
                <a:extLst>
                  <a:ext uri="{FF2B5EF4-FFF2-40B4-BE49-F238E27FC236}">
                    <a16:creationId xmlns:a16="http://schemas.microsoft.com/office/drawing/2014/main" id="{09C3AE9A-82F1-6DA1-86FE-5841D03C3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3838" y="3786188"/>
                <a:ext cx="3827398" cy="1284287"/>
              </a:xfrm>
              <a:prstGeom prst="rect">
                <a:avLst/>
              </a:prstGeom>
              <a:blipFill>
                <a:blip r:embed="rId5"/>
                <a:stretch>
                  <a:fillRect l="-6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对象 12">
                <a:extLst>
                  <a:ext uri="{FF2B5EF4-FFF2-40B4-BE49-F238E27FC236}">
                    <a16:creationId xmlns:a16="http://schemas.microsoft.com/office/drawing/2014/main" id="{1899EA68-161B-5348-D977-05774B625AE4}"/>
                  </a:ext>
                </a:extLst>
              </p:cNvPr>
              <p:cNvSpPr txBox="1"/>
              <p:nvPr/>
            </p:nvSpPr>
            <p:spPr bwMode="auto">
              <a:xfrm>
                <a:off x="5319713" y="5180013"/>
                <a:ext cx="3748087" cy="1246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=(−4.3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+1=18.49+1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=19.49&lt;50=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对象 12">
                <a:extLst>
                  <a:ext uri="{FF2B5EF4-FFF2-40B4-BE49-F238E27FC236}">
                    <a16:creationId xmlns:a16="http://schemas.microsoft.com/office/drawing/2014/main" id="{1899EA68-161B-5348-D977-05774B625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9713" y="5180013"/>
                <a:ext cx="3748087" cy="1246187"/>
              </a:xfrm>
              <a:prstGeom prst="rect">
                <a:avLst/>
              </a:prstGeom>
              <a:blipFill>
                <a:blip r:embed="rId6"/>
                <a:stretch>
                  <a:fillRect l="-8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 23">
            <a:extLst>
              <a:ext uri="{FF2B5EF4-FFF2-40B4-BE49-F238E27FC236}">
                <a16:creationId xmlns:a16="http://schemas.microsoft.com/office/drawing/2014/main" id="{0FEC6F13-3A1E-C2FA-A82D-EE1E5BACBA21}"/>
              </a:ext>
            </a:extLst>
          </p:cNvPr>
          <p:cNvSpPr/>
          <p:nvPr/>
        </p:nvSpPr>
        <p:spPr>
          <a:xfrm>
            <a:off x="1693472" y="2964271"/>
            <a:ext cx="1958503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对象 33">
                <a:extLst>
                  <a:ext uri="{FF2B5EF4-FFF2-40B4-BE49-F238E27FC236}">
                    <a16:creationId xmlns:a16="http://schemas.microsoft.com/office/drawing/2014/main" id="{1A0355A2-2973-2827-D8A5-3CF29BA8BA41}"/>
                  </a:ext>
                </a:extLst>
              </p:cNvPr>
              <p:cNvSpPr txBox="1"/>
              <p:nvPr/>
            </p:nvSpPr>
            <p:spPr bwMode="auto">
              <a:xfrm>
                <a:off x="1849437" y="2994025"/>
                <a:ext cx="205992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对象 33">
                <a:extLst>
                  <a:ext uri="{FF2B5EF4-FFF2-40B4-BE49-F238E27FC236}">
                    <a16:creationId xmlns:a16="http://schemas.microsoft.com/office/drawing/2014/main" id="{1A0355A2-2973-2827-D8A5-3CF29BA8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9437" y="2994025"/>
                <a:ext cx="2059927" cy="801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对象 34">
                <a:extLst>
                  <a:ext uri="{FF2B5EF4-FFF2-40B4-BE49-F238E27FC236}">
                    <a16:creationId xmlns:a16="http://schemas.microsoft.com/office/drawing/2014/main" id="{B16AEE7E-84B9-7A85-F72A-584A2DD66E24}"/>
                  </a:ext>
                </a:extLst>
              </p:cNvPr>
              <p:cNvSpPr txBox="1"/>
              <p:nvPr/>
            </p:nvSpPr>
            <p:spPr bwMode="auto">
              <a:xfrm>
                <a:off x="1884363" y="3824288"/>
                <a:ext cx="202146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对象 34">
                <a:extLst>
                  <a:ext uri="{FF2B5EF4-FFF2-40B4-BE49-F238E27FC236}">
                    <a16:creationId xmlns:a16="http://schemas.microsoft.com/office/drawing/2014/main" id="{B16AEE7E-84B9-7A85-F72A-584A2DD66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4363" y="3824288"/>
                <a:ext cx="2021463" cy="8016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对象 35">
                <a:extLst>
                  <a:ext uri="{FF2B5EF4-FFF2-40B4-BE49-F238E27FC236}">
                    <a16:creationId xmlns:a16="http://schemas.microsoft.com/office/drawing/2014/main" id="{C76CEF44-675C-0D16-7E30-72E8FD86128B}"/>
                  </a:ext>
                </a:extLst>
              </p:cNvPr>
              <p:cNvSpPr txBox="1"/>
              <p:nvPr/>
            </p:nvSpPr>
            <p:spPr bwMode="auto">
              <a:xfrm>
                <a:off x="1866900" y="4657725"/>
                <a:ext cx="2021463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=2.7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对象 35">
                <a:extLst>
                  <a:ext uri="{FF2B5EF4-FFF2-40B4-BE49-F238E27FC236}">
                    <a16:creationId xmlns:a16="http://schemas.microsoft.com/office/drawing/2014/main" id="{C76CEF44-675C-0D16-7E30-72E8FD861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6900" y="4657725"/>
                <a:ext cx="2021463" cy="8016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24">
            <a:extLst>
              <a:ext uri="{FF2B5EF4-FFF2-40B4-BE49-F238E27FC236}">
                <a16:creationId xmlns:a16="http://schemas.microsoft.com/office/drawing/2014/main" id="{CE182D4E-AC9C-575A-14EF-6BF967F22799}"/>
              </a:ext>
            </a:extLst>
          </p:cNvPr>
          <p:cNvSpPr/>
          <p:nvPr/>
        </p:nvSpPr>
        <p:spPr>
          <a:xfrm>
            <a:off x="1693472" y="3795713"/>
            <a:ext cx="1958503" cy="1688454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25">
            <a:extLst>
              <a:ext uri="{FF2B5EF4-FFF2-40B4-BE49-F238E27FC236}">
                <a16:creationId xmlns:a16="http://schemas.microsoft.com/office/drawing/2014/main" id="{DB538DD4-180F-5FF4-97A7-FE1CEC77AEF3}"/>
              </a:ext>
            </a:extLst>
          </p:cNvPr>
          <p:cNvSpPr/>
          <p:nvPr/>
        </p:nvSpPr>
        <p:spPr>
          <a:xfrm>
            <a:off x="5173599" y="3778577"/>
            <a:ext cx="4697504" cy="2802872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01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1568-452F-D859-4855-0ED5C542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4A092E28-40C9-5863-54AB-55FCF29DA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320" y="1800775"/>
            <a:ext cx="36207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second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E0D8D353-DF82-5868-A3BB-153FA927430B}"/>
              </a:ext>
            </a:extLst>
          </p:cNvPr>
          <p:cNvGrpSpPr/>
          <p:nvPr/>
        </p:nvGrpSpPr>
        <p:grpSpPr>
          <a:xfrm>
            <a:off x="5676900" y="1972228"/>
            <a:ext cx="3390900" cy="830997"/>
            <a:chOff x="5107531" y="1200622"/>
            <a:chExt cx="3390900" cy="830997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DB170748-4A78-7236-5252-1ABBECED5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7531" y="1200622"/>
              <a:ext cx="27813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Update             , </a:t>
              </a:r>
              <a:endPara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38B4245A-BE0D-7854-7CF2-30850F23C9CE}"/>
                    </a:ext>
                  </a:extLst>
                </p:cNvPr>
                <p:cNvSpPr txBox="1"/>
                <p:nvPr/>
              </p:nvSpPr>
              <p:spPr bwMode="auto">
                <a:xfrm>
                  <a:off x="6498181" y="1200622"/>
                  <a:ext cx="768350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38B4245A-BE0D-7854-7CF2-30850F23C9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98181" y="1200622"/>
                  <a:ext cx="768350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6349" r="-28571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B562F940-AABB-4E35-25E9-3564F9B6057F}"/>
                    </a:ext>
                  </a:extLst>
                </p:cNvPr>
                <p:cNvSpPr txBox="1"/>
                <p:nvPr/>
              </p:nvSpPr>
              <p:spPr bwMode="auto">
                <a:xfrm>
                  <a:off x="7528469" y="1200622"/>
                  <a:ext cx="969962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B562F940-AABB-4E35-25E9-3564F9B60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28469" y="1200622"/>
                  <a:ext cx="969962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5000" r="-312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矩形 23">
            <a:extLst>
              <a:ext uri="{FF2B5EF4-FFF2-40B4-BE49-F238E27FC236}">
                <a16:creationId xmlns:a16="http://schemas.microsoft.com/office/drawing/2014/main" id="{96D0DFB6-AA90-331E-034D-E3DF949088F3}"/>
              </a:ext>
            </a:extLst>
          </p:cNvPr>
          <p:cNvSpPr/>
          <p:nvPr/>
        </p:nvSpPr>
        <p:spPr>
          <a:xfrm>
            <a:off x="1729141" y="2803225"/>
            <a:ext cx="1958503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33">
                <a:extLst>
                  <a:ext uri="{FF2B5EF4-FFF2-40B4-BE49-F238E27FC236}">
                    <a16:creationId xmlns:a16="http://schemas.microsoft.com/office/drawing/2014/main" id="{271391C1-8C1B-10EC-95D9-833EBAE84FAC}"/>
                  </a:ext>
                </a:extLst>
              </p:cNvPr>
              <p:cNvSpPr txBox="1"/>
              <p:nvPr/>
            </p:nvSpPr>
            <p:spPr bwMode="auto">
              <a:xfrm>
                <a:off x="1807545" y="2834653"/>
                <a:ext cx="1801694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对象 33">
                <a:extLst>
                  <a:ext uri="{FF2B5EF4-FFF2-40B4-BE49-F238E27FC236}">
                    <a16:creationId xmlns:a16="http://schemas.microsoft.com/office/drawing/2014/main" id="{271391C1-8C1B-10EC-95D9-833EBAE84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7545" y="2834653"/>
                <a:ext cx="1801694" cy="8016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34">
                <a:extLst>
                  <a:ext uri="{FF2B5EF4-FFF2-40B4-BE49-F238E27FC236}">
                    <a16:creationId xmlns:a16="http://schemas.microsoft.com/office/drawing/2014/main" id="{FB705C8C-458B-15B5-49FF-FBD387675713}"/>
                  </a:ext>
                </a:extLst>
              </p:cNvPr>
              <p:cNvSpPr txBox="1"/>
              <p:nvPr/>
            </p:nvSpPr>
            <p:spPr bwMode="auto">
              <a:xfrm>
                <a:off x="1729141" y="3662605"/>
                <a:ext cx="195850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对象 34">
                <a:extLst>
                  <a:ext uri="{FF2B5EF4-FFF2-40B4-BE49-F238E27FC236}">
                    <a16:creationId xmlns:a16="http://schemas.microsoft.com/office/drawing/2014/main" id="{FB705C8C-458B-15B5-49FF-FBD387675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9141" y="3662605"/>
                <a:ext cx="1958503" cy="801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35">
                <a:extLst>
                  <a:ext uri="{FF2B5EF4-FFF2-40B4-BE49-F238E27FC236}">
                    <a16:creationId xmlns:a16="http://schemas.microsoft.com/office/drawing/2014/main" id="{E744E851-27AB-EF37-3AC3-6CEF3C7BC371}"/>
                  </a:ext>
                </a:extLst>
              </p:cNvPr>
              <p:cNvSpPr txBox="1"/>
              <p:nvPr/>
            </p:nvSpPr>
            <p:spPr bwMode="auto">
              <a:xfrm>
                <a:off x="1903413" y="4497388"/>
                <a:ext cx="1940572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=2.7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对象 35">
                <a:extLst>
                  <a:ext uri="{FF2B5EF4-FFF2-40B4-BE49-F238E27FC236}">
                    <a16:creationId xmlns:a16="http://schemas.microsoft.com/office/drawing/2014/main" id="{E744E851-27AB-EF37-3AC3-6CEF3C7BC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3413" y="4497388"/>
                <a:ext cx="1940572" cy="8016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25">
            <a:extLst>
              <a:ext uri="{FF2B5EF4-FFF2-40B4-BE49-F238E27FC236}">
                <a16:creationId xmlns:a16="http://schemas.microsoft.com/office/drawing/2014/main" id="{921EFA35-EE36-B669-ED0A-5C11B769952B}"/>
              </a:ext>
            </a:extLst>
          </p:cNvPr>
          <p:cNvSpPr/>
          <p:nvPr/>
        </p:nvSpPr>
        <p:spPr>
          <a:xfrm>
            <a:off x="1729140" y="4476117"/>
            <a:ext cx="1958503" cy="844227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矩形 28">
            <a:extLst>
              <a:ext uri="{FF2B5EF4-FFF2-40B4-BE49-F238E27FC236}">
                <a16:creationId xmlns:a16="http://schemas.microsoft.com/office/drawing/2014/main" id="{00D3F15C-FC3E-4F45-3A31-5192466CA6CE}"/>
              </a:ext>
            </a:extLst>
          </p:cNvPr>
          <p:cNvSpPr/>
          <p:nvPr/>
        </p:nvSpPr>
        <p:spPr>
          <a:xfrm>
            <a:off x="1729139" y="2823541"/>
            <a:ext cx="1958503" cy="844227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AutoShape 17">
            <a:extLst>
              <a:ext uri="{FF2B5EF4-FFF2-40B4-BE49-F238E27FC236}">
                <a16:creationId xmlns:a16="http://schemas.microsoft.com/office/drawing/2014/main" id="{806F914B-3126-F25F-C7E7-EAD940AF809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32691" y="3623214"/>
            <a:ext cx="304800" cy="880467"/>
          </a:xfrm>
          <a:prstGeom prst="downArrow">
            <a:avLst>
              <a:gd name="adj1" fmla="val 50000"/>
              <a:gd name="adj2" fmla="val 489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9" name="矩形 86">
            <a:extLst>
              <a:ext uri="{FF2B5EF4-FFF2-40B4-BE49-F238E27FC236}">
                <a16:creationId xmlns:a16="http://schemas.microsoft.com/office/drawing/2014/main" id="{FB335FE7-4C55-91BA-F83A-0D5182DC358A}"/>
              </a:ext>
            </a:extLst>
          </p:cNvPr>
          <p:cNvSpPr/>
          <p:nvPr/>
        </p:nvSpPr>
        <p:spPr>
          <a:xfrm>
            <a:off x="5767549" y="2586651"/>
            <a:ext cx="4697504" cy="403190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对象 10">
                <a:extLst>
                  <a:ext uri="{FF2B5EF4-FFF2-40B4-BE49-F238E27FC236}">
                    <a16:creationId xmlns:a16="http://schemas.microsoft.com/office/drawing/2014/main" id="{1F75C57E-8657-FCA3-57E4-5AD1E1DAA3CB}"/>
                  </a:ext>
                </a:extLst>
              </p:cNvPr>
              <p:cNvSpPr txBox="1"/>
              <p:nvPr/>
            </p:nvSpPr>
            <p:spPr bwMode="auto">
              <a:xfrm>
                <a:off x="5889624" y="2686050"/>
                <a:ext cx="3088681" cy="122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+1=90.25+1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=91.25&gt;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对象 10">
                <a:extLst>
                  <a:ext uri="{FF2B5EF4-FFF2-40B4-BE49-F238E27FC236}">
                    <a16:creationId xmlns:a16="http://schemas.microsoft.com/office/drawing/2014/main" id="{1F75C57E-8657-FCA3-57E4-5AD1E1DAA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9624" y="2686050"/>
                <a:ext cx="3088681" cy="1222375"/>
              </a:xfrm>
              <a:prstGeom prst="rect">
                <a:avLst/>
              </a:prstGeom>
              <a:blipFill>
                <a:blip r:embed="rId7"/>
                <a:stretch>
                  <a:fillRect l="-5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对象 11">
                <a:extLst>
                  <a:ext uri="{FF2B5EF4-FFF2-40B4-BE49-F238E27FC236}">
                    <a16:creationId xmlns:a16="http://schemas.microsoft.com/office/drawing/2014/main" id="{65BDCE38-13E8-E42A-B8C1-84F94F422A9B}"/>
                  </a:ext>
                </a:extLst>
              </p:cNvPr>
              <p:cNvSpPr txBox="1"/>
              <p:nvPr/>
            </p:nvSpPr>
            <p:spPr bwMode="auto">
              <a:xfrm>
                <a:off x="5915024" y="3897313"/>
                <a:ext cx="4954009" cy="1284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+1=42.25+1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=43.25&gt;26=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对象 11">
                <a:extLst>
                  <a:ext uri="{FF2B5EF4-FFF2-40B4-BE49-F238E27FC236}">
                    <a16:creationId xmlns:a16="http://schemas.microsoft.com/office/drawing/2014/main" id="{65BDCE38-13E8-E42A-B8C1-84F94F42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15024" y="3897313"/>
                <a:ext cx="4954009" cy="1284287"/>
              </a:xfrm>
              <a:prstGeom prst="rect">
                <a:avLst/>
              </a:prstGeom>
              <a:blipFill>
                <a:blip r:embed="rId8"/>
                <a:stretch>
                  <a:fillRect l="-3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对象 12">
                <a:extLst>
                  <a:ext uri="{FF2B5EF4-FFF2-40B4-BE49-F238E27FC236}">
                    <a16:creationId xmlns:a16="http://schemas.microsoft.com/office/drawing/2014/main" id="{D6A43F85-ADEA-E44D-50AC-20799A77A40B}"/>
                  </a:ext>
                </a:extLst>
              </p:cNvPr>
              <p:cNvSpPr txBox="1"/>
              <p:nvPr/>
            </p:nvSpPr>
            <p:spPr bwMode="auto">
              <a:xfrm>
                <a:off x="5930900" y="5291138"/>
                <a:ext cx="4140200" cy="1246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=(−4.3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+1=18.49+1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=19.49&lt;50=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对象 12">
                <a:extLst>
                  <a:ext uri="{FF2B5EF4-FFF2-40B4-BE49-F238E27FC236}">
                    <a16:creationId xmlns:a16="http://schemas.microsoft.com/office/drawing/2014/main" id="{D6A43F85-ADEA-E44D-50AC-20799A77A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0900" y="5291138"/>
                <a:ext cx="4140200" cy="1246187"/>
              </a:xfrm>
              <a:prstGeom prst="rect">
                <a:avLst/>
              </a:prstGeom>
              <a:blipFill>
                <a:blip r:embed="rId9"/>
                <a:stretch>
                  <a:fillRect l="-4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27">
            <a:extLst>
              <a:ext uri="{FF2B5EF4-FFF2-40B4-BE49-F238E27FC236}">
                <a16:creationId xmlns:a16="http://schemas.microsoft.com/office/drawing/2014/main" id="{C2EEFB08-AD6F-077D-6E96-74A61916305A}"/>
              </a:ext>
            </a:extLst>
          </p:cNvPr>
          <p:cNvSpPr/>
          <p:nvPr/>
        </p:nvSpPr>
        <p:spPr>
          <a:xfrm>
            <a:off x="5771088" y="5294169"/>
            <a:ext cx="4697504" cy="1327005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36">
            <a:extLst>
              <a:ext uri="{FF2B5EF4-FFF2-40B4-BE49-F238E27FC236}">
                <a16:creationId xmlns:a16="http://schemas.microsoft.com/office/drawing/2014/main" id="{071072FA-A539-56B7-12EE-99D148D618FE}"/>
              </a:ext>
            </a:extLst>
          </p:cNvPr>
          <p:cNvSpPr/>
          <p:nvPr/>
        </p:nvSpPr>
        <p:spPr>
          <a:xfrm>
            <a:off x="5771088" y="2586651"/>
            <a:ext cx="4697504" cy="1327005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20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A3B8-42DA-EFE8-EDCD-578D4517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1B2B039D-1092-7926-E069-770CA4C0D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120" y="1991275"/>
            <a:ext cx="302388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0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second iteration</a:t>
            </a: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0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23">
            <a:extLst>
              <a:ext uri="{FF2B5EF4-FFF2-40B4-BE49-F238E27FC236}">
                <a16:creationId xmlns:a16="http://schemas.microsoft.com/office/drawing/2014/main" id="{2A226FEE-E887-5EC0-3C76-3CFE3C168B3D}"/>
              </a:ext>
            </a:extLst>
          </p:cNvPr>
          <p:cNvSpPr/>
          <p:nvPr/>
        </p:nvSpPr>
        <p:spPr>
          <a:xfrm>
            <a:off x="1424341" y="2977216"/>
            <a:ext cx="1958503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33">
                <a:extLst>
                  <a:ext uri="{FF2B5EF4-FFF2-40B4-BE49-F238E27FC236}">
                    <a16:creationId xmlns:a16="http://schemas.microsoft.com/office/drawing/2014/main" id="{B372C62F-ED85-12CC-2A99-C09828E333E6}"/>
                  </a:ext>
                </a:extLst>
              </p:cNvPr>
              <p:cNvSpPr txBox="1"/>
              <p:nvPr/>
            </p:nvSpPr>
            <p:spPr bwMode="auto">
              <a:xfrm>
                <a:off x="1581150" y="3008313"/>
                <a:ext cx="1801694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对象 33">
                <a:extLst>
                  <a:ext uri="{FF2B5EF4-FFF2-40B4-BE49-F238E27FC236}">
                    <a16:creationId xmlns:a16="http://schemas.microsoft.com/office/drawing/2014/main" id="{B372C62F-ED85-12CC-2A99-C09828E33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1150" y="3008313"/>
                <a:ext cx="1801694" cy="801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34">
                <a:extLst>
                  <a:ext uri="{FF2B5EF4-FFF2-40B4-BE49-F238E27FC236}">
                    <a16:creationId xmlns:a16="http://schemas.microsoft.com/office/drawing/2014/main" id="{2592F31B-ADE3-F62E-EDD7-54F1ECC6840D}"/>
                  </a:ext>
                </a:extLst>
              </p:cNvPr>
              <p:cNvSpPr txBox="1"/>
              <p:nvPr/>
            </p:nvSpPr>
            <p:spPr bwMode="auto">
              <a:xfrm>
                <a:off x="1502745" y="3836596"/>
                <a:ext cx="195850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对象 34">
                <a:extLst>
                  <a:ext uri="{FF2B5EF4-FFF2-40B4-BE49-F238E27FC236}">
                    <a16:creationId xmlns:a16="http://schemas.microsoft.com/office/drawing/2014/main" id="{2592F31B-ADE3-F62E-EDD7-54F1ECC68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2745" y="3836596"/>
                <a:ext cx="1958503" cy="801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35">
                <a:extLst>
                  <a:ext uri="{FF2B5EF4-FFF2-40B4-BE49-F238E27FC236}">
                    <a16:creationId xmlns:a16="http://schemas.microsoft.com/office/drawing/2014/main" id="{B6D581FA-2771-A862-100F-B6148DA1F19A}"/>
                  </a:ext>
                </a:extLst>
              </p:cNvPr>
              <p:cNvSpPr txBox="1"/>
              <p:nvPr/>
            </p:nvSpPr>
            <p:spPr bwMode="auto">
              <a:xfrm>
                <a:off x="1598612" y="4672013"/>
                <a:ext cx="195850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=2.7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对象 35">
                <a:extLst>
                  <a:ext uri="{FF2B5EF4-FFF2-40B4-BE49-F238E27FC236}">
                    <a16:creationId xmlns:a16="http://schemas.microsoft.com/office/drawing/2014/main" id="{B6D581FA-2771-A862-100F-B6148DA1F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8612" y="4672013"/>
                <a:ext cx="1958503" cy="8016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28">
            <a:extLst>
              <a:ext uri="{FF2B5EF4-FFF2-40B4-BE49-F238E27FC236}">
                <a16:creationId xmlns:a16="http://schemas.microsoft.com/office/drawing/2014/main" id="{CA6C3E3F-55C4-793E-3179-FD213159A125}"/>
              </a:ext>
            </a:extLst>
          </p:cNvPr>
          <p:cNvSpPr/>
          <p:nvPr/>
        </p:nvSpPr>
        <p:spPr>
          <a:xfrm>
            <a:off x="1437490" y="2977215"/>
            <a:ext cx="1958503" cy="1639811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AutoShape 17">
            <a:extLst>
              <a:ext uri="{FF2B5EF4-FFF2-40B4-BE49-F238E27FC236}">
                <a16:creationId xmlns:a16="http://schemas.microsoft.com/office/drawing/2014/main" id="{C192CCC7-417F-C1F2-C355-5A2A71DBEAF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08367" y="3729335"/>
            <a:ext cx="304800" cy="880467"/>
          </a:xfrm>
          <a:prstGeom prst="downArrow">
            <a:avLst>
              <a:gd name="adj1" fmla="val 50000"/>
              <a:gd name="adj2" fmla="val 489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</p:txBody>
      </p:sp>
      <p:grpSp>
        <p:nvGrpSpPr>
          <p:cNvPr id="22" name="组合 48">
            <a:extLst>
              <a:ext uri="{FF2B5EF4-FFF2-40B4-BE49-F238E27FC236}">
                <a16:creationId xmlns:a16="http://schemas.microsoft.com/office/drawing/2014/main" id="{5BD0C30B-4AA0-58E0-2B83-E81AC4B5579F}"/>
              </a:ext>
            </a:extLst>
          </p:cNvPr>
          <p:cNvGrpSpPr/>
          <p:nvPr/>
        </p:nvGrpSpPr>
        <p:grpSpPr>
          <a:xfrm>
            <a:off x="5938692" y="1857032"/>
            <a:ext cx="3297238" cy="485163"/>
            <a:chOff x="4988614" y="1234912"/>
            <a:chExt cx="3297238" cy="485163"/>
          </a:xfrm>
        </p:grpSpPr>
        <p:sp>
          <p:nvSpPr>
            <p:cNvPr id="23" name="Text Box 45">
              <a:extLst>
                <a:ext uri="{FF2B5EF4-FFF2-40B4-BE49-F238E27FC236}">
                  <a16:creationId xmlns:a16="http://schemas.microsoft.com/office/drawing/2014/main" id="{B28EA6CF-F866-BB8E-682F-20108023A5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614" y="1258410"/>
              <a:ext cx="29002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 Update             , </a:t>
              </a:r>
              <a:endPara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对象 26">
                  <a:extLst>
                    <a:ext uri="{FF2B5EF4-FFF2-40B4-BE49-F238E27FC236}">
                      <a16:creationId xmlns:a16="http://schemas.microsoft.com/office/drawing/2014/main" id="{A32DB00A-6EB7-6845-8EC0-3172B819810C}"/>
                    </a:ext>
                  </a:extLst>
                </p:cNvPr>
                <p:cNvSpPr txBox="1"/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对象 26">
                  <a:extLst>
                    <a:ext uri="{FF2B5EF4-FFF2-40B4-BE49-F238E27FC236}">
                      <a16:creationId xmlns:a16="http://schemas.microsoft.com/office/drawing/2014/main" id="{A32DB00A-6EB7-6845-8EC0-3172B8198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blipFill>
                  <a:blip r:embed="rId5"/>
                  <a:stretch>
                    <a:fillRect l="-7143" r="-27778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对象 43">
                  <a:extLst>
                    <a:ext uri="{FF2B5EF4-FFF2-40B4-BE49-F238E27FC236}">
                      <a16:creationId xmlns:a16="http://schemas.microsoft.com/office/drawing/2014/main" id="{1755773C-9B3E-5964-B9D2-2A7C3D70361A}"/>
                    </a:ext>
                  </a:extLst>
                </p:cNvPr>
                <p:cNvSpPr txBox="1"/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5" name="对象 43">
                  <a:extLst>
                    <a:ext uri="{FF2B5EF4-FFF2-40B4-BE49-F238E27FC236}">
                      <a16:creationId xmlns:a16="http://schemas.microsoft.com/office/drawing/2014/main" id="{1755773C-9B3E-5964-B9D2-2A7C3D703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blipFill>
                  <a:blip r:embed="rId6"/>
                  <a:stretch>
                    <a:fillRect l="-7377" r="-34426" b="-390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矩形 86">
            <a:extLst>
              <a:ext uri="{FF2B5EF4-FFF2-40B4-BE49-F238E27FC236}">
                <a16:creationId xmlns:a16="http://schemas.microsoft.com/office/drawing/2014/main" id="{376DB010-75D5-EE6F-FB9E-A2A7FD7A86F7}"/>
              </a:ext>
            </a:extLst>
          </p:cNvPr>
          <p:cNvSpPr/>
          <p:nvPr/>
        </p:nvSpPr>
        <p:spPr>
          <a:xfrm>
            <a:off x="5938692" y="2368301"/>
            <a:ext cx="4697504" cy="403190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对象 10">
                <a:extLst>
                  <a:ext uri="{FF2B5EF4-FFF2-40B4-BE49-F238E27FC236}">
                    <a16:creationId xmlns:a16="http://schemas.microsoft.com/office/drawing/2014/main" id="{F81934D4-6CBE-3AB9-77D4-EFB2AA6D6425}"/>
                  </a:ext>
                </a:extLst>
              </p:cNvPr>
              <p:cNvSpPr txBox="1"/>
              <p:nvPr/>
            </p:nvSpPr>
            <p:spPr bwMode="auto">
              <a:xfrm>
                <a:off x="6061074" y="2466975"/>
                <a:ext cx="3489325" cy="122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+1=90.25+1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=91.25&gt;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对象 10">
                <a:extLst>
                  <a:ext uri="{FF2B5EF4-FFF2-40B4-BE49-F238E27FC236}">
                    <a16:creationId xmlns:a16="http://schemas.microsoft.com/office/drawing/2014/main" id="{F81934D4-6CBE-3AB9-77D4-EFB2AA6D6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1074" y="2466975"/>
                <a:ext cx="3489325" cy="1222375"/>
              </a:xfrm>
              <a:prstGeom prst="rect">
                <a:avLst/>
              </a:prstGeom>
              <a:blipFill>
                <a:blip r:embed="rId7"/>
                <a:stretch>
                  <a:fillRect l="-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对象 11">
                <a:extLst>
                  <a:ext uri="{FF2B5EF4-FFF2-40B4-BE49-F238E27FC236}">
                    <a16:creationId xmlns:a16="http://schemas.microsoft.com/office/drawing/2014/main" id="{48335CD0-3841-A450-D703-E8489CC4A322}"/>
                  </a:ext>
                </a:extLst>
              </p:cNvPr>
              <p:cNvSpPr txBox="1"/>
              <p:nvPr/>
            </p:nvSpPr>
            <p:spPr bwMode="auto">
              <a:xfrm>
                <a:off x="6086474" y="3679825"/>
                <a:ext cx="3730625" cy="1284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+1=42.25+1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=43.25&gt;26=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对象 11">
                <a:extLst>
                  <a:ext uri="{FF2B5EF4-FFF2-40B4-BE49-F238E27FC236}">
                    <a16:creationId xmlns:a16="http://schemas.microsoft.com/office/drawing/2014/main" id="{48335CD0-3841-A450-D703-E8489CC4A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86474" y="3679825"/>
                <a:ext cx="3730625" cy="1284288"/>
              </a:xfrm>
              <a:prstGeom prst="rect">
                <a:avLst/>
              </a:prstGeom>
              <a:blipFill>
                <a:blip r:embed="rId8"/>
                <a:stretch>
                  <a:fillRect l="-4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对象 12">
                <a:extLst>
                  <a:ext uri="{FF2B5EF4-FFF2-40B4-BE49-F238E27FC236}">
                    <a16:creationId xmlns:a16="http://schemas.microsoft.com/office/drawing/2014/main" id="{F580778D-5642-6157-9C22-5235AA67609E}"/>
                  </a:ext>
                </a:extLst>
              </p:cNvPr>
              <p:cNvSpPr txBox="1"/>
              <p:nvPr/>
            </p:nvSpPr>
            <p:spPr bwMode="auto">
              <a:xfrm>
                <a:off x="6100763" y="5073650"/>
                <a:ext cx="3449636" cy="1246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=(−4.3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+1=18.49+1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=19.49&lt;50=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对象 12">
                <a:extLst>
                  <a:ext uri="{FF2B5EF4-FFF2-40B4-BE49-F238E27FC236}">
                    <a16:creationId xmlns:a16="http://schemas.microsoft.com/office/drawing/2014/main" id="{F580778D-5642-6157-9C22-5235AA676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0763" y="5073650"/>
                <a:ext cx="3449636" cy="1246188"/>
              </a:xfrm>
              <a:prstGeom prst="rect">
                <a:avLst/>
              </a:prstGeom>
              <a:blipFill>
                <a:blip r:embed="rId9"/>
                <a:stretch>
                  <a:fillRect l="-5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矩形 36">
            <a:extLst>
              <a:ext uri="{FF2B5EF4-FFF2-40B4-BE49-F238E27FC236}">
                <a16:creationId xmlns:a16="http://schemas.microsoft.com/office/drawing/2014/main" id="{6CBB4F0C-B6F8-E29B-157B-BFB797F4F107}"/>
              </a:ext>
            </a:extLst>
          </p:cNvPr>
          <p:cNvSpPr/>
          <p:nvPr/>
        </p:nvSpPr>
        <p:spPr>
          <a:xfrm>
            <a:off x="5938692" y="2361233"/>
            <a:ext cx="4697504" cy="2602880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307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9A80-354D-0EB5-9627-054F2B47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4CDADC03-316F-B6B5-5581-79292E905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3" y="1862220"/>
            <a:ext cx="37350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second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23">
            <a:extLst>
              <a:ext uri="{FF2B5EF4-FFF2-40B4-BE49-F238E27FC236}">
                <a16:creationId xmlns:a16="http://schemas.microsoft.com/office/drawing/2014/main" id="{04A54588-4CA8-D758-02D7-CDD6E92AD3B2}"/>
              </a:ext>
            </a:extLst>
          </p:cNvPr>
          <p:cNvSpPr/>
          <p:nvPr/>
        </p:nvSpPr>
        <p:spPr>
          <a:xfrm>
            <a:off x="1424341" y="2977216"/>
            <a:ext cx="1958503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33">
                <a:extLst>
                  <a:ext uri="{FF2B5EF4-FFF2-40B4-BE49-F238E27FC236}">
                    <a16:creationId xmlns:a16="http://schemas.microsoft.com/office/drawing/2014/main" id="{A4CFBDE5-A02F-23D4-24A2-2D210CD9A2A2}"/>
                  </a:ext>
                </a:extLst>
              </p:cNvPr>
              <p:cNvSpPr txBox="1"/>
              <p:nvPr/>
            </p:nvSpPr>
            <p:spPr bwMode="auto">
              <a:xfrm>
                <a:off x="1581150" y="3008313"/>
                <a:ext cx="1801694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对象 33">
                <a:extLst>
                  <a:ext uri="{FF2B5EF4-FFF2-40B4-BE49-F238E27FC236}">
                    <a16:creationId xmlns:a16="http://schemas.microsoft.com/office/drawing/2014/main" id="{A4CFBDE5-A02F-23D4-24A2-2D210CD9A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1150" y="3008313"/>
                <a:ext cx="1801694" cy="801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34">
                <a:extLst>
                  <a:ext uri="{FF2B5EF4-FFF2-40B4-BE49-F238E27FC236}">
                    <a16:creationId xmlns:a16="http://schemas.microsoft.com/office/drawing/2014/main" id="{10EC7EA4-E3F0-D0A8-31DC-874EA3186C86}"/>
                  </a:ext>
                </a:extLst>
              </p:cNvPr>
              <p:cNvSpPr txBox="1"/>
              <p:nvPr/>
            </p:nvSpPr>
            <p:spPr bwMode="auto">
              <a:xfrm>
                <a:off x="1502745" y="3836596"/>
                <a:ext cx="195850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象 34">
                <a:extLst>
                  <a:ext uri="{FF2B5EF4-FFF2-40B4-BE49-F238E27FC236}">
                    <a16:creationId xmlns:a16="http://schemas.microsoft.com/office/drawing/2014/main" id="{10EC7EA4-E3F0-D0A8-31DC-874EA3186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2745" y="3836596"/>
                <a:ext cx="1958503" cy="801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35">
                <a:extLst>
                  <a:ext uri="{FF2B5EF4-FFF2-40B4-BE49-F238E27FC236}">
                    <a16:creationId xmlns:a16="http://schemas.microsoft.com/office/drawing/2014/main" id="{5D452383-9E87-BC62-A902-37A77A9570A3}"/>
                  </a:ext>
                </a:extLst>
              </p:cNvPr>
              <p:cNvSpPr txBox="1"/>
              <p:nvPr/>
            </p:nvSpPr>
            <p:spPr bwMode="auto">
              <a:xfrm>
                <a:off x="1598612" y="4672013"/>
                <a:ext cx="195850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=2.7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对象 35">
                <a:extLst>
                  <a:ext uri="{FF2B5EF4-FFF2-40B4-BE49-F238E27FC236}">
                    <a16:creationId xmlns:a16="http://schemas.microsoft.com/office/drawing/2014/main" id="{5D452383-9E87-BC62-A902-37A77A95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8612" y="4672013"/>
                <a:ext cx="1958503" cy="8016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17">
            <a:extLst>
              <a:ext uri="{FF2B5EF4-FFF2-40B4-BE49-F238E27FC236}">
                <a16:creationId xmlns:a16="http://schemas.microsoft.com/office/drawing/2014/main" id="{061AEB48-FF90-C6C9-52A5-398CFA06BBF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08367" y="3729335"/>
            <a:ext cx="304800" cy="880467"/>
          </a:xfrm>
          <a:prstGeom prst="downArrow">
            <a:avLst>
              <a:gd name="adj1" fmla="val 50000"/>
              <a:gd name="adj2" fmla="val 489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  <a:p>
            <a:pPr algn="ctr" eaLnBrk="1" hangingPunct="1"/>
            <a:endParaRPr lang="en-GB" altLang="zh-CN" sz="2100" dirty="0">
              <a:solidFill>
                <a:schemeClr val="tx2"/>
              </a:solidFill>
              <a:latin typeface="Tahoma" pitchFamily="34" charset="0"/>
              <a:ea typeface="宋体" pitchFamily="2" charset="-122"/>
            </a:endParaRPr>
          </a:p>
        </p:txBody>
      </p:sp>
      <p:grpSp>
        <p:nvGrpSpPr>
          <p:cNvPr id="10" name="组合 48">
            <a:extLst>
              <a:ext uri="{FF2B5EF4-FFF2-40B4-BE49-F238E27FC236}">
                <a16:creationId xmlns:a16="http://schemas.microsoft.com/office/drawing/2014/main" id="{79580972-E7B1-B100-CC51-A1C0731848C4}"/>
              </a:ext>
            </a:extLst>
          </p:cNvPr>
          <p:cNvGrpSpPr/>
          <p:nvPr/>
        </p:nvGrpSpPr>
        <p:grpSpPr>
          <a:xfrm>
            <a:off x="5938692" y="1857032"/>
            <a:ext cx="3297238" cy="485163"/>
            <a:chOff x="4988614" y="1234912"/>
            <a:chExt cx="3297238" cy="485163"/>
          </a:xfrm>
        </p:grpSpPr>
        <p:sp>
          <p:nvSpPr>
            <p:cNvPr id="11" name="Text Box 45">
              <a:extLst>
                <a:ext uri="{FF2B5EF4-FFF2-40B4-BE49-F238E27FC236}">
                  <a16:creationId xmlns:a16="http://schemas.microsoft.com/office/drawing/2014/main" id="{583DE37F-477E-18DA-FA6F-8FB53FD96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614" y="1258410"/>
              <a:ext cx="29002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 Update             , </a:t>
              </a:r>
              <a:endPara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26">
                  <a:extLst>
                    <a:ext uri="{FF2B5EF4-FFF2-40B4-BE49-F238E27FC236}">
                      <a16:creationId xmlns:a16="http://schemas.microsoft.com/office/drawing/2014/main" id="{256FB82A-39B0-9A29-33C6-997DE6A010A2}"/>
                    </a:ext>
                  </a:extLst>
                </p:cNvPr>
                <p:cNvSpPr txBox="1"/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对象 26">
                  <a:extLst>
                    <a:ext uri="{FF2B5EF4-FFF2-40B4-BE49-F238E27FC236}">
                      <a16:creationId xmlns:a16="http://schemas.microsoft.com/office/drawing/2014/main" id="{256FB82A-39B0-9A29-33C6-997DE6A010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blipFill>
                  <a:blip r:embed="rId5"/>
                  <a:stretch>
                    <a:fillRect l="-7143" r="-27778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对象 43">
                  <a:extLst>
                    <a:ext uri="{FF2B5EF4-FFF2-40B4-BE49-F238E27FC236}">
                      <a16:creationId xmlns:a16="http://schemas.microsoft.com/office/drawing/2014/main" id="{BFE990B7-0E89-B690-3A9F-52155C662A50}"/>
                    </a:ext>
                  </a:extLst>
                </p:cNvPr>
                <p:cNvSpPr txBox="1"/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对象 43">
                  <a:extLst>
                    <a:ext uri="{FF2B5EF4-FFF2-40B4-BE49-F238E27FC236}">
                      <a16:creationId xmlns:a16="http://schemas.microsoft.com/office/drawing/2014/main" id="{BFE990B7-0E89-B690-3A9F-52155C662A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blipFill>
                  <a:blip r:embed="rId6"/>
                  <a:stretch>
                    <a:fillRect l="-7377" r="-34426" b="-390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矩形 86">
            <a:extLst>
              <a:ext uri="{FF2B5EF4-FFF2-40B4-BE49-F238E27FC236}">
                <a16:creationId xmlns:a16="http://schemas.microsoft.com/office/drawing/2014/main" id="{1E5BBD7E-3F5E-175E-CEAE-7A915E85F564}"/>
              </a:ext>
            </a:extLst>
          </p:cNvPr>
          <p:cNvSpPr/>
          <p:nvPr/>
        </p:nvSpPr>
        <p:spPr>
          <a:xfrm>
            <a:off x="5938692" y="2368301"/>
            <a:ext cx="4697504" cy="403190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对象 10">
                <a:extLst>
                  <a:ext uri="{FF2B5EF4-FFF2-40B4-BE49-F238E27FC236}">
                    <a16:creationId xmlns:a16="http://schemas.microsoft.com/office/drawing/2014/main" id="{19448A46-8767-F97D-8E23-AFD7F4917E5A}"/>
                  </a:ext>
                </a:extLst>
              </p:cNvPr>
              <p:cNvSpPr txBox="1"/>
              <p:nvPr/>
            </p:nvSpPr>
            <p:spPr bwMode="auto">
              <a:xfrm>
                <a:off x="6061074" y="2466975"/>
                <a:ext cx="3489325" cy="122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+1=90.25+1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=91.25&gt;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对象 10">
                <a:extLst>
                  <a:ext uri="{FF2B5EF4-FFF2-40B4-BE49-F238E27FC236}">
                    <a16:creationId xmlns:a16="http://schemas.microsoft.com/office/drawing/2014/main" id="{19448A46-8767-F97D-8E23-AFD7F4917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1074" y="2466975"/>
                <a:ext cx="3489325" cy="1222375"/>
              </a:xfrm>
              <a:prstGeom prst="rect">
                <a:avLst/>
              </a:prstGeom>
              <a:blipFill>
                <a:blip r:embed="rId7"/>
                <a:stretch>
                  <a:fillRect l="-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对象 11">
                <a:extLst>
                  <a:ext uri="{FF2B5EF4-FFF2-40B4-BE49-F238E27FC236}">
                    <a16:creationId xmlns:a16="http://schemas.microsoft.com/office/drawing/2014/main" id="{A2897CC2-10AE-0A63-9C21-3A138C99037D}"/>
                  </a:ext>
                </a:extLst>
              </p:cNvPr>
              <p:cNvSpPr txBox="1"/>
              <p:nvPr/>
            </p:nvSpPr>
            <p:spPr bwMode="auto">
              <a:xfrm>
                <a:off x="6086474" y="3679825"/>
                <a:ext cx="3730625" cy="1284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+1=42.25+1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=43.25&gt;26=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对象 11">
                <a:extLst>
                  <a:ext uri="{FF2B5EF4-FFF2-40B4-BE49-F238E27FC236}">
                    <a16:creationId xmlns:a16="http://schemas.microsoft.com/office/drawing/2014/main" id="{A2897CC2-10AE-0A63-9C21-3A138C990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86474" y="3679825"/>
                <a:ext cx="3730625" cy="1284288"/>
              </a:xfrm>
              <a:prstGeom prst="rect">
                <a:avLst/>
              </a:prstGeom>
              <a:blipFill>
                <a:blip r:embed="rId8"/>
                <a:stretch>
                  <a:fillRect l="-4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对象 12">
                <a:extLst>
                  <a:ext uri="{FF2B5EF4-FFF2-40B4-BE49-F238E27FC236}">
                    <a16:creationId xmlns:a16="http://schemas.microsoft.com/office/drawing/2014/main" id="{7969CCF6-A6C4-A572-B6B6-94361CD8DE0D}"/>
                  </a:ext>
                </a:extLst>
              </p:cNvPr>
              <p:cNvSpPr txBox="1"/>
              <p:nvPr/>
            </p:nvSpPr>
            <p:spPr bwMode="auto">
              <a:xfrm>
                <a:off x="6061074" y="5049439"/>
                <a:ext cx="3449636" cy="1246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=(−4.3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+1=18.49+1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=19.49&lt;50=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对象 12">
                <a:extLst>
                  <a:ext uri="{FF2B5EF4-FFF2-40B4-BE49-F238E27FC236}">
                    <a16:creationId xmlns:a16="http://schemas.microsoft.com/office/drawing/2014/main" id="{7969CCF6-A6C4-A572-B6B6-94361CD8D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1074" y="5049439"/>
                <a:ext cx="3449636" cy="1246188"/>
              </a:xfrm>
              <a:prstGeom prst="rect">
                <a:avLst/>
              </a:prstGeom>
              <a:blipFill>
                <a:blip r:embed="rId9"/>
                <a:stretch>
                  <a:fillRect l="-5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30">
            <a:extLst>
              <a:ext uri="{FF2B5EF4-FFF2-40B4-BE49-F238E27FC236}">
                <a16:creationId xmlns:a16="http://schemas.microsoft.com/office/drawing/2014/main" id="{13718803-F04B-3700-661B-A03D6A0B6990}"/>
              </a:ext>
            </a:extLst>
          </p:cNvPr>
          <p:cNvSpPr/>
          <p:nvPr/>
        </p:nvSpPr>
        <p:spPr>
          <a:xfrm>
            <a:off x="6034559" y="5080095"/>
            <a:ext cx="3201371" cy="3539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31">
            <a:extLst>
              <a:ext uri="{FF2B5EF4-FFF2-40B4-BE49-F238E27FC236}">
                <a16:creationId xmlns:a16="http://schemas.microsoft.com/office/drawing/2014/main" id="{F0EFC5CC-082B-BCC2-020F-E1E4ADC49D91}"/>
              </a:ext>
            </a:extLst>
          </p:cNvPr>
          <p:cNvCxnSpPr>
            <a:cxnSpLocks/>
          </p:cNvCxnSpPr>
          <p:nvPr/>
        </p:nvCxnSpPr>
        <p:spPr>
          <a:xfrm flipV="1">
            <a:off x="8235238" y="4703617"/>
            <a:ext cx="603671" cy="27390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32">
            <a:extLst>
              <a:ext uri="{FF2B5EF4-FFF2-40B4-BE49-F238E27FC236}">
                <a16:creationId xmlns:a16="http://schemas.microsoft.com/office/drawing/2014/main" id="{F547192E-C747-BFDD-86D0-EDB7DF223B72}"/>
              </a:ext>
            </a:extLst>
          </p:cNvPr>
          <p:cNvSpPr/>
          <p:nvPr/>
        </p:nvSpPr>
        <p:spPr>
          <a:xfrm>
            <a:off x="8776433" y="3872527"/>
            <a:ext cx="19613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best fitness value in the population of the second iteration 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13">
                <a:extLst>
                  <a:ext uri="{FF2B5EF4-FFF2-40B4-BE49-F238E27FC236}">
                    <a16:creationId xmlns:a16="http://schemas.microsoft.com/office/drawing/2014/main" id="{1564B332-7EF8-A38F-72F5-32141FAE2D73}"/>
                  </a:ext>
                </a:extLst>
              </p:cNvPr>
              <p:cNvSpPr txBox="1"/>
              <p:nvPr/>
            </p:nvSpPr>
            <p:spPr bwMode="auto">
              <a:xfrm>
                <a:off x="7468248" y="5998025"/>
                <a:ext cx="2790825" cy="382587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gBes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对象 13">
                <a:extLst>
                  <a:ext uri="{FF2B5EF4-FFF2-40B4-BE49-F238E27FC236}">
                    <a16:creationId xmlns:a16="http://schemas.microsoft.com/office/drawing/2014/main" id="{1564B332-7EF8-A38F-72F5-32141FAE2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8248" y="5998025"/>
                <a:ext cx="2790825" cy="382587"/>
              </a:xfrm>
              <a:prstGeom prst="rect">
                <a:avLst/>
              </a:prstGeom>
              <a:blipFill>
                <a:blip r:embed="rId10"/>
                <a:stretch>
                  <a:fillRect l="-437" b="-9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22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/>
      <p:bldP spid="16" grpId="0"/>
      <p:bldP spid="17" grpId="0"/>
      <p:bldP spid="19" grpId="0" animBg="1"/>
      <p:bldP spid="21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55B0-B7DB-256B-EFEF-ED8DCDF6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PSO flow diagram</a:t>
            </a:r>
            <a:br>
              <a:rPr lang="en-GB" dirty="0"/>
            </a:br>
            <a:endParaRPr lang="en-GB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71E97DA-6E15-E20B-7872-9054B26D6DE5}"/>
              </a:ext>
            </a:extLst>
          </p:cNvPr>
          <p:cNvSpPr txBox="1">
            <a:spLocks noChangeArrowheads="1"/>
          </p:cNvSpPr>
          <p:nvPr/>
        </p:nvSpPr>
        <p:spPr>
          <a:xfrm>
            <a:off x="708129" y="1663065"/>
            <a:ext cx="87059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solution in the search space       	    A particle’s position.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E9BC4500-C74F-85E2-68DD-99C5CA164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707" y="3371339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population of solutions</a:t>
            </a:r>
          </a:p>
        </p:txBody>
      </p:sp>
      <p:grpSp>
        <p:nvGrpSpPr>
          <p:cNvPr id="21" name="Group 15">
            <a:extLst>
              <a:ext uri="{FF2B5EF4-FFF2-40B4-BE49-F238E27FC236}">
                <a16:creationId xmlns:a16="http://schemas.microsoft.com/office/drawing/2014/main" id="{3CADB638-E2B2-5E9B-6F51-A053C4483113}"/>
              </a:ext>
            </a:extLst>
          </p:cNvPr>
          <p:cNvGrpSpPr>
            <a:grpSpLocks/>
          </p:cNvGrpSpPr>
          <p:nvPr/>
        </p:nvGrpSpPr>
        <p:grpSpPr bwMode="auto">
          <a:xfrm>
            <a:off x="4870695" y="2668121"/>
            <a:ext cx="2505075" cy="1069975"/>
            <a:chOff x="2426" y="1635"/>
            <a:chExt cx="1578" cy="674"/>
          </a:xfrm>
        </p:grpSpPr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DE869AB0-F87B-29D1-01BD-02C3C46C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309"/>
              <a:ext cx="1578" cy="0"/>
            </a:xfrm>
            <a:prstGeom prst="line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C43A04C7-C35C-E509-43A7-7137B623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1635"/>
              <a:ext cx="1424" cy="458"/>
            </a:xfrm>
            <a:prstGeom prst="rect">
              <a:avLst/>
            </a:prstGeom>
            <a:solidFill>
              <a:srgbClr val="5B9BD5">
                <a:lumMod val="60000"/>
                <a:lumOff val="40000"/>
              </a:srgbClr>
            </a:solidFill>
            <a:ln w="9525" algn="ctr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4" name="Line 10">
            <a:extLst>
              <a:ext uri="{FF2B5EF4-FFF2-40B4-BE49-F238E27FC236}">
                <a16:creationId xmlns:a16="http://schemas.microsoft.com/office/drawing/2014/main" id="{1A40E7F6-1E24-7F52-9931-B3168C6436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5043" y="4051627"/>
            <a:ext cx="1836738" cy="1578769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B89FECB-9F99-34FE-EE68-804BD4B0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9056" y="5271621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solutions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421A735-3685-199D-B353-E661E204D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510" y="5219961"/>
            <a:ext cx="3630443" cy="79216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Update the speed and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position of each particle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54070008-A7F0-27CE-69CD-60CFD471FE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2723" y="4006383"/>
            <a:ext cx="0" cy="1265238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040D44BE-61F8-7B98-8DA8-EF36E38B6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582" y="4192120"/>
            <a:ext cx="1933470" cy="64611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Replacement</a:t>
            </a:r>
          </a:p>
        </p:txBody>
      </p:sp>
      <p:sp>
        <p:nvSpPr>
          <p:cNvPr id="29" name="Arrow: Right 6">
            <a:extLst>
              <a:ext uri="{FF2B5EF4-FFF2-40B4-BE49-F238E27FC236}">
                <a16:creationId xmlns:a16="http://schemas.microsoft.com/office/drawing/2014/main" id="{BA9FB520-ACA6-AD74-8674-483AE2129EDE}"/>
              </a:ext>
            </a:extLst>
          </p:cNvPr>
          <p:cNvSpPr/>
          <p:nvPr/>
        </p:nvSpPr>
        <p:spPr>
          <a:xfrm>
            <a:off x="4870695" y="1786246"/>
            <a:ext cx="1034793" cy="127135"/>
          </a:xfrm>
          <a:prstGeom prst="rightArrow">
            <a:avLst>
              <a:gd name="adj1" fmla="val 50000"/>
              <a:gd name="adj2" fmla="val 227935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" name="组合 12">
            <a:extLst>
              <a:ext uri="{FF2B5EF4-FFF2-40B4-BE49-F238E27FC236}">
                <a16:creationId xmlns:a16="http://schemas.microsoft.com/office/drawing/2014/main" id="{1B2DB106-20BC-0294-7824-F33610E70A0E}"/>
              </a:ext>
            </a:extLst>
          </p:cNvPr>
          <p:cNvGrpSpPr/>
          <p:nvPr/>
        </p:nvGrpSpPr>
        <p:grpSpPr>
          <a:xfrm>
            <a:off x="7376130" y="3395944"/>
            <a:ext cx="2318977" cy="627062"/>
            <a:chOff x="6385326" y="3263696"/>
            <a:chExt cx="2318977" cy="627062"/>
          </a:xfrm>
        </p:grpSpPr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A1FA999A-2CBE-7844-971E-CAB1A6C29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5326" y="3263696"/>
              <a:ext cx="2318977" cy="6270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/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blipFill>
                  <a:blip r:embed="rId2"/>
                  <a:stretch>
                    <a:fillRect l="-5755" r="-22302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/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blipFill>
                  <a:blip r:embed="rId3"/>
                  <a:stretch>
                    <a:fillRect l="-5594" r="-16783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矩形 11">
            <a:extLst>
              <a:ext uri="{FF2B5EF4-FFF2-40B4-BE49-F238E27FC236}">
                <a16:creationId xmlns:a16="http://schemas.microsoft.com/office/drawing/2014/main" id="{8C961BED-CF13-2C34-C6E9-58DA534BED15}"/>
              </a:ext>
            </a:extLst>
          </p:cNvPr>
          <p:cNvSpPr/>
          <p:nvPr/>
        </p:nvSpPr>
        <p:spPr>
          <a:xfrm>
            <a:off x="4871055" y="2616159"/>
            <a:ext cx="25050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Track two extreme values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618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5BD5-3D9A-CF8F-987C-055BB59C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C1DBB6A9-AACD-399B-A0B0-27B9B817F648}"/>
              </a:ext>
            </a:extLst>
          </p:cNvPr>
          <p:cNvSpPr/>
          <p:nvPr/>
        </p:nvSpPr>
        <p:spPr>
          <a:xfrm>
            <a:off x="844710" y="1400802"/>
            <a:ext cx="6085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Update the particle's speed and position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8">
            <a:extLst>
              <a:ext uri="{FF2B5EF4-FFF2-40B4-BE49-F238E27FC236}">
                <a16:creationId xmlns:a16="http://schemas.microsoft.com/office/drawing/2014/main" id="{FD21A820-23A0-8749-EC05-78C7E4D4A75F}"/>
              </a:ext>
            </a:extLst>
          </p:cNvPr>
          <p:cNvSpPr/>
          <p:nvPr/>
        </p:nvSpPr>
        <p:spPr>
          <a:xfrm>
            <a:off x="6986415" y="1406644"/>
            <a:ext cx="2367956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=2,     =0.5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44">
            <a:extLst>
              <a:ext uri="{FF2B5EF4-FFF2-40B4-BE49-F238E27FC236}">
                <a16:creationId xmlns:a16="http://schemas.microsoft.com/office/drawing/2014/main" id="{F83EFD36-D0DC-3D76-E8F6-86B0430DE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691" y="1496528"/>
            <a:ext cx="294125" cy="27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矩形 86">
            <a:extLst>
              <a:ext uri="{FF2B5EF4-FFF2-40B4-BE49-F238E27FC236}">
                <a16:creationId xmlns:a16="http://schemas.microsoft.com/office/drawing/2014/main" id="{94472A54-91B6-64A7-0D6B-744D523A4499}"/>
              </a:ext>
            </a:extLst>
          </p:cNvPr>
          <p:cNvSpPr/>
          <p:nvPr/>
        </p:nvSpPr>
        <p:spPr>
          <a:xfrm>
            <a:off x="507304" y="2095123"/>
            <a:ext cx="6950670" cy="4467501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8">
                <a:extLst>
                  <a:ext uri="{FF2B5EF4-FFF2-40B4-BE49-F238E27FC236}">
                    <a16:creationId xmlns:a16="http://schemas.microsoft.com/office/drawing/2014/main" id="{ABB78D80-D941-6F0E-83D8-35F4561E02FE}"/>
                  </a:ext>
                </a:extLst>
              </p:cNvPr>
              <p:cNvSpPr txBox="1"/>
              <p:nvPr/>
            </p:nvSpPr>
            <p:spPr bwMode="auto">
              <a:xfrm>
                <a:off x="520877" y="2140063"/>
                <a:ext cx="6621462" cy="1597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&amp;=0.5×1.5+0+2×0.4×(−4.3−9.5)=−10.29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=9.5−10.29=−</m:t>
                              </m:r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对象 8">
                <a:extLst>
                  <a:ext uri="{FF2B5EF4-FFF2-40B4-BE49-F238E27FC236}">
                    <a16:creationId xmlns:a16="http://schemas.microsoft.com/office/drawing/2014/main" id="{ABB78D80-D941-6F0E-83D8-35F4561E0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2140063"/>
                <a:ext cx="6621462" cy="1597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9">
                <a:extLst>
                  <a:ext uri="{FF2B5EF4-FFF2-40B4-BE49-F238E27FC236}">
                    <a16:creationId xmlns:a16="http://schemas.microsoft.com/office/drawing/2014/main" id="{D2C0E95B-00B6-03EA-913F-6DF9C4C9F385}"/>
                  </a:ext>
                </a:extLst>
              </p:cNvPr>
              <p:cNvSpPr txBox="1"/>
              <p:nvPr/>
            </p:nvSpPr>
            <p:spPr bwMode="auto">
              <a:xfrm>
                <a:off x="520877" y="3555714"/>
                <a:ext cx="6841353" cy="1598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&amp;=0.5×(−1.5)+2×0.9×(−5−(−6.5))+0=1.95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=−6.5+1.95=−4.55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对象 9">
                <a:extLst>
                  <a:ext uri="{FF2B5EF4-FFF2-40B4-BE49-F238E27FC236}">
                    <a16:creationId xmlns:a16="http://schemas.microsoft.com/office/drawing/2014/main" id="{D2C0E95B-00B6-03EA-913F-6DF9C4C9F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3555714"/>
                <a:ext cx="6841353" cy="1598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10">
                <a:extLst>
                  <a:ext uri="{FF2B5EF4-FFF2-40B4-BE49-F238E27FC236}">
                    <a16:creationId xmlns:a16="http://schemas.microsoft.com/office/drawing/2014/main" id="{56EA4B41-7DA9-398A-D5D6-810A50890300}"/>
                  </a:ext>
                </a:extLst>
              </p:cNvPr>
              <p:cNvSpPr txBox="1"/>
              <p:nvPr/>
            </p:nvSpPr>
            <p:spPr bwMode="auto">
              <a:xfrm>
                <a:off x="520877" y="4967049"/>
                <a:ext cx="6993621" cy="171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&amp;=0.5×(−2.7)+0+2×0.5×(−4.3−(−4.3))=−1.35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=−4.3−1.35=−</m:t>
                              </m:r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对象 10">
                <a:extLst>
                  <a:ext uri="{FF2B5EF4-FFF2-40B4-BE49-F238E27FC236}">
                    <a16:creationId xmlns:a16="http://schemas.microsoft.com/office/drawing/2014/main" id="{56EA4B41-7DA9-398A-D5D6-810A50890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4967049"/>
                <a:ext cx="6993621" cy="1717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12">
            <a:extLst>
              <a:ext uri="{FF2B5EF4-FFF2-40B4-BE49-F238E27FC236}">
                <a16:creationId xmlns:a16="http://schemas.microsoft.com/office/drawing/2014/main" id="{819E2A43-35F2-730D-7B0C-C45953C66538}"/>
              </a:ext>
            </a:extLst>
          </p:cNvPr>
          <p:cNvSpPr/>
          <p:nvPr/>
        </p:nvSpPr>
        <p:spPr>
          <a:xfrm>
            <a:off x="8996792" y="2340495"/>
            <a:ext cx="2152056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13">
                <a:extLst>
                  <a:ext uri="{FF2B5EF4-FFF2-40B4-BE49-F238E27FC236}">
                    <a16:creationId xmlns:a16="http://schemas.microsoft.com/office/drawing/2014/main" id="{7F4EEED0-C948-E79A-FD60-BACBE5ADD31E}"/>
                  </a:ext>
                </a:extLst>
              </p:cNvPr>
              <p:cNvSpPr txBox="1"/>
              <p:nvPr/>
            </p:nvSpPr>
            <p:spPr bwMode="auto">
              <a:xfrm>
                <a:off x="8996363" y="2339975"/>
                <a:ext cx="2376692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=−10.29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对象 13">
                <a:extLst>
                  <a:ext uri="{FF2B5EF4-FFF2-40B4-BE49-F238E27FC236}">
                    <a16:creationId xmlns:a16="http://schemas.microsoft.com/office/drawing/2014/main" id="{7F4EEED0-C948-E79A-FD60-BACBE5ADD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6363" y="2339975"/>
                <a:ext cx="2376692" cy="801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14">
                <a:extLst>
                  <a:ext uri="{FF2B5EF4-FFF2-40B4-BE49-F238E27FC236}">
                    <a16:creationId xmlns:a16="http://schemas.microsoft.com/office/drawing/2014/main" id="{CC71EB89-279D-FF4E-73A4-07C1D7EEC3D7}"/>
                  </a:ext>
                </a:extLst>
              </p:cNvPr>
              <p:cNvSpPr txBox="1"/>
              <p:nvPr/>
            </p:nvSpPr>
            <p:spPr bwMode="auto">
              <a:xfrm>
                <a:off x="9048749" y="3197225"/>
                <a:ext cx="215205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=1.95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对象 14">
                <a:extLst>
                  <a:ext uri="{FF2B5EF4-FFF2-40B4-BE49-F238E27FC236}">
                    <a16:creationId xmlns:a16="http://schemas.microsoft.com/office/drawing/2014/main" id="{CC71EB89-279D-FF4E-73A4-07C1D7EEC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48749" y="3197225"/>
                <a:ext cx="2152055" cy="801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对象 15">
                <a:extLst>
                  <a:ext uri="{FF2B5EF4-FFF2-40B4-BE49-F238E27FC236}">
                    <a16:creationId xmlns:a16="http://schemas.microsoft.com/office/drawing/2014/main" id="{CA5BA669-C3BB-10C2-246B-BF9FD4BBDE1D}"/>
                  </a:ext>
                </a:extLst>
              </p:cNvPr>
              <p:cNvSpPr txBox="1"/>
              <p:nvPr/>
            </p:nvSpPr>
            <p:spPr bwMode="auto">
              <a:xfrm>
                <a:off x="9056688" y="4035425"/>
                <a:ext cx="215205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=−1.35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对象 15">
                <a:extLst>
                  <a:ext uri="{FF2B5EF4-FFF2-40B4-BE49-F238E27FC236}">
                    <a16:creationId xmlns:a16="http://schemas.microsoft.com/office/drawing/2014/main" id="{CA5BA669-C3BB-10C2-246B-BF9FD4BBD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56688" y="4035425"/>
                <a:ext cx="2152055" cy="801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utoShape 17">
            <a:extLst>
              <a:ext uri="{FF2B5EF4-FFF2-40B4-BE49-F238E27FC236}">
                <a16:creationId xmlns:a16="http://schemas.microsoft.com/office/drawing/2014/main" id="{BC9DB6B8-9EC2-458E-7163-9F1843A37BB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068685" y="3613021"/>
            <a:ext cx="304800" cy="541336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0" name="Text Box 45">
            <a:extLst>
              <a:ext uri="{FF2B5EF4-FFF2-40B4-BE49-F238E27FC236}">
                <a16:creationId xmlns:a16="http://schemas.microsoft.com/office/drawing/2014/main" id="{705173E0-3ABD-DDC4-498B-3F66F8B15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417" y="5102484"/>
            <a:ext cx="29319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third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1" name="矩形 20">
            <a:extLst>
              <a:ext uri="{FF2B5EF4-FFF2-40B4-BE49-F238E27FC236}">
                <a16:creationId xmlns:a16="http://schemas.microsoft.com/office/drawing/2014/main" id="{59BF85F6-CDD6-6006-3059-6A5B9710504C}"/>
              </a:ext>
            </a:extLst>
          </p:cNvPr>
          <p:cNvSpPr/>
          <p:nvPr/>
        </p:nvSpPr>
        <p:spPr>
          <a:xfrm>
            <a:off x="5234192" y="2260659"/>
            <a:ext cx="1425548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=0.4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22">
            <a:extLst>
              <a:ext uri="{FF2B5EF4-FFF2-40B4-BE49-F238E27FC236}">
                <a16:creationId xmlns:a16="http://schemas.microsoft.com/office/drawing/2014/main" id="{016B313D-CE44-9CC3-8B16-1BB51BC42365}"/>
              </a:ext>
            </a:extLst>
          </p:cNvPr>
          <p:cNvSpPr/>
          <p:nvPr/>
        </p:nvSpPr>
        <p:spPr>
          <a:xfrm>
            <a:off x="5360298" y="3758394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=0.9,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23">
            <a:extLst>
              <a:ext uri="{FF2B5EF4-FFF2-40B4-BE49-F238E27FC236}">
                <a16:creationId xmlns:a16="http://schemas.microsoft.com/office/drawing/2014/main" id="{E2B9A322-F23F-7239-5B80-CE24B6787011}"/>
              </a:ext>
            </a:extLst>
          </p:cNvPr>
          <p:cNvSpPr/>
          <p:nvPr/>
        </p:nvSpPr>
        <p:spPr>
          <a:xfrm>
            <a:off x="5493288" y="5173021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=0.5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25">
            <a:extLst>
              <a:ext uri="{FF2B5EF4-FFF2-40B4-BE49-F238E27FC236}">
                <a16:creationId xmlns:a16="http://schemas.microsoft.com/office/drawing/2014/main" id="{2083596D-7025-2A28-04CD-018F4570C722}"/>
              </a:ext>
            </a:extLst>
          </p:cNvPr>
          <p:cNvSpPr/>
          <p:nvPr/>
        </p:nvSpPr>
        <p:spPr>
          <a:xfrm>
            <a:off x="8996363" y="3174847"/>
            <a:ext cx="2152056" cy="1686096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矩形 24">
            <a:extLst>
              <a:ext uri="{FF2B5EF4-FFF2-40B4-BE49-F238E27FC236}">
                <a16:creationId xmlns:a16="http://schemas.microsoft.com/office/drawing/2014/main" id="{0567A35F-4736-F0F9-6B92-AE6A5D9CDC00}"/>
              </a:ext>
            </a:extLst>
          </p:cNvPr>
          <p:cNvSpPr/>
          <p:nvPr/>
        </p:nvSpPr>
        <p:spPr>
          <a:xfrm>
            <a:off x="507303" y="3555714"/>
            <a:ext cx="6950669" cy="3006910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873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725C-69E1-CD95-4A67-A82F0E9F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FE03392F-DBA3-46B8-FB17-D7019CDD819E}"/>
              </a:ext>
            </a:extLst>
          </p:cNvPr>
          <p:cNvSpPr/>
          <p:nvPr/>
        </p:nvSpPr>
        <p:spPr>
          <a:xfrm>
            <a:off x="844710" y="1400802"/>
            <a:ext cx="6085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Update the particle's speed and position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8">
            <a:extLst>
              <a:ext uri="{FF2B5EF4-FFF2-40B4-BE49-F238E27FC236}">
                <a16:creationId xmlns:a16="http://schemas.microsoft.com/office/drawing/2014/main" id="{9B73BC3A-5E29-E67F-5E65-02D31779A725}"/>
              </a:ext>
            </a:extLst>
          </p:cNvPr>
          <p:cNvSpPr/>
          <p:nvPr/>
        </p:nvSpPr>
        <p:spPr>
          <a:xfrm>
            <a:off x="6986415" y="1406644"/>
            <a:ext cx="2367956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=2,     =0.5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44">
            <a:extLst>
              <a:ext uri="{FF2B5EF4-FFF2-40B4-BE49-F238E27FC236}">
                <a16:creationId xmlns:a16="http://schemas.microsoft.com/office/drawing/2014/main" id="{AA5860BE-3CF9-089F-36FD-5055DC010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691" y="1496528"/>
            <a:ext cx="294125" cy="27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86">
            <a:extLst>
              <a:ext uri="{FF2B5EF4-FFF2-40B4-BE49-F238E27FC236}">
                <a16:creationId xmlns:a16="http://schemas.microsoft.com/office/drawing/2014/main" id="{D5A9D394-15A4-B2E3-F5B7-CE14837627BF}"/>
              </a:ext>
            </a:extLst>
          </p:cNvPr>
          <p:cNvSpPr/>
          <p:nvPr/>
        </p:nvSpPr>
        <p:spPr>
          <a:xfrm>
            <a:off x="507304" y="2095123"/>
            <a:ext cx="6950670" cy="4467501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8">
                <a:extLst>
                  <a:ext uri="{FF2B5EF4-FFF2-40B4-BE49-F238E27FC236}">
                    <a16:creationId xmlns:a16="http://schemas.microsoft.com/office/drawing/2014/main" id="{E6C439B4-5A9B-0078-2BF6-D3A04AC85366}"/>
                  </a:ext>
                </a:extLst>
              </p:cNvPr>
              <p:cNvSpPr txBox="1"/>
              <p:nvPr/>
            </p:nvSpPr>
            <p:spPr bwMode="auto">
              <a:xfrm>
                <a:off x="520877" y="2140063"/>
                <a:ext cx="6621462" cy="1597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&amp;=0.5×1.5+0+2×0.4×(−4.3−9.5)=−10.29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=9.5−10.29=−</m:t>
                              </m:r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对象 8">
                <a:extLst>
                  <a:ext uri="{FF2B5EF4-FFF2-40B4-BE49-F238E27FC236}">
                    <a16:creationId xmlns:a16="http://schemas.microsoft.com/office/drawing/2014/main" id="{E6C439B4-5A9B-0078-2BF6-D3A04AC85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2140063"/>
                <a:ext cx="6621462" cy="1597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9">
                <a:extLst>
                  <a:ext uri="{FF2B5EF4-FFF2-40B4-BE49-F238E27FC236}">
                    <a16:creationId xmlns:a16="http://schemas.microsoft.com/office/drawing/2014/main" id="{8E3006D9-BC2B-AAA3-5E38-CA1478ACF809}"/>
                  </a:ext>
                </a:extLst>
              </p:cNvPr>
              <p:cNvSpPr txBox="1"/>
              <p:nvPr/>
            </p:nvSpPr>
            <p:spPr bwMode="auto">
              <a:xfrm>
                <a:off x="520877" y="3555714"/>
                <a:ext cx="6841353" cy="1598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&amp;=0.5×(−1.5)+2×0.9×(−5−(−6.5))+0=1.95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=−6.5+1.95=−4.55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对象 9">
                <a:extLst>
                  <a:ext uri="{FF2B5EF4-FFF2-40B4-BE49-F238E27FC236}">
                    <a16:creationId xmlns:a16="http://schemas.microsoft.com/office/drawing/2014/main" id="{8E3006D9-BC2B-AAA3-5E38-CA1478ACF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3555714"/>
                <a:ext cx="6841353" cy="1598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403EF7C5-9848-848D-79D2-B9A40F592F53}"/>
                  </a:ext>
                </a:extLst>
              </p:cNvPr>
              <p:cNvSpPr txBox="1"/>
              <p:nvPr/>
            </p:nvSpPr>
            <p:spPr bwMode="auto">
              <a:xfrm>
                <a:off x="520877" y="4967049"/>
                <a:ext cx="6993621" cy="171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&amp;=0.5×(−2.7)+0+2×0.5×(−4.3−(−4.3))=−1.35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=−4.3−1.35=−</m:t>
                              </m:r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403EF7C5-9848-848D-79D2-B9A40F592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4967049"/>
                <a:ext cx="6993621" cy="1717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12">
            <a:extLst>
              <a:ext uri="{FF2B5EF4-FFF2-40B4-BE49-F238E27FC236}">
                <a16:creationId xmlns:a16="http://schemas.microsoft.com/office/drawing/2014/main" id="{87D3D540-860A-113A-96DF-CCDE95E5A26B}"/>
              </a:ext>
            </a:extLst>
          </p:cNvPr>
          <p:cNvSpPr/>
          <p:nvPr/>
        </p:nvSpPr>
        <p:spPr>
          <a:xfrm>
            <a:off x="8996792" y="2340495"/>
            <a:ext cx="2152056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3">
                <a:extLst>
                  <a:ext uri="{FF2B5EF4-FFF2-40B4-BE49-F238E27FC236}">
                    <a16:creationId xmlns:a16="http://schemas.microsoft.com/office/drawing/2014/main" id="{B27DA546-8446-68B1-6E32-44689D8232FB}"/>
                  </a:ext>
                </a:extLst>
              </p:cNvPr>
              <p:cNvSpPr txBox="1"/>
              <p:nvPr/>
            </p:nvSpPr>
            <p:spPr bwMode="auto">
              <a:xfrm>
                <a:off x="8996363" y="2339975"/>
                <a:ext cx="2376692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=−10.29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对象 13">
                <a:extLst>
                  <a:ext uri="{FF2B5EF4-FFF2-40B4-BE49-F238E27FC236}">
                    <a16:creationId xmlns:a16="http://schemas.microsoft.com/office/drawing/2014/main" id="{B27DA546-8446-68B1-6E32-44689D823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6363" y="2339975"/>
                <a:ext cx="2376692" cy="801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4">
                <a:extLst>
                  <a:ext uri="{FF2B5EF4-FFF2-40B4-BE49-F238E27FC236}">
                    <a16:creationId xmlns:a16="http://schemas.microsoft.com/office/drawing/2014/main" id="{4048CA09-4DB5-146F-3778-81535E68C763}"/>
                  </a:ext>
                </a:extLst>
              </p:cNvPr>
              <p:cNvSpPr txBox="1"/>
              <p:nvPr/>
            </p:nvSpPr>
            <p:spPr bwMode="auto">
              <a:xfrm>
                <a:off x="9048749" y="3197225"/>
                <a:ext cx="215205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=1.95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对象 14">
                <a:extLst>
                  <a:ext uri="{FF2B5EF4-FFF2-40B4-BE49-F238E27FC236}">
                    <a16:creationId xmlns:a16="http://schemas.microsoft.com/office/drawing/2014/main" id="{4048CA09-4DB5-146F-3778-81535E68C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48749" y="3197225"/>
                <a:ext cx="2152055" cy="801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5">
                <a:extLst>
                  <a:ext uri="{FF2B5EF4-FFF2-40B4-BE49-F238E27FC236}">
                    <a16:creationId xmlns:a16="http://schemas.microsoft.com/office/drawing/2014/main" id="{E5FE36D5-03B7-4087-E0A1-350E42C5769D}"/>
                  </a:ext>
                </a:extLst>
              </p:cNvPr>
              <p:cNvSpPr txBox="1"/>
              <p:nvPr/>
            </p:nvSpPr>
            <p:spPr bwMode="auto">
              <a:xfrm>
                <a:off x="9056688" y="4035425"/>
                <a:ext cx="215205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=−1.35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对象 15">
                <a:extLst>
                  <a:ext uri="{FF2B5EF4-FFF2-40B4-BE49-F238E27FC236}">
                    <a16:creationId xmlns:a16="http://schemas.microsoft.com/office/drawing/2014/main" id="{E5FE36D5-03B7-4087-E0A1-350E42C57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56688" y="4035425"/>
                <a:ext cx="2152055" cy="801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17">
            <a:extLst>
              <a:ext uri="{FF2B5EF4-FFF2-40B4-BE49-F238E27FC236}">
                <a16:creationId xmlns:a16="http://schemas.microsoft.com/office/drawing/2014/main" id="{EA481BDA-6C7E-D9F9-1EEA-A5AAD897F08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068685" y="3613021"/>
            <a:ext cx="304800" cy="541336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5" name="Text Box 45">
            <a:extLst>
              <a:ext uri="{FF2B5EF4-FFF2-40B4-BE49-F238E27FC236}">
                <a16:creationId xmlns:a16="http://schemas.microsoft.com/office/drawing/2014/main" id="{2F04F2F8-1908-9BA2-E530-A4C5C2223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417" y="5102484"/>
            <a:ext cx="29319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third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6" name="矩形 20">
            <a:extLst>
              <a:ext uri="{FF2B5EF4-FFF2-40B4-BE49-F238E27FC236}">
                <a16:creationId xmlns:a16="http://schemas.microsoft.com/office/drawing/2014/main" id="{6A834BDA-ABED-287F-E1F7-613A3F824ED5}"/>
              </a:ext>
            </a:extLst>
          </p:cNvPr>
          <p:cNvSpPr/>
          <p:nvPr/>
        </p:nvSpPr>
        <p:spPr>
          <a:xfrm>
            <a:off x="5234192" y="2260659"/>
            <a:ext cx="1425548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=0.4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22">
            <a:extLst>
              <a:ext uri="{FF2B5EF4-FFF2-40B4-BE49-F238E27FC236}">
                <a16:creationId xmlns:a16="http://schemas.microsoft.com/office/drawing/2014/main" id="{F8251053-82F6-312F-A7F9-791B2968BC12}"/>
              </a:ext>
            </a:extLst>
          </p:cNvPr>
          <p:cNvSpPr/>
          <p:nvPr/>
        </p:nvSpPr>
        <p:spPr>
          <a:xfrm>
            <a:off x="5360298" y="3758394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=0.9,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23">
            <a:extLst>
              <a:ext uri="{FF2B5EF4-FFF2-40B4-BE49-F238E27FC236}">
                <a16:creationId xmlns:a16="http://schemas.microsoft.com/office/drawing/2014/main" id="{F589A8A0-9022-53C9-8DD1-CDED23EFDA2D}"/>
              </a:ext>
            </a:extLst>
          </p:cNvPr>
          <p:cNvSpPr/>
          <p:nvPr/>
        </p:nvSpPr>
        <p:spPr>
          <a:xfrm>
            <a:off x="5493288" y="5173021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=0.5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25">
            <a:extLst>
              <a:ext uri="{FF2B5EF4-FFF2-40B4-BE49-F238E27FC236}">
                <a16:creationId xmlns:a16="http://schemas.microsoft.com/office/drawing/2014/main" id="{096B1685-74DD-68A9-1DF8-8DA2B280ABD4}"/>
              </a:ext>
            </a:extLst>
          </p:cNvPr>
          <p:cNvSpPr/>
          <p:nvPr/>
        </p:nvSpPr>
        <p:spPr>
          <a:xfrm>
            <a:off x="8996363" y="3998913"/>
            <a:ext cx="2152056" cy="862030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 24">
            <a:extLst>
              <a:ext uri="{FF2B5EF4-FFF2-40B4-BE49-F238E27FC236}">
                <a16:creationId xmlns:a16="http://schemas.microsoft.com/office/drawing/2014/main" id="{A6689014-90B5-4978-21C7-68D225262E68}"/>
              </a:ext>
            </a:extLst>
          </p:cNvPr>
          <p:cNvSpPr/>
          <p:nvPr/>
        </p:nvSpPr>
        <p:spPr>
          <a:xfrm>
            <a:off x="507303" y="4961206"/>
            <a:ext cx="6950669" cy="1601417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 24">
            <a:extLst>
              <a:ext uri="{FF2B5EF4-FFF2-40B4-BE49-F238E27FC236}">
                <a16:creationId xmlns:a16="http://schemas.microsoft.com/office/drawing/2014/main" id="{75CDD829-B519-68EC-E81C-6BE7C9906887}"/>
              </a:ext>
            </a:extLst>
          </p:cNvPr>
          <p:cNvSpPr/>
          <p:nvPr/>
        </p:nvSpPr>
        <p:spPr>
          <a:xfrm>
            <a:off x="506875" y="2104382"/>
            <a:ext cx="6950669" cy="1451331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5">
            <a:extLst>
              <a:ext uri="{FF2B5EF4-FFF2-40B4-BE49-F238E27FC236}">
                <a16:creationId xmlns:a16="http://schemas.microsoft.com/office/drawing/2014/main" id="{E4479E75-044D-F472-BB6D-34C5BBEF03B6}"/>
              </a:ext>
            </a:extLst>
          </p:cNvPr>
          <p:cNvSpPr/>
          <p:nvPr/>
        </p:nvSpPr>
        <p:spPr>
          <a:xfrm>
            <a:off x="8996363" y="2348341"/>
            <a:ext cx="2152056" cy="862030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506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EE96-DD37-56BD-5457-24E7F9CE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9EFB479D-845A-63F1-DCD9-A66F3CB353EF}"/>
              </a:ext>
            </a:extLst>
          </p:cNvPr>
          <p:cNvSpPr/>
          <p:nvPr/>
        </p:nvSpPr>
        <p:spPr>
          <a:xfrm>
            <a:off x="844710" y="1400802"/>
            <a:ext cx="6085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Update the particle's speed and position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8">
            <a:extLst>
              <a:ext uri="{FF2B5EF4-FFF2-40B4-BE49-F238E27FC236}">
                <a16:creationId xmlns:a16="http://schemas.microsoft.com/office/drawing/2014/main" id="{B1CF52BA-EAF7-7D97-05A3-05B02E85AB8E}"/>
              </a:ext>
            </a:extLst>
          </p:cNvPr>
          <p:cNvSpPr/>
          <p:nvPr/>
        </p:nvSpPr>
        <p:spPr>
          <a:xfrm>
            <a:off x="6986415" y="1406644"/>
            <a:ext cx="2367956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=2,     =0.5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44">
            <a:extLst>
              <a:ext uri="{FF2B5EF4-FFF2-40B4-BE49-F238E27FC236}">
                <a16:creationId xmlns:a16="http://schemas.microsoft.com/office/drawing/2014/main" id="{D53BE5B1-B885-CF99-2A0B-F1ABCE5D6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691" y="1496528"/>
            <a:ext cx="294125" cy="27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86">
            <a:extLst>
              <a:ext uri="{FF2B5EF4-FFF2-40B4-BE49-F238E27FC236}">
                <a16:creationId xmlns:a16="http://schemas.microsoft.com/office/drawing/2014/main" id="{556D0812-CE20-E305-3F6C-7FF143A19870}"/>
              </a:ext>
            </a:extLst>
          </p:cNvPr>
          <p:cNvSpPr/>
          <p:nvPr/>
        </p:nvSpPr>
        <p:spPr>
          <a:xfrm>
            <a:off x="507304" y="2095123"/>
            <a:ext cx="6950670" cy="4467501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8">
                <a:extLst>
                  <a:ext uri="{FF2B5EF4-FFF2-40B4-BE49-F238E27FC236}">
                    <a16:creationId xmlns:a16="http://schemas.microsoft.com/office/drawing/2014/main" id="{472965DB-B06F-61F1-DA70-E0B952EC5E80}"/>
                  </a:ext>
                </a:extLst>
              </p:cNvPr>
              <p:cNvSpPr txBox="1"/>
              <p:nvPr/>
            </p:nvSpPr>
            <p:spPr bwMode="auto">
              <a:xfrm>
                <a:off x="520877" y="2140063"/>
                <a:ext cx="6621462" cy="1597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&amp;=0.5×1.5+0+2×0.4×(−4.3−9.5)=−10.29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=9.5−10.29=−</m:t>
                              </m:r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对象 8">
                <a:extLst>
                  <a:ext uri="{FF2B5EF4-FFF2-40B4-BE49-F238E27FC236}">
                    <a16:creationId xmlns:a16="http://schemas.microsoft.com/office/drawing/2014/main" id="{472965DB-B06F-61F1-DA70-E0B952EC5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2140063"/>
                <a:ext cx="6621462" cy="1597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9">
                <a:extLst>
                  <a:ext uri="{FF2B5EF4-FFF2-40B4-BE49-F238E27FC236}">
                    <a16:creationId xmlns:a16="http://schemas.microsoft.com/office/drawing/2014/main" id="{CE597321-6319-CC13-A901-063C5DA3DCC5}"/>
                  </a:ext>
                </a:extLst>
              </p:cNvPr>
              <p:cNvSpPr txBox="1"/>
              <p:nvPr/>
            </p:nvSpPr>
            <p:spPr bwMode="auto">
              <a:xfrm>
                <a:off x="520877" y="3555714"/>
                <a:ext cx="6841353" cy="1598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&amp;=0.5×(−1.5)+2×0.9×(−5−(−6.5))+0=1.95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=−6.5+1.95=−4.55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对象 9">
                <a:extLst>
                  <a:ext uri="{FF2B5EF4-FFF2-40B4-BE49-F238E27FC236}">
                    <a16:creationId xmlns:a16="http://schemas.microsoft.com/office/drawing/2014/main" id="{CE597321-6319-CC13-A901-063C5DA3D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3555714"/>
                <a:ext cx="6841353" cy="1598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A50B9C9C-8CA6-6BE4-CDBD-D1DC4BA0D162}"/>
                  </a:ext>
                </a:extLst>
              </p:cNvPr>
              <p:cNvSpPr txBox="1"/>
              <p:nvPr/>
            </p:nvSpPr>
            <p:spPr bwMode="auto">
              <a:xfrm>
                <a:off x="520877" y="4967049"/>
                <a:ext cx="6993621" cy="171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&amp;=0.5×(−2.7)+0+2×0.5×(−4.3−(−4.3))=−1.35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=−4.3−1.35=−</m:t>
                              </m:r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A50B9C9C-8CA6-6BE4-CDBD-D1DC4BA0D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4967049"/>
                <a:ext cx="6993621" cy="1717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12">
            <a:extLst>
              <a:ext uri="{FF2B5EF4-FFF2-40B4-BE49-F238E27FC236}">
                <a16:creationId xmlns:a16="http://schemas.microsoft.com/office/drawing/2014/main" id="{4EBF6D48-386A-6033-C1B2-4786E6EF19FE}"/>
              </a:ext>
            </a:extLst>
          </p:cNvPr>
          <p:cNvSpPr/>
          <p:nvPr/>
        </p:nvSpPr>
        <p:spPr>
          <a:xfrm>
            <a:off x="8996792" y="2340495"/>
            <a:ext cx="2152056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3">
                <a:extLst>
                  <a:ext uri="{FF2B5EF4-FFF2-40B4-BE49-F238E27FC236}">
                    <a16:creationId xmlns:a16="http://schemas.microsoft.com/office/drawing/2014/main" id="{0C3340EE-331C-3BFA-D805-98E5B33B1919}"/>
                  </a:ext>
                </a:extLst>
              </p:cNvPr>
              <p:cNvSpPr txBox="1"/>
              <p:nvPr/>
            </p:nvSpPr>
            <p:spPr bwMode="auto">
              <a:xfrm>
                <a:off x="8996363" y="2339975"/>
                <a:ext cx="2376692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=−10.29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对象 13">
                <a:extLst>
                  <a:ext uri="{FF2B5EF4-FFF2-40B4-BE49-F238E27FC236}">
                    <a16:creationId xmlns:a16="http://schemas.microsoft.com/office/drawing/2014/main" id="{0C3340EE-331C-3BFA-D805-98E5B33B1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6363" y="2339975"/>
                <a:ext cx="2376692" cy="801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4">
                <a:extLst>
                  <a:ext uri="{FF2B5EF4-FFF2-40B4-BE49-F238E27FC236}">
                    <a16:creationId xmlns:a16="http://schemas.microsoft.com/office/drawing/2014/main" id="{4C1990E0-60DA-AB82-29B7-C386503C31E1}"/>
                  </a:ext>
                </a:extLst>
              </p:cNvPr>
              <p:cNvSpPr txBox="1"/>
              <p:nvPr/>
            </p:nvSpPr>
            <p:spPr bwMode="auto">
              <a:xfrm>
                <a:off x="9048749" y="3197225"/>
                <a:ext cx="215205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=1.95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对象 14">
                <a:extLst>
                  <a:ext uri="{FF2B5EF4-FFF2-40B4-BE49-F238E27FC236}">
                    <a16:creationId xmlns:a16="http://schemas.microsoft.com/office/drawing/2014/main" id="{4C1990E0-60DA-AB82-29B7-C386503C3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48749" y="3197225"/>
                <a:ext cx="2152055" cy="801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5">
                <a:extLst>
                  <a:ext uri="{FF2B5EF4-FFF2-40B4-BE49-F238E27FC236}">
                    <a16:creationId xmlns:a16="http://schemas.microsoft.com/office/drawing/2014/main" id="{DC67109E-1BF2-E643-1CD7-9F5ABEE325BD}"/>
                  </a:ext>
                </a:extLst>
              </p:cNvPr>
              <p:cNvSpPr txBox="1"/>
              <p:nvPr/>
            </p:nvSpPr>
            <p:spPr bwMode="auto">
              <a:xfrm>
                <a:off x="9056688" y="4035425"/>
                <a:ext cx="215205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=−1.35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对象 15">
                <a:extLst>
                  <a:ext uri="{FF2B5EF4-FFF2-40B4-BE49-F238E27FC236}">
                    <a16:creationId xmlns:a16="http://schemas.microsoft.com/office/drawing/2014/main" id="{DC67109E-1BF2-E643-1CD7-9F5ABEE32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56688" y="4035425"/>
                <a:ext cx="2152055" cy="801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17">
            <a:extLst>
              <a:ext uri="{FF2B5EF4-FFF2-40B4-BE49-F238E27FC236}">
                <a16:creationId xmlns:a16="http://schemas.microsoft.com/office/drawing/2014/main" id="{248CA3AB-B3CB-A58E-D58B-7999C0D66D6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068685" y="3613021"/>
            <a:ext cx="304800" cy="541336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5" name="Text Box 45">
            <a:extLst>
              <a:ext uri="{FF2B5EF4-FFF2-40B4-BE49-F238E27FC236}">
                <a16:creationId xmlns:a16="http://schemas.microsoft.com/office/drawing/2014/main" id="{8DCBC484-7B46-561C-8C0F-C31CC0AF0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417" y="5102484"/>
            <a:ext cx="29319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third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6" name="矩形 20">
            <a:extLst>
              <a:ext uri="{FF2B5EF4-FFF2-40B4-BE49-F238E27FC236}">
                <a16:creationId xmlns:a16="http://schemas.microsoft.com/office/drawing/2014/main" id="{915360D0-AF7A-3ADA-1308-6A54AED2CAC5}"/>
              </a:ext>
            </a:extLst>
          </p:cNvPr>
          <p:cNvSpPr/>
          <p:nvPr/>
        </p:nvSpPr>
        <p:spPr>
          <a:xfrm>
            <a:off x="5234192" y="2260659"/>
            <a:ext cx="1425548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=0.4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22">
            <a:extLst>
              <a:ext uri="{FF2B5EF4-FFF2-40B4-BE49-F238E27FC236}">
                <a16:creationId xmlns:a16="http://schemas.microsoft.com/office/drawing/2014/main" id="{1CEF0CEA-3691-D807-DF34-C6ECA60DDDE0}"/>
              </a:ext>
            </a:extLst>
          </p:cNvPr>
          <p:cNvSpPr/>
          <p:nvPr/>
        </p:nvSpPr>
        <p:spPr>
          <a:xfrm>
            <a:off x="5360298" y="3758394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=0.9,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23">
            <a:extLst>
              <a:ext uri="{FF2B5EF4-FFF2-40B4-BE49-F238E27FC236}">
                <a16:creationId xmlns:a16="http://schemas.microsoft.com/office/drawing/2014/main" id="{3D33F59D-F30F-75AC-277B-4AA1FFDE21E1}"/>
              </a:ext>
            </a:extLst>
          </p:cNvPr>
          <p:cNvSpPr/>
          <p:nvPr/>
        </p:nvSpPr>
        <p:spPr>
          <a:xfrm>
            <a:off x="5493288" y="5173021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=0.5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4">
            <a:extLst>
              <a:ext uri="{FF2B5EF4-FFF2-40B4-BE49-F238E27FC236}">
                <a16:creationId xmlns:a16="http://schemas.microsoft.com/office/drawing/2014/main" id="{7BFDE9A9-694B-93CC-90E0-1193DEBA589A}"/>
              </a:ext>
            </a:extLst>
          </p:cNvPr>
          <p:cNvSpPr/>
          <p:nvPr/>
        </p:nvSpPr>
        <p:spPr>
          <a:xfrm>
            <a:off x="506875" y="2104382"/>
            <a:ext cx="6950669" cy="2856825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5">
            <a:extLst>
              <a:ext uri="{FF2B5EF4-FFF2-40B4-BE49-F238E27FC236}">
                <a16:creationId xmlns:a16="http://schemas.microsoft.com/office/drawing/2014/main" id="{02524343-E020-7824-2587-882FF20A0FD8}"/>
              </a:ext>
            </a:extLst>
          </p:cNvPr>
          <p:cNvSpPr/>
          <p:nvPr/>
        </p:nvSpPr>
        <p:spPr>
          <a:xfrm>
            <a:off x="8996363" y="2348340"/>
            <a:ext cx="2152056" cy="1710897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254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F225-0678-D80C-9522-B6561FF5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133286D1-E4F0-805C-FDB7-10B61E691389}"/>
              </a:ext>
            </a:extLst>
          </p:cNvPr>
          <p:cNvSpPr/>
          <p:nvPr/>
        </p:nvSpPr>
        <p:spPr>
          <a:xfrm>
            <a:off x="844710" y="1400802"/>
            <a:ext cx="6085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Update the particle's speed and position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8">
            <a:extLst>
              <a:ext uri="{FF2B5EF4-FFF2-40B4-BE49-F238E27FC236}">
                <a16:creationId xmlns:a16="http://schemas.microsoft.com/office/drawing/2014/main" id="{05E45FE5-32DE-2B6F-F836-3EDB75BB3DF7}"/>
              </a:ext>
            </a:extLst>
          </p:cNvPr>
          <p:cNvSpPr/>
          <p:nvPr/>
        </p:nvSpPr>
        <p:spPr>
          <a:xfrm>
            <a:off x="6986415" y="1406644"/>
            <a:ext cx="2367956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=2,     =0.5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44">
            <a:extLst>
              <a:ext uri="{FF2B5EF4-FFF2-40B4-BE49-F238E27FC236}">
                <a16:creationId xmlns:a16="http://schemas.microsoft.com/office/drawing/2014/main" id="{C2FD7472-310E-F27B-86AE-A87C066E5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691" y="1496528"/>
            <a:ext cx="294125" cy="27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86">
            <a:extLst>
              <a:ext uri="{FF2B5EF4-FFF2-40B4-BE49-F238E27FC236}">
                <a16:creationId xmlns:a16="http://schemas.microsoft.com/office/drawing/2014/main" id="{15E6FBC9-FEA7-372C-11FE-0B17E7E61424}"/>
              </a:ext>
            </a:extLst>
          </p:cNvPr>
          <p:cNvSpPr/>
          <p:nvPr/>
        </p:nvSpPr>
        <p:spPr>
          <a:xfrm>
            <a:off x="507304" y="2095123"/>
            <a:ext cx="6950670" cy="4467501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8">
                <a:extLst>
                  <a:ext uri="{FF2B5EF4-FFF2-40B4-BE49-F238E27FC236}">
                    <a16:creationId xmlns:a16="http://schemas.microsoft.com/office/drawing/2014/main" id="{96C8BB11-678E-FC52-612D-A41ECB69A5AA}"/>
                  </a:ext>
                </a:extLst>
              </p:cNvPr>
              <p:cNvSpPr txBox="1"/>
              <p:nvPr/>
            </p:nvSpPr>
            <p:spPr bwMode="auto">
              <a:xfrm>
                <a:off x="520877" y="2140063"/>
                <a:ext cx="6621462" cy="1597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&amp;=0.5×1.5+0+2×0.4×(−4.3−9.5)=−10.29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=9.5−10.29=−</m:t>
                              </m:r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对象 8">
                <a:extLst>
                  <a:ext uri="{FF2B5EF4-FFF2-40B4-BE49-F238E27FC236}">
                    <a16:creationId xmlns:a16="http://schemas.microsoft.com/office/drawing/2014/main" id="{96C8BB11-678E-FC52-612D-A41ECB69A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2140063"/>
                <a:ext cx="6621462" cy="1597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9">
                <a:extLst>
                  <a:ext uri="{FF2B5EF4-FFF2-40B4-BE49-F238E27FC236}">
                    <a16:creationId xmlns:a16="http://schemas.microsoft.com/office/drawing/2014/main" id="{F5DA8B2D-C10D-C2FD-AFAD-9DD5A87AB773}"/>
                  </a:ext>
                </a:extLst>
              </p:cNvPr>
              <p:cNvSpPr txBox="1"/>
              <p:nvPr/>
            </p:nvSpPr>
            <p:spPr bwMode="auto">
              <a:xfrm>
                <a:off x="520877" y="3555714"/>
                <a:ext cx="6841353" cy="1598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&amp;=0.5×(−1.5)+2×0.9×(−5−(−6.5))+0=1.95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=−6.5+1.95=−4.55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对象 9">
                <a:extLst>
                  <a:ext uri="{FF2B5EF4-FFF2-40B4-BE49-F238E27FC236}">
                    <a16:creationId xmlns:a16="http://schemas.microsoft.com/office/drawing/2014/main" id="{F5DA8B2D-C10D-C2FD-AFAD-9DD5A87AB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3555714"/>
                <a:ext cx="6841353" cy="1598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766E3618-EB4C-C1AE-9C93-899F173D09CA}"/>
                  </a:ext>
                </a:extLst>
              </p:cNvPr>
              <p:cNvSpPr txBox="1"/>
              <p:nvPr/>
            </p:nvSpPr>
            <p:spPr bwMode="auto">
              <a:xfrm>
                <a:off x="520877" y="4967049"/>
                <a:ext cx="6993621" cy="171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𝑝𝐵𝑒𝑠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𝑔𝐵𝑒𝑠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&amp;=0.5×(−2.7)+0+2×0.5×(−4.3−(−4.3))=−1.35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=−4.3−1.35=−</m:t>
                              </m:r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766E3618-EB4C-C1AE-9C93-899F173D0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77" y="4967049"/>
                <a:ext cx="6993621" cy="1717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12">
            <a:extLst>
              <a:ext uri="{FF2B5EF4-FFF2-40B4-BE49-F238E27FC236}">
                <a16:creationId xmlns:a16="http://schemas.microsoft.com/office/drawing/2014/main" id="{E9DBC596-8A3A-32EB-F5A8-1D30076C09FF}"/>
              </a:ext>
            </a:extLst>
          </p:cNvPr>
          <p:cNvSpPr/>
          <p:nvPr/>
        </p:nvSpPr>
        <p:spPr>
          <a:xfrm>
            <a:off x="8996792" y="2340495"/>
            <a:ext cx="2152056" cy="252044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3">
                <a:extLst>
                  <a:ext uri="{FF2B5EF4-FFF2-40B4-BE49-F238E27FC236}">
                    <a16:creationId xmlns:a16="http://schemas.microsoft.com/office/drawing/2014/main" id="{50FBF64B-A474-B5EC-E885-EC1BAF5527DC}"/>
                  </a:ext>
                </a:extLst>
              </p:cNvPr>
              <p:cNvSpPr txBox="1"/>
              <p:nvPr/>
            </p:nvSpPr>
            <p:spPr bwMode="auto">
              <a:xfrm>
                <a:off x="8996363" y="2339975"/>
                <a:ext cx="2376692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=−10.29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对象 13">
                <a:extLst>
                  <a:ext uri="{FF2B5EF4-FFF2-40B4-BE49-F238E27FC236}">
                    <a16:creationId xmlns:a16="http://schemas.microsoft.com/office/drawing/2014/main" id="{50FBF64B-A474-B5EC-E885-EC1BAF552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6363" y="2339975"/>
                <a:ext cx="2376692" cy="801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4">
                <a:extLst>
                  <a:ext uri="{FF2B5EF4-FFF2-40B4-BE49-F238E27FC236}">
                    <a16:creationId xmlns:a16="http://schemas.microsoft.com/office/drawing/2014/main" id="{A057EB16-EC9C-DAF5-644F-A2A482C4CABE}"/>
                  </a:ext>
                </a:extLst>
              </p:cNvPr>
              <p:cNvSpPr txBox="1"/>
              <p:nvPr/>
            </p:nvSpPr>
            <p:spPr bwMode="auto">
              <a:xfrm>
                <a:off x="9048749" y="3197225"/>
                <a:ext cx="215205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=1.95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对象 14">
                <a:extLst>
                  <a:ext uri="{FF2B5EF4-FFF2-40B4-BE49-F238E27FC236}">
                    <a16:creationId xmlns:a16="http://schemas.microsoft.com/office/drawing/2014/main" id="{A057EB16-EC9C-DAF5-644F-A2A482C4C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48749" y="3197225"/>
                <a:ext cx="2152055" cy="801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5">
                <a:extLst>
                  <a:ext uri="{FF2B5EF4-FFF2-40B4-BE49-F238E27FC236}">
                    <a16:creationId xmlns:a16="http://schemas.microsoft.com/office/drawing/2014/main" id="{EEBDCAC1-D17B-2EED-94ED-B1D916A417F1}"/>
                  </a:ext>
                </a:extLst>
              </p:cNvPr>
              <p:cNvSpPr txBox="1"/>
              <p:nvPr/>
            </p:nvSpPr>
            <p:spPr bwMode="auto">
              <a:xfrm>
                <a:off x="9056688" y="4035425"/>
                <a:ext cx="2152055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=−1.35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对象 15">
                <a:extLst>
                  <a:ext uri="{FF2B5EF4-FFF2-40B4-BE49-F238E27FC236}">
                    <a16:creationId xmlns:a16="http://schemas.microsoft.com/office/drawing/2014/main" id="{EEBDCAC1-D17B-2EED-94ED-B1D916A41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56688" y="4035425"/>
                <a:ext cx="2152055" cy="801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17">
            <a:extLst>
              <a:ext uri="{FF2B5EF4-FFF2-40B4-BE49-F238E27FC236}">
                <a16:creationId xmlns:a16="http://schemas.microsoft.com/office/drawing/2014/main" id="{7BC36B45-7DA6-1BDB-253F-B787D170595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068685" y="3613021"/>
            <a:ext cx="304800" cy="541336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5" name="Text Box 45">
            <a:extLst>
              <a:ext uri="{FF2B5EF4-FFF2-40B4-BE49-F238E27FC236}">
                <a16:creationId xmlns:a16="http://schemas.microsoft.com/office/drawing/2014/main" id="{7142CD38-3217-F8BB-92E0-1A7F27626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417" y="5102484"/>
            <a:ext cx="29319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third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6" name="矩形 20">
            <a:extLst>
              <a:ext uri="{FF2B5EF4-FFF2-40B4-BE49-F238E27FC236}">
                <a16:creationId xmlns:a16="http://schemas.microsoft.com/office/drawing/2014/main" id="{68FC5EA4-7F72-CD5F-9BED-616AD2B324DB}"/>
              </a:ext>
            </a:extLst>
          </p:cNvPr>
          <p:cNvSpPr/>
          <p:nvPr/>
        </p:nvSpPr>
        <p:spPr>
          <a:xfrm>
            <a:off x="5234192" y="2260659"/>
            <a:ext cx="1425548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=0.4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22">
            <a:extLst>
              <a:ext uri="{FF2B5EF4-FFF2-40B4-BE49-F238E27FC236}">
                <a16:creationId xmlns:a16="http://schemas.microsoft.com/office/drawing/2014/main" id="{00EDCEEC-FC0E-FA8D-B2B0-10C41C18925D}"/>
              </a:ext>
            </a:extLst>
          </p:cNvPr>
          <p:cNvSpPr/>
          <p:nvPr/>
        </p:nvSpPr>
        <p:spPr>
          <a:xfrm>
            <a:off x="5360298" y="3758394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=0.9,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23">
            <a:extLst>
              <a:ext uri="{FF2B5EF4-FFF2-40B4-BE49-F238E27FC236}">
                <a16:creationId xmlns:a16="http://schemas.microsoft.com/office/drawing/2014/main" id="{7EEDB07A-80AC-39B6-65BC-5DCFE395BE2F}"/>
              </a:ext>
            </a:extLst>
          </p:cNvPr>
          <p:cNvSpPr/>
          <p:nvPr/>
        </p:nvSpPr>
        <p:spPr>
          <a:xfrm>
            <a:off x="5493288" y="5173021"/>
            <a:ext cx="1354858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en-US" altLang="zh-CN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=0.5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876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1E5E-9F57-4639-10B1-8276A21E2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1796E43B-554B-1EA1-D0BF-14F9786C4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3" y="1862220"/>
            <a:ext cx="37350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third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10965F7A-FDCA-CD4C-2C60-4616CB36AB72}"/>
              </a:ext>
            </a:extLst>
          </p:cNvPr>
          <p:cNvGrpSpPr/>
          <p:nvPr/>
        </p:nvGrpSpPr>
        <p:grpSpPr>
          <a:xfrm>
            <a:off x="5938692" y="1857032"/>
            <a:ext cx="3297238" cy="485163"/>
            <a:chOff x="4988614" y="1234912"/>
            <a:chExt cx="3297238" cy="485163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B447BE13-DBE6-657E-8F1E-40812EE86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614" y="1258410"/>
              <a:ext cx="29002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 Update             , </a:t>
              </a:r>
              <a:endPara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14CA2273-4D6C-342A-9531-AE4B13AED8C2}"/>
                    </a:ext>
                  </a:extLst>
                </p:cNvPr>
                <p:cNvSpPr txBox="1"/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14CA2273-4D6C-342A-9531-AE4B13AED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7143" r="-27778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F6CD13D1-7A87-D6F1-3EA8-3AC8D9CEA181}"/>
                    </a:ext>
                  </a:extLst>
                </p:cNvPr>
                <p:cNvSpPr txBox="1"/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F6CD13D1-7A87-D6F1-3EA8-3AC8D9CEA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blipFill>
                  <a:blip r:embed="rId3"/>
                  <a:stretch>
                    <a:fillRect l="-7377" r="-34426" b="-390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矩形 86">
            <a:extLst>
              <a:ext uri="{FF2B5EF4-FFF2-40B4-BE49-F238E27FC236}">
                <a16:creationId xmlns:a16="http://schemas.microsoft.com/office/drawing/2014/main" id="{C6CC8B9E-FA6E-27D7-91E0-2A7C1307BED7}"/>
              </a:ext>
            </a:extLst>
          </p:cNvPr>
          <p:cNvSpPr/>
          <p:nvPr/>
        </p:nvSpPr>
        <p:spPr>
          <a:xfrm>
            <a:off x="5914477" y="2397936"/>
            <a:ext cx="4697504" cy="401105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对象 10">
                <a:extLst>
                  <a:ext uri="{FF2B5EF4-FFF2-40B4-BE49-F238E27FC236}">
                    <a16:creationId xmlns:a16="http://schemas.microsoft.com/office/drawing/2014/main" id="{338C35E5-A5D6-FAF7-A973-EFE7D41CD8AC}"/>
                  </a:ext>
                </a:extLst>
              </p:cNvPr>
              <p:cNvSpPr txBox="1"/>
              <p:nvPr/>
            </p:nvSpPr>
            <p:spPr bwMode="auto">
              <a:xfrm>
                <a:off x="6096000" y="2393630"/>
                <a:ext cx="3922713" cy="1285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−0.79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+1=0.62+1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=1.62&lt;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=−0.79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对象 10">
                <a:extLst>
                  <a:ext uri="{FF2B5EF4-FFF2-40B4-BE49-F238E27FC236}">
                    <a16:creationId xmlns:a16="http://schemas.microsoft.com/office/drawing/2014/main" id="{338C35E5-A5D6-FAF7-A973-EFE7D41CD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2393630"/>
                <a:ext cx="3922713" cy="1285875"/>
              </a:xfrm>
              <a:prstGeom prst="rect">
                <a:avLst/>
              </a:prstGeom>
              <a:blipFill>
                <a:blip r:embed="rId4"/>
                <a:stretch>
                  <a:fillRect l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11">
                <a:extLst>
                  <a:ext uri="{FF2B5EF4-FFF2-40B4-BE49-F238E27FC236}">
                    <a16:creationId xmlns:a16="http://schemas.microsoft.com/office/drawing/2014/main" id="{E45F21EA-CA87-7AF3-D915-CE3F3B834034}"/>
                  </a:ext>
                </a:extLst>
              </p:cNvPr>
              <p:cNvSpPr txBox="1"/>
              <p:nvPr/>
            </p:nvSpPr>
            <p:spPr bwMode="auto">
              <a:xfrm>
                <a:off x="5981700" y="3625530"/>
                <a:ext cx="4218535" cy="1284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−4.55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+1=20.70+1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=21.70&lt;26=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=−4.55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对象 11">
                <a:extLst>
                  <a:ext uri="{FF2B5EF4-FFF2-40B4-BE49-F238E27FC236}">
                    <a16:creationId xmlns:a16="http://schemas.microsoft.com/office/drawing/2014/main" id="{E45F21EA-CA87-7AF3-D915-CE3F3B834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625530"/>
                <a:ext cx="4218535" cy="1284288"/>
              </a:xfrm>
              <a:prstGeom prst="rect">
                <a:avLst/>
              </a:prstGeom>
              <a:blipFill>
                <a:blip r:embed="rId5"/>
                <a:stretch>
                  <a:fillRect l="-5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12">
                <a:extLst>
                  <a:ext uri="{FF2B5EF4-FFF2-40B4-BE49-F238E27FC236}">
                    <a16:creationId xmlns:a16="http://schemas.microsoft.com/office/drawing/2014/main" id="{F91CD21D-DB33-5D01-1069-996615E6A6CE}"/>
                  </a:ext>
                </a:extLst>
              </p:cNvPr>
              <p:cNvSpPr txBox="1"/>
              <p:nvPr/>
            </p:nvSpPr>
            <p:spPr bwMode="auto">
              <a:xfrm>
                <a:off x="5972176" y="5030468"/>
                <a:ext cx="4228059" cy="1246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=(−5.65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1=31.92+1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=32.92&gt;17.49=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对象 12">
                <a:extLst>
                  <a:ext uri="{FF2B5EF4-FFF2-40B4-BE49-F238E27FC236}">
                    <a16:creationId xmlns:a16="http://schemas.microsoft.com/office/drawing/2014/main" id="{F91CD21D-DB33-5D01-1069-996615E6A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2176" y="5030468"/>
                <a:ext cx="4228059" cy="1246187"/>
              </a:xfrm>
              <a:prstGeom prst="rect">
                <a:avLst/>
              </a:prstGeom>
              <a:blipFill>
                <a:blip r:embed="rId6"/>
                <a:stretch>
                  <a:fillRect l="-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40">
            <a:extLst>
              <a:ext uri="{FF2B5EF4-FFF2-40B4-BE49-F238E27FC236}">
                <a16:creationId xmlns:a16="http://schemas.microsoft.com/office/drawing/2014/main" id="{0A738181-F0A1-BF9E-AF13-A73BCAA87B57}"/>
              </a:ext>
            </a:extLst>
          </p:cNvPr>
          <p:cNvSpPr/>
          <p:nvPr/>
        </p:nvSpPr>
        <p:spPr>
          <a:xfrm>
            <a:off x="1422400" y="2895600"/>
            <a:ext cx="2621639" cy="264701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41">
                <a:extLst>
                  <a:ext uri="{FF2B5EF4-FFF2-40B4-BE49-F238E27FC236}">
                    <a16:creationId xmlns:a16="http://schemas.microsoft.com/office/drawing/2014/main" id="{654153E9-CBE4-858A-6309-D1B5D7A0CC5F}"/>
                  </a:ext>
                </a:extLst>
              </p:cNvPr>
              <p:cNvSpPr txBox="1"/>
              <p:nvPr/>
            </p:nvSpPr>
            <p:spPr bwMode="auto">
              <a:xfrm>
                <a:off x="1476710" y="2877817"/>
                <a:ext cx="229826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=−10.29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对象 41">
                <a:extLst>
                  <a:ext uri="{FF2B5EF4-FFF2-40B4-BE49-F238E27FC236}">
                    <a16:creationId xmlns:a16="http://schemas.microsoft.com/office/drawing/2014/main" id="{654153E9-CBE4-858A-6309-D1B5D7A0C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710" y="2877817"/>
                <a:ext cx="2298267" cy="801688"/>
              </a:xfrm>
              <a:prstGeom prst="rect">
                <a:avLst/>
              </a:prstGeom>
              <a:blipFill>
                <a:blip r:embed="rId7"/>
                <a:stretch>
                  <a:fillRect b="-37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42">
                <a:extLst>
                  <a:ext uri="{FF2B5EF4-FFF2-40B4-BE49-F238E27FC236}">
                    <a16:creationId xmlns:a16="http://schemas.microsoft.com/office/drawing/2014/main" id="{0B9DB45B-8F0B-33A8-EF63-4931EC4F2E24}"/>
                  </a:ext>
                </a:extLst>
              </p:cNvPr>
              <p:cNvSpPr txBox="1"/>
              <p:nvPr/>
            </p:nvSpPr>
            <p:spPr bwMode="auto">
              <a:xfrm>
                <a:off x="1522660" y="3827535"/>
                <a:ext cx="242111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=1.95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对象 42">
                <a:extLst>
                  <a:ext uri="{FF2B5EF4-FFF2-40B4-BE49-F238E27FC236}">
                    <a16:creationId xmlns:a16="http://schemas.microsoft.com/office/drawing/2014/main" id="{0B9DB45B-8F0B-33A8-EF63-4931EC4F2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2660" y="3827535"/>
                <a:ext cx="2421117" cy="801688"/>
              </a:xfrm>
              <a:prstGeom prst="rect">
                <a:avLst/>
              </a:prstGeom>
              <a:blipFill>
                <a:blip r:embed="rId8"/>
                <a:stretch>
                  <a:fillRect b="-4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44">
                <a:extLst>
                  <a:ext uri="{FF2B5EF4-FFF2-40B4-BE49-F238E27FC236}">
                    <a16:creationId xmlns:a16="http://schemas.microsoft.com/office/drawing/2014/main" id="{B1D9A58A-FE12-0DD8-267C-54CCFCB12140}"/>
                  </a:ext>
                </a:extLst>
              </p:cNvPr>
              <p:cNvSpPr txBox="1"/>
              <p:nvPr/>
            </p:nvSpPr>
            <p:spPr bwMode="auto">
              <a:xfrm>
                <a:off x="1522660" y="4709181"/>
                <a:ext cx="2329538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=−1.35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对象 44">
                <a:extLst>
                  <a:ext uri="{FF2B5EF4-FFF2-40B4-BE49-F238E27FC236}">
                    <a16:creationId xmlns:a16="http://schemas.microsoft.com/office/drawing/2014/main" id="{B1D9A58A-FE12-0DD8-267C-54CCFCB12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2660" y="4709181"/>
                <a:ext cx="2329538" cy="801688"/>
              </a:xfrm>
              <a:prstGeom prst="rect">
                <a:avLst/>
              </a:prstGeom>
              <a:blipFill>
                <a:blip r:embed="rId9"/>
                <a:stretch>
                  <a:fillRect b="-4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3">
            <a:extLst>
              <a:ext uri="{FF2B5EF4-FFF2-40B4-BE49-F238E27FC236}">
                <a16:creationId xmlns:a16="http://schemas.microsoft.com/office/drawing/2014/main" id="{B97D88BE-79C8-419C-A594-C11CE1CB1220}"/>
              </a:ext>
            </a:extLst>
          </p:cNvPr>
          <p:cNvSpPr/>
          <p:nvPr/>
        </p:nvSpPr>
        <p:spPr>
          <a:xfrm>
            <a:off x="5914470" y="3525436"/>
            <a:ext cx="4697504" cy="2883558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4">
            <a:extLst>
              <a:ext uri="{FF2B5EF4-FFF2-40B4-BE49-F238E27FC236}">
                <a16:creationId xmlns:a16="http://schemas.microsoft.com/office/drawing/2014/main" id="{4D9357A6-7457-0121-55CF-E11FBC6D5A30}"/>
              </a:ext>
            </a:extLst>
          </p:cNvPr>
          <p:cNvSpPr/>
          <p:nvPr/>
        </p:nvSpPr>
        <p:spPr>
          <a:xfrm>
            <a:off x="1422398" y="3827535"/>
            <a:ext cx="2621638" cy="1721014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AutoShape 17">
            <a:extLst>
              <a:ext uri="{FF2B5EF4-FFF2-40B4-BE49-F238E27FC236}">
                <a16:creationId xmlns:a16="http://schemas.microsoft.com/office/drawing/2014/main" id="{5A1965C7-52F7-A663-2845-4D97B9F3341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92698" y="3788145"/>
            <a:ext cx="304800" cy="880467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768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2B7B-BF48-CD9A-F889-7FFF1B24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6D6D1A94-6215-C556-9086-B4AC9B960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3" y="1862220"/>
            <a:ext cx="37350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third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6F2B23CF-719F-F539-7874-D188D5BA002E}"/>
              </a:ext>
            </a:extLst>
          </p:cNvPr>
          <p:cNvGrpSpPr/>
          <p:nvPr/>
        </p:nvGrpSpPr>
        <p:grpSpPr>
          <a:xfrm>
            <a:off x="5938692" y="1857032"/>
            <a:ext cx="3297238" cy="485163"/>
            <a:chOff x="4988614" y="1234912"/>
            <a:chExt cx="3297238" cy="485163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AC2B5486-C55C-45CE-D970-637329698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614" y="1258410"/>
              <a:ext cx="29002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 Update             , </a:t>
              </a:r>
              <a:endPara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715806E3-CFE1-78C6-EAA8-89D7F415DFD8}"/>
                    </a:ext>
                  </a:extLst>
                </p:cNvPr>
                <p:cNvSpPr txBox="1"/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715806E3-CFE1-78C6-EAA8-89D7F415D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7143" r="-27778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3C98442F-F2BC-07A2-5027-15FC1E8DD5C9}"/>
                    </a:ext>
                  </a:extLst>
                </p:cNvPr>
                <p:cNvSpPr txBox="1"/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3C98442F-F2BC-07A2-5027-15FC1E8DD5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blipFill>
                  <a:blip r:embed="rId3"/>
                  <a:stretch>
                    <a:fillRect l="-7377" r="-34426" b="-390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矩形 86">
            <a:extLst>
              <a:ext uri="{FF2B5EF4-FFF2-40B4-BE49-F238E27FC236}">
                <a16:creationId xmlns:a16="http://schemas.microsoft.com/office/drawing/2014/main" id="{9EEACBDF-027A-9E93-B62E-74DA68CAD358}"/>
              </a:ext>
            </a:extLst>
          </p:cNvPr>
          <p:cNvSpPr/>
          <p:nvPr/>
        </p:nvSpPr>
        <p:spPr>
          <a:xfrm>
            <a:off x="5914477" y="2397936"/>
            <a:ext cx="4697504" cy="401105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B24E0545-6C14-230E-B093-39F804DC97D1}"/>
                  </a:ext>
                </a:extLst>
              </p:cNvPr>
              <p:cNvSpPr txBox="1"/>
              <p:nvPr/>
            </p:nvSpPr>
            <p:spPr bwMode="auto">
              <a:xfrm>
                <a:off x="6096000" y="2393630"/>
                <a:ext cx="3922713" cy="1285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−0.79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+1=0.62+1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=1.62&lt;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=−0.79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B24E0545-6C14-230E-B093-39F804DC9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2393630"/>
                <a:ext cx="3922713" cy="1285875"/>
              </a:xfrm>
              <a:prstGeom prst="rect">
                <a:avLst/>
              </a:prstGeom>
              <a:blipFill>
                <a:blip r:embed="rId4"/>
                <a:stretch>
                  <a:fillRect l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对象 11">
                <a:extLst>
                  <a:ext uri="{FF2B5EF4-FFF2-40B4-BE49-F238E27FC236}">
                    <a16:creationId xmlns:a16="http://schemas.microsoft.com/office/drawing/2014/main" id="{24E6E8BF-75A7-BA93-14AB-E3F69A1643BA}"/>
                  </a:ext>
                </a:extLst>
              </p:cNvPr>
              <p:cNvSpPr txBox="1"/>
              <p:nvPr/>
            </p:nvSpPr>
            <p:spPr bwMode="auto">
              <a:xfrm>
                <a:off x="5981700" y="3625530"/>
                <a:ext cx="4218535" cy="1284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−4.55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+1=20.70+1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=21.70&lt;26=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=−4.55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对象 11">
                <a:extLst>
                  <a:ext uri="{FF2B5EF4-FFF2-40B4-BE49-F238E27FC236}">
                    <a16:creationId xmlns:a16="http://schemas.microsoft.com/office/drawing/2014/main" id="{24E6E8BF-75A7-BA93-14AB-E3F69A164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625530"/>
                <a:ext cx="4218535" cy="1284288"/>
              </a:xfrm>
              <a:prstGeom prst="rect">
                <a:avLst/>
              </a:prstGeom>
              <a:blipFill>
                <a:blip r:embed="rId5"/>
                <a:stretch>
                  <a:fillRect l="-5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2">
                <a:extLst>
                  <a:ext uri="{FF2B5EF4-FFF2-40B4-BE49-F238E27FC236}">
                    <a16:creationId xmlns:a16="http://schemas.microsoft.com/office/drawing/2014/main" id="{0207A4FC-DE52-03FB-F0D7-163BCC6B21B1}"/>
                  </a:ext>
                </a:extLst>
              </p:cNvPr>
              <p:cNvSpPr txBox="1"/>
              <p:nvPr/>
            </p:nvSpPr>
            <p:spPr bwMode="auto">
              <a:xfrm>
                <a:off x="5972176" y="5030468"/>
                <a:ext cx="4228059" cy="1246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=(−5.65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1=31.92+1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=32.92&gt;17.49=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对象 12">
                <a:extLst>
                  <a:ext uri="{FF2B5EF4-FFF2-40B4-BE49-F238E27FC236}">
                    <a16:creationId xmlns:a16="http://schemas.microsoft.com/office/drawing/2014/main" id="{0207A4FC-DE52-03FB-F0D7-163BCC6B2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2176" y="5030468"/>
                <a:ext cx="4228059" cy="1246187"/>
              </a:xfrm>
              <a:prstGeom prst="rect">
                <a:avLst/>
              </a:prstGeom>
              <a:blipFill>
                <a:blip r:embed="rId6"/>
                <a:stretch>
                  <a:fillRect l="-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40">
            <a:extLst>
              <a:ext uri="{FF2B5EF4-FFF2-40B4-BE49-F238E27FC236}">
                <a16:creationId xmlns:a16="http://schemas.microsoft.com/office/drawing/2014/main" id="{BDCEBEF8-0880-DAEC-EAAE-CE0141AFEF81}"/>
              </a:ext>
            </a:extLst>
          </p:cNvPr>
          <p:cNvSpPr/>
          <p:nvPr/>
        </p:nvSpPr>
        <p:spPr>
          <a:xfrm>
            <a:off x="1422400" y="2895600"/>
            <a:ext cx="2621639" cy="264701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41">
                <a:extLst>
                  <a:ext uri="{FF2B5EF4-FFF2-40B4-BE49-F238E27FC236}">
                    <a16:creationId xmlns:a16="http://schemas.microsoft.com/office/drawing/2014/main" id="{CA73D107-3822-F490-23ED-6309770C0679}"/>
                  </a:ext>
                </a:extLst>
              </p:cNvPr>
              <p:cNvSpPr txBox="1"/>
              <p:nvPr/>
            </p:nvSpPr>
            <p:spPr bwMode="auto">
              <a:xfrm>
                <a:off x="1476710" y="2877817"/>
                <a:ext cx="229826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=−10.29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对象 41">
                <a:extLst>
                  <a:ext uri="{FF2B5EF4-FFF2-40B4-BE49-F238E27FC236}">
                    <a16:creationId xmlns:a16="http://schemas.microsoft.com/office/drawing/2014/main" id="{CA73D107-3822-F490-23ED-6309770C0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710" y="2877817"/>
                <a:ext cx="2298267" cy="801688"/>
              </a:xfrm>
              <a:prstGeom prst="rect">
                <a:avLst/>
              </a:prstGeom>
              <a:blipFill>
                <a:blip r:embed="rId7"/>
                <a:stretch>
                  <a:fillRect b="-37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42">
                <a:extLst>
                  <a:ext uri="{FF2B5EF4-FFF2-40B4-BE49-F238E27FC236}">
                    <a16:creationId xmlns:a16="http://schemas.microsoft.com/office/drawing/2014/main" id="{028BB0A3-E80E-01BB-3F48-69DFD32D6E2B}"/>
                  </a:ext>
                </a:extLst>
              </p:cNvPr>
              <p:cNvSpPr txBox="1"/>
              <p:nvPr/>
            </p:nvSpPr>
            <p:spPr bwMode="auto">
              <a:xfrm>
                <a:off x="1522660" y="3827535"/>
                <a:ext cx="242111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=1.95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对象 42">
                <a:extLst>
                  <a:ext uri="{FF2B5EF4-FFF2-40B4-BE49-F238E27FC236}">
                    <a16:creationId xmlns:a16="http://schemas.microsoft.com/office/drawing/2014/main" id="{028BB0A3-E80E-01BB-3F48-69DFD32D6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2660" y="3827535"/>
                <a:ext cx="2421117" cy="801688"/>
              </a:xfrm>
              <a:prstGeom prst="rect">
                <a:avLst/>
              </a:prstGeom>
              <a:blipFill>
                <a:blip r:embed="rId8"/>
                <a:stretch>
                  <a:fillRect b="-4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44">
                <a:extLst>
                  <a:ext uri="{FF2B5EF4-FFF2-40B4-BE49-F238E27FC236}">
                    <a16:creationId xmlns:a16="http://schemas.microsoft.com/office/drawing/2014/main" id="{FDAAA955-98FA-EA84-844A-67D1B96B06D0}"/>
                  </a:ext>
                </a:extLst>
              </p:cNvPr>
              <p:cNvSpPr txBox="1"/>
              <p:nvPr/>
            </p:nvSpPr>
            <p:spPr bwMode="auto">
              <a:xfrm>
                <a:off x="1522660" y="4709181"/>
                <a:ext cx="2329538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=−1.35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对象 44">
                <a:extLst>
                  <a:ext uri="{FF2B5EF4-FFF2-40B4-BE49-F238E27FC236}">
                    <a16:creationId xmlns:a16="http://schemas.microsoft.com/office/drawing/2014/main" id="{FDAAA955-98FA-EA84-844A-67D1B96B0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2660" y="4709181"/>
                <a:ext cx="2329538" cy="801688"/>
              </a:xfrm>
              <a:prstGeom prst="rect">
                <a:avLst/>
              </a:prstGeom>
              <a:blipFill>
                <a:blip r:embed="rId9"/>
                <a:stretch>
                  <a:fillRect b="-4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23">
            <a:extLst>
              <a:ext uri="{FF2B5EF4-FFF2-40B4-BE49-F238E27FC236}">
                <a16:creationId xmlns:a16="http://schemas.microsoft.com/office/drawing/2014/main" id="{DFBFB1FC-5CB4-AE35-9648-CF8F5A2F9EBA}"/>
              </a:ext>
            </a:extLst>
          </p:cNvPr>
          <p:cNvSpPr/>
          <p:nvPr/>
        </p:nvSpPr>
        <p:spPr>
          <a:xfrm>
            <a:off x="5914470" y="4907098"/>
            <a:ext cx="4697504" cy="1501895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 24">
            <a:extLst>
              <a:ext uri="{FF2B5EF4-FFF2-40B4-BE49-F238E27FC236}">
                <a16:creationId xmlns:a16="http://schemas.microsoft.com/office/drawing/2014/main" id="{7F7C9709-B7AF-222E-98EF-6B0816D0BBB6}"/>
              </a:ext>
            </a:extLst>
          </p:cNvPr>
          <p:cNvSpPr/>
          <p:nvPr/>
        </p:nvSpPr>
        <p:spPr>
          <a:xfrm>
            <a:off x="1422398" y="4709181"/>
            <a:ext cx="2621638" cy="839368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853D0BBA-AA91-C4E8-26BD-F95D2027DDF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92698" y="3788145"/>
            <a:ext cx="304800" cy="880467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" name="矩形 24">
            <a:extLst>
              <a:ext uri="{FF2B5EF4-FFF2-40B4-BE49-F238E27FC236}">
                <a16:creationId xmlns:a16="http://schemas.microsoft.com/office/drawing/2014/main" id="{7AD78B29-696D-6955-59F1-C84539CDDED4}"/>
              </a:ext>
            </a:extLst>
          </p:cNvPr>
          <p:cNvSpPr/>
          <p:nvPr/>
        </p:nvSpPr>
        <p:spPr>
          <a:xfrm>
            <a:off x="1422398" y="2880116"/>
            <a:ext cx="2621638" cy="839368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 23">
            <a:extLst>
              <a:ext uri="{FF2B5EF4-FFF2-40B4-BE49-F238E27FC236}">
                <a16:creationId xmlns:a16="http://schemas.microsoft.com/office/drawing/2014/main" id="{10AC5EFA-E094-D4BD-35C7-C7B4E97DCFFD}"/>
              </a:ext>
            </a:extLst>
          </p:cNvPr>
          <p:cNvSpPr/>
          <p:nvPr/>
        </p:nvSpPr>
        <p:spPr>
          <a:xfrm>
            <a:off x="5907323" y="2404401"/>
            <a:ext cx="4697504" cy="1165388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656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594B-4164-9101-D34E-2D50F672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302160E9-4C9F-1FA6-F913-8515BE8A1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3" y="1862220"/>
            <a:ext cx="37350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third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445F1159-135E-FAF2-8FF5-F76BF9C96124}"/>
              </a:ext>
            </a:extLst>
          </p:cNvPr>
          <p:cNvGrpSpPr/>
          <p:nvPr/>
        </p:nvGrpSpPr>
        <p:grpSpPr>
          <a:xfrm>
            <a:off x="5938692" y="1857032"/>
            <a:ext cx="3297238" cy="485163"/>
            <a:chOff x="4988614" y="1234912"/>
            <a:chExt cx="3297238" cy="485163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26081BA0-0BEC-B2D8-D44D-1EEB394C9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614" y="1258410"/>
              <a:ext cx="29002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 Update             , </a:t>
              </a:r>
              <a:endPara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674780BD-203F-7D0A-DE63-BB3CE0F71F7C}"/>
                    </a:ext>
                  </a:extLst>
                </p:cNvPr>
                <p:cNvSpPr txBox="1"/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674780BD-203F-7D0A-DE63-BB3CE0F71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7143" r="-27778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87B3047F-6A7E-3DBD-D424-C0AFD551A4D1}"/>
                    </a:ext>
                  </a:extLst>
                </p:cNvPr>
                <p:cNvSpPr txBox="1"/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87B3047F-6A7E-3DBD-D424-C0AFD551A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blipFill>
                  <a:blip r:embed="rId3"/>
                  <a:stretch>
                    <a:fillRect l="-7377" r="-34426" b="-390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矩形 86">
            <a:extLst>
              <a:ext uri="{FF2B5EF4-FFF2-40B4-BE49-F238E27FC236}">
                <a16:creationId xmlns:a16="http://schemas.microsoft.com/office/drawing/2014/main" id="{83592AE4-3484-22AC-854F-22F8737C988D}"/>
              </a:ext>
            </a:extLst>
          </p:cNvPr>
          <p:cNvSpPr/>
          <p:nvPr/>
        </p:nvSpPr>
        <p:spPr>
          <a:xfrm>
            <a:off x="5914477" y="2397936"/>
            <a:ext cx="4697504" cy="401105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8923885E-67CF-A0A4-679C-FB80C1132FE3}"/>
                  </a:ext>
                </a:extLst>
              </p:cNvPr>
              <p:cNvSpPr txBox="1"/>
              <p:nvPr/>
            </p:nvSpPr>
            <p:spPr bwMode="auto">
              <a:xfrm>
                <a:off x="6096000" y="2393630"/>
                <a:ext cx="3922713" cy="1285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−0.79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+1=0.62+1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=1.62&lt;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=−0.79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8923885E-67CF-A0A4-679C-FB80C1132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2393630"/>
                <a:ext cx="3922713" cy="1285875"/>
              </a:xfrm>
              <a:prstGeom prst="rect">
                <a:avLst/>
              </a:prstGeom>
              <a:blipFill>
                <a:blip r:embed="rId4"/>
                <a:stretch>
                  <a:fillRect l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11">
                <a:extLst>
                  <a:ext uri="{FF2B5EF4-FFF2-40B4-BE49-F238E27FC236}">
                    <a16:creationId xmlns:a16="http://schemas.microsoft.com/office/drawing/2014/main" id="{3D57B825-676C-6714-C207-0C5088F156B2}"/>
                  </a:ext>
                </a:extLst>
              </p:cNvPr>
              <p:cNvSpPr txBox="1"/>
              <p:nvPr/>
            </p:nvSpPr>
            <p:spPr bwMode="auto">
              <a:xfrm>
                <a:off x="5981700" y="3625530"/>
                <a:ext cx="4218535" cy="1284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−4.55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+1=20.70+1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=21.70&lt;26=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=−4.55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对象 11">
                <a:extLst>
                  <a:ext uri="{FF2B5EF4-FFF2-40B4-BE49-F238E27FC236}">
                    <a16:creationId xmlns:a16="http://schemas.microsoft.com/office/drawing/2014/main" id="{3D57B825-676C-6714-C207-0C5088F15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625530"/>
                <a:ext cx="4218535" cy="1284288"/>
              </a:xfrm>
              <a:prstGeom prst="rect">
                <a:avLst/>
              </a:prstGeom>
              <a:blipFill>
                <a:blip r:embed="rId5"/>
                <a:stretch>
                  <a:fillRect l="-5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对象 12">
                <a:extLst>
                  <a:ext uri="{FF2B5EF4-FFF2-40B4-BE49-F238E27FC236}">
                    <a16:creationId xmlns:a16="http://schemas.microsoft.com/office/drawing/2014/main" id="{6247894B-8B39-D9EA-872C-66206C2312BE}"/>
                  </a:ext>
                </a:extLst>
              </p:cNvPr>
              <p:cNvSpPr txBox="1"/>
              <p:nvPr/>
            </p:nvSpPr>
            <p:spPr bwMode="auto">
              <a:xfrm>
                <a:off x="5972176" y="5030468"/>
                <a:ext cx="4228059" cy="1246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=(−5.65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1=31.92+1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=32.92&gt;17.49=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对象 12">
                <a:extLst>
                  <a:ext uri="{FF2B5EF4-FFF2-40B4-BE49-F238E27FC236}">
                    <a16:creationId xmlns:a16="http://schemas.microsoft.com/office/drawing/2014/main" id="{6247894B-8B39-D9EA-872C-66206C231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2176" y="5030468"/>
                <a:ext cx="4228059" cy="1246187"/>
              </a:xfrm>
              <a:prstGeom prst="rect">
                <a:avLst/>
              </a:prstGeom>
              <a:blipFill>
                <a:blip r:embed="rId6"/>
                <a:stretch>
                  <a:fillRect l="-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40">
            <a:extLst>
              <a:ext uri="{FF2B5EF4-FFF2-40B4-BE49-F238E27FC236}">
                <a16:creationId xmlns:a16="http://schemas.microsoft.com/office/drawing/2014/main" id="{927F1A3A-09BE-A0C3-6B5C-44E523B3D294}"/>
              </a:ext>
            </a:extLst>
          </p:cNvPr>
          <p:cNvSpPr/>
          <p:nvPr/>
        </p:nvSpPr>
        <p:spPr>
          <a:xfrm>
            <a:off x="1422400" y="2895600"/>
            <a:ext cx="2621639" cy="264701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41">
                <a:extLst>
                  <a:ext uri="{FF2B5EF4-FFF2-40B4-BE49-F238E27FC236}">
                    <a16:creationId xmlns:a16="http://schemas.microsoft.com/office/drawing/2014/main" id="{C75CF157-13B2-30E1-89F7-4686D352E549}"/>
                  </a:ext>
                </a:extLst>
              </p:cNvPr>
              <p:cNvSpPr txBox="1"/>
              <p:nvPr/>
            </p:nvSpPr>
            <p:spPr bwMode="auto">
              <a:xfrm>
                <a:off x="1476710" y="2877817"/>
                <a:ext cx="229826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=−10.29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对象 41">
                <a:extLst>
                  <a:ext uri="{FF2B5EF4-FFF2-40B4-BE49-F238E27FC236}">
                    <a16:creationId xmlns:a16="http://schemas.microsoft.com/office/drawing/2014/main" id="{C75CF157-13B2-30E1-89F7-4686D352E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710" y="2877817"/>
                <a:ext cx="2298267" cy="801688"/>
              </a:xfrm>
              <a:prstGeom prst="rect">
                <a:avLst/>
              </a:prstGeom>
              <a:blipFill>
                <a:blip r:embed="rId7"/>
                <a:stretch>
                  <a:fillRect b="-37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42">
                <a:extLst>
                  <a:ext uri="{FF2B5EF4-FFF2-40B4-BE49-F238E27FC236}">
                    <a16:creationId xmlns:a16="http://schemas.microsoft.com/office/drawing/2014/main" id="{95DE69D4-C5E7-07EE-48B5-D7DF03225F98}"/>
                  </a:ext>
                </a:extLst>
              </p:cNvPr>
              <p:cNvSpPr txBox="1"/>
              <p:nvPr/>
            </p:nvSpPr>
            <p:spPr bwMode="auto">
              <a:xfrm>
                <a:off x="1522660" y="3827535"/>
                <a:ext cx="242111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=1.95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对象 42">
                <a:extLst>
                  <a:ext uri="{FF2B5EF4-FFF2-40B4-BE49-F238E27FC236}">
                    <a16:creationId xmlns:a16="http://schemas.microsoft.com/office/drawing/2014/main" id="{95DE69D4-C5E7-07EE-48B5-D7DF03225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2660" y="3827535"/>
                <a:ext cx="2421117" cy="801688"/>
              </a:xfrm>
              <a:prstGeom prst="rect">
                <a:avLst/>
              </a:prstGeom>
              <a:blipFill>
                <a:blip r:embed="rId8"/>
                <a:stretch>
                  <a:fillRect b="-4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44">
                <a:extLst>
                  <a:ext uri="{FF2B5EF4-FFF2-40B4-BE49-F238E27FC236}">
                    <a16:creationId xmlns:a16="http://schemas.microsoft.com/office/drawing/2014/main" id="{6E695689-EA61-D8D6-D4EA-6CEF380E8003}"/>
                  </a:ext>
                </a:extLst>
              </p:cNvPr>
              <p:cNvSpPr txBox="1"/>
              <p:nvPr/>
            </p:nvSpPr>
            <p:spPr bwMode="auto">
              <a:xfrm>
                <a:off x="1522660" y="4709181"/>
                <a:ext cx="2329538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=−1.35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对象 44">
                <a:extLst>
                  <a:ext uri="{FF2B5EF4-FFF2-40B4-BE49-F238E27FC236}">
                    <a16:creationId xmlns:a16="http://schemas.microsoft.com/office/drawing/2014/main" id="{6E695689-EA61-D8D6-D4EA-6CEF380E8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2660" y="4709181"/>
                <a:ext cx="2329538" cy="801688"/>
              </a:xfrm>
              <a:prstGeom prst="rect">
                <a:avLst/>
              </a:prstGeom>
              <a:blipFill>
                <a:blip r:embed="rId9"/>
                <a:stretch>
                  <a:fillRect b="-4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utoShape 17">
            <a:extLst>
              <a:ext uri="{FF2B5EF4-FFF2-40B4-BE49-F238E27FC236}">
                <a16:creationId xmlns:a16="http://schemas.microsoft.com/office/drawing/2014/main" id="{BC1E0B52-0680-7E04-4A33-7444B84BD65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92698" y="3788145"/>
            <a:ext cx="304800" cy="880467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" name="矩形 24">
            <a:extLst>
              <a:ext uri="{FF2B5EF4-FFF2-40B4-BE49-F238E27FC236}">
                <a16:creationId xmlns:a16="http://schemas.microsoft.com/office/drawing/2014/main" id="{9454A793-E268-22B5-E8A8-DC61405E32FA}"/>
              </a:ext>
            </a:extLst>
          </p:cNvPr>
          <p:cNvSpPr/>
          <p:nvPr/>
        </p:nvSpPr>
        <p:spPr>
          <a:xfrm>
            <a:off x="1422398" y="2880115"/>
            <a:ext cx="2621638" cy="1829065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 23">
            <a:extLst>
              <a:ext uri="{FF2B5EF4-FFF2-40B4-BE49-F238E27FC236}">
                <a16:creationId xmlns:a16="http://schemas.microsoft.com/office/drawing/2014/main" id="{FE35D58B-036E-B2EE-0A46-273342ACBF1B}"/>
              </a:ext>
            </a:extLst>
          </p:cNvPr>
          <p:cNvSpPr/>
          <p:nvPr/>
        </p:nvSpPr>
        <p:spPr>
          <a:xfrm>
            <a:off x="5907323" y="2404401"/>
            <a:ext cx="4697504" cy="2493728"/>
          </a:xfrm>
          <a:prstGeom prst="rect">
            <a:avLst/>
          </a:prstGeom>
          <a:solidFill>
            <a:sysClr val="windowText" lastClr="000000">
              <a:lumMod val="50000"/>
              <a:lumOff val="50000"/>
              <a:alpha val="60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038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A80BC-932F-C6E4-99CA-45EEB422E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97DD8D17-0CA5-AE74-1D38-732108129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3" y="1862220"/>
            <a:ext cx="37350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CA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of the third iteration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CA" altLang="zh-CN" sz="24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" name="组合 48">
            <a:extLst>
              <a:ext uri="{FF2B5EF4-FFF2-40B4-BE49-F238E27FC236}">
                <a16:creationId xmlns:a16="http://schemas.microsoft.com/office/drawing/2014/main" id="{A2667909-76F6-D9B8-09BA-FE7223F2049A}"/>
              </a:ext>
            </a:extLst>
          </p:cNvPr>
          <p:cNvGrpSpPr/>
          <p:nvPr/>
        </p:nvGrpSpPr>
        <p:grpSpPr>
          <a:xfrm>
            <a:off x="5938692" y="1857032"/>
            <a:ext cx="3297238" cy="485163"/>
            <a:chOff x="4988614" y="1234912"/>
            <a:chExt cx="3297238" cy="485163"/>
          </a:xfrm>
        </p:grpSpPr>
        <p:sp>
          <p:nvSpPr>
            <p:cNvPr id="5" name="Text Box 45">
              <a:extLst>
                <a:ext uri="{FF2B5EF4-FFF2-40B4-BE49-F238E27FC236}">
                  <a16:creationId xmlns:a16="http://schemas.microsoft.com/office/drawing/2014/main" id="{468DBFF2-BDA0-22AE-0697-1F24E7D64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614" y="1258410"/>
              <a:ext cx="29002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  Update             , </a:t>
              </a:r>
              <a:endParaRPr lang="en-CA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DA0263D5-5579-064F-F43C-4590BEB66994}"/>
                    </a:ext>
                  </a:extLst>
                </p:cNvPr>
                <p:cNvSpPr txBox="1"/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𝑝𝑏𝑒𝑠𝑡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对象 26">
                  <a:extLst>
                    <a:ext uri="{FF2B5EF4-FFF2-40B4-BE49-F238E27FC236}">
                      <a16:creationId xmlns:a16="http://schemas.microsoft.com/office/drawing/2014/main" id="{DA0263D5-5579-064F-F43C-4590BEB669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6439" y="1258724"/>
                  <a:ext cx="768350" cy="396875"/>
                </a:xfrm>
                <a:prstGeom prst="rect">
                  <a:avLst/>
                </a:prstGeom>
                <a:blipFill>
                  <a:blip r:embed="rId2"/>
                  <a:stretch>
                    <a:fillRect l="-7143" r="-27778" b="-3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8829C8CD-5F35-9E3D-DAA6-A187EFDD1C22}"/>
                    </a:ext>
                  </a:extLst>
                </p:cNvPr>
                <p:cNvSpPr txBox="1"/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𝑔𝑏𝑒𝑠𝑡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" name="对象 43">
                  <a:extLst>
                    <a:ext uri="{FF2B5EF4-FFF2-40B4-BE49-F238E27FC236}">
                      <a16:creationId xmlns:a16="http://schemas.microsoft.com/office/drawing/2014/main" id="{8829C8CD-5F35-9E3D-DAA6-A187EFDD1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41314" y="1234912"/>
                  <a:ext cx="744538" cy="395287"/>
                </a:xfrm>
                <a:prstGeom prst="rect">
                  <a:avLst/>
                </a:prstGeom>
                <a:blipFill>
                  <a:blip r:embed="rId3"/>
                  <a:stretch>
                    <a:fillRect l="-7377" r="-34426" b="-390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矩形 86">
            <a:extLst>
              <a:ext uri="{FF2B5EF4-FFF2-40B4-BE49-F238E27FC236}">
                <a16:creationId xmlns:a16="http://schemas.microsoft.com/office/drawing/2014/main" id="{8EED204F-F86C-4800-A144-6CAB8C34D5C4}"/>
              </a:ext>
            </a:extLst>
          </p:cNvPr>
          <p:cNvSpPr/>
          <p:nvPr/>
        </p:nvSpPr>
        <p:spPr>
          <a:xfrm>
            <a:off x="5914476" y="2397936"/>
            <a:ext cx="5591723" cy="4011058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A97012F9-4123-93BC-1960-3844A71AC277}"/>
                  </a:ext>
                </a:extLst>
              </p:cNvPr>
              <p:cNvSpPr txBox="1"/>
              <p:nvPr/>
            </p:nvSpPr>
            <p:spPr bwMode="auto">
              <a:xfrm>
                <a:off x="6096000" y="2393630"/>
                <a:ext cx="3922713" cy="1285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−0.79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+1=0.62+1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=1.62&lt;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=−0.79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对象 10">
                <a:extLst>
                  <a:ext uri="{FF2B5EF4-FFF2-40B4-BE49-F238E27FC236}">
                    <a16:creationId xmlns:a16="http://schemas.microsoft.com/office/drawing/2014/main" id="{A97012F9-4123-93BC-1960-3844A71AC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2393630"/>
                <a:ext cx="3922713" cy="1285875"/>
              </a:xfrm>
              <a:prstGeom prst="rect">
                <a:avLst/>
              </a:prstGeom>
              <a:blipFill>
                <a:blip r:embed="rId4"/>
                <a:stretch>
                  <a:fillRect l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对象 11">
                <a:extLst>
                  <a:ext uri="{FF2B5EF4-FFF2-40B4-BE49-F238E27FC236}">
                    <a16:creationId xmlns:a16="http://schemas.microsoft.com/office/drawing/2014/main" id="{4B4A65DD-4AFB-1AD8-1FAB-C6224CB38A3D}"/>
                  </a:ext>
                </a:extLst>
              </p:cNvPr>
              <p:cNvSpPr txBox="1"/>
              <p:nvPr/>
            </p:nvSpPr>
            <p:spPr bwMode="auto">
              <a:xfrm>
                <a:off x="5981700" y="3625530"/>
                <a:ext cx="4218535" cy="1284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−4.55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+1=20.70+1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=21.70&lt;26=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=−4.55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对象 11">
                <a:extLst>
                  <a:ext uri="{FF2B5EF4-FFF2-40B4-BE49-F238E27FC236}">
                    <a16:creationId xmlns:a16="http://schemas.microsoft.com/office/drawing/2014/main" id="{4B4A65DD-4AFB-1AD8-1FAB-C6224CB38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625530"/>
                <a:ext cx="4218535" cy="1284288"/>
              </a:xfrm>
              <a:prstGeom prst="rect">
                <a:avLst/>
              </a:prstGeom>
              <a:blipFill>
                <a:blip r:embed="rId5"/>
                <a:stretch>
                  <a:fillRect l="-5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对象 12">
                <a:extLst>
                  <a:ext uri="{FF2B5EF4-FFF2-40B4-BE49-F238E27FC236}">
                    <a16:creationId xmlns:a16="http://schemas.microsoft.com/office/drawing/2014/main" id="{984571B6-D872-BE95-5E10-B3C121F00A2C}"/>
                  </a:ext>
                </a:extLst>
              </p:cNvPr>
              <p:cNvSpPr txBox="1"/>
              <p:nvPr/>
            </p:nvSpPr>
            <p:spPr bwMode="auto">
              <a:xfrm>
                <a:off x="5972176" y="5030468"/>
                <a:ext cx="4228059" cy="1246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=(−5.65</m:t>
                      </m:r>
                      <m:sSup>
                        <m:s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1=31.92+1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=32.92&gt;17.49=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=−4.3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对象 12">
                <a:extLst>
                  <a:ext uri="{FF2B5EF4-FFF2-40B4-BE49-F238E27FC236}">
                    <a16:creationId xmlns:a16="http://schemas.microsoft.com/office/drawing/2014/main" id="{984571B6-D872-BE95-5E10-B3C121F00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2176" y="5030468"/>
                <a:ext cx="4228059" cy="1246187"/>
              </a:xfrm>
              <a:prstGeom prst="rect">
                <a:avLst/>
              </a:prstGeom>
              <a:blipFill>
                <a:blip r:embed="rId6"/>
                <a:stretch>
                  <a:fillRect l="-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40">
            <a:extLst>
              <a:ext uri="{FF2B5EF4-FFF2-40B4-BE49-F238E27FC236}">
                <a16:creationId xmlns:a16="http://schemas.microsoft.com/office/drawing/2014/main" id="{C0B7BF13-F5DD-4E64-734A-2DF0A4AE9E82}"/>
              </a:ext>
            </a:extLst>
          </p:cNvPr>
          <p:cNvSpPr/>
          <p:nvPr/>
        </p:nvSpPr>
        <p:spPr>
          <a:xfrm>
            <a:off x="1422400" y="2895600"/>
            <a:ext cx="2621639" cy="264701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41">
                <a:extLst>
                  <a:ext uri="{FF2B5EF4-FFF2-40B4-BE49-F238E27FC236}">
                    <a16:creationId xmlns:a16="http://schemas.microsoft.com/office/drawing/2014/main" id="{2E790B1F-99F0-3B4E-8664-384AD6CB80A7}"/>
                  </a:ext>
                </a:extLst>
              </p:cNvPr>
              <p:cNvSpPr txBox="1"/>
              <p:nvPr/>
            </p:nvSpPr>
            <p:spPr bwMode="auto">
              <a:xfrm>
                <a:off x="1476710" y="2877817"/>
                <a:ext cx="229826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=−10.29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=−0.79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对象 41">
                <a:extLst>
                  <a:ext uri="{FF2B5EF4-FFF2-40B4-BE49-F238E27FC236}">
                    <a16:creationId xmlns:a16="http://schemas.microsoft.com/office/drawing/2014/main" id="{2E790B1F-99F0-3B4E-8664-384AD6CB8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710" y="2877817"/>
                <a:ext cx="2298267" cy="801688"/>
              </a:xfrm>
              <a:prstGeom prst="rect">
                <a:avLst/>
              </a:prstGeom>
              <a:blipFill>
                <a:blip r:embed="rId7"/>
                <a:stretch>
                  <a:fillRect b="-37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42">
                <a:extLst>
                  <a:ext uri="{FF2B5EF4-FFF2-40B4-BE49-F238E27FC236}">
                    <a16:creationId xmlns:a16="http://schemas.microsoft.com/office/drawing/2014/main" id="{7DA34B06-A15E-F7C1-B02C-B6785FE3F4E8}"/>
                  </a:ext>
                </a:extLst>
              </p:cNvPr>
              <p:cNvSpPr txBox="1"/>
              <p:nvPr/>
            </p:nvSpPr>
            <p:spPr bwMode="auto">
              <a:xfrm>
                <a:off x="1522660" y="3827535"/>
                <a:ext cx="2421117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=1.95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=−4.55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对象 42">
                <a:extLst>
                  <a:ext uri="{FF2B5EF4-FFF2-40B4-BE49-F238E27FC236}">
                    <a16:creationId xmlns:a16="http://schemas.microsoft.com/office/drawing/2014/main" id="{7DA34B06-A15E-F7C1-B02C-B6785FE3F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2660" y="3827535"/>
                <a:ext cx="2421117" cy="801688"/>
              </a:xfrm>
              <a:prstGeom prst="rect">
                <a:avLst/>
              </a:prstGeom>
              <a:blipFill>
                <a:blip r:embed="rId8"/>
                <a:stretch>
                  <a:fillRect b="-4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44">
                <a:extLst>
                  <a:ext uri="{FF2B5EF4-FFF2-40B4-BE49-F238E27FC236}">
                    <a16:creationId xmlns:a16="http://schemas.microsoft.com/office/drawing/2014/main" id="{1723A195-6E6C-F4C0-D648-A3622726A3FB}"/>
                  </a:ext>
                </a:extLst>
              </p:cNvPr>
              <p:cNvSpPr txBox="1"/>
              <p:nvPr/>
            </p:nvSpPr>
            <p:spPr bwMode="auto">
              <a:xfrm>
                <a:off x="1522660" y="4709181"/>
                <a:ext cx="2329538" cy="801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=−1.35</m:t>
                              </m:r>
                            </m:e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对象 44">
                <a:extLst>
                  <a:ext uri="{FF2B5EF4-FFF2-40B4-BE49-F238E27FC236}">
                    <a16:creationId xmlns:a16="http://schemas.microsoft.com/office/drawing/2014/main" id="{1723A195-6E6C-F4C0-D648-A3622726A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2660" y="4709181"/>
                <a:ext cx="2329538" cy="801688"/>
              </a:xfrm>
              <a:prstGeom prst="rect">
                <a:avLst/>
              </a:prstGeom>
              <a:blipFill>
                <a:blip r:embed="rId9"/>
                <a:stretch>
                  <a:fillRect b="-4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17">
            <a:extLst>
              <a:ext uri="{FF2B5EF4-FFF2-40B4-BE49-F238E27FC236}">
                <a16:creationId xmlns:a16="http://schemas.microsoft.com/office/drawing/2014/main" id="{CFF03444-D29F-0CC5-C871-4B2A1375228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92698" y="3788145"/>
            <a:ext cx="304800" cy="880467"/>
          </a:xfrm>
          <a:prstGeom prst="downArrow">
            <a:avLst>
              <a:gd name="adj1" fmla="val 50000"/>
              <a:gd name="adj2" fmla="val 48958"/>
            </a:avLst>
          </a:pr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21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" name="矩形 30">
            <a:extLst>
              <a:ext uri="{FF2B5EF4-FFF2-40B4-BE49-F238E27FC236}">
                <a16:creationId xmlns:a16="http://schemas.microsoft.com/office/drawing/2014/main" id="{4179517C-64AB-4FDC-27AA-0C22F2BE8F94}"/>
              </a:ext>
            </a:extLst>
          </p:cNvPr>
          <p:cNvSpPr/>
          <p:nvPr/>
        </p:nvSpPr>
        <p:spPr>
          <a:xfrm>
            <a:off x="5981699" y="2395231"/>
            <a:ext cx="3922713" cy="4050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32">
            <a:extLst>
              <a:ext uri="{FF2B5EF4-FFF2-40B4-BE49-F238E27FC236}">
                <a16:creationId xmlns:a16="http://schemas.microsoft.com/office/drawing/2014/main" id="{B82086D2-0EF8-5EF0-E68A-81DE424A3A6F}"/>
              </a:ext>
            </a:extLst>
          </p:cNvPr>
          <p:cNvSpPr/>
          <p:nvPr/>
        </p:nvSpPr>
        <p:spPr>
          <a:xfrm>
            <a:off x="9819293" y="3139666"/>
            <a:ext cx="23790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best fitness value in the population of the third iteration 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接箭头连接符 31">
            <a:extLst>
              <a:ext uri="{FF2B5EF4-FFF2-40B4-BE49-F238E27FC236}">
                <a16:creationId xmlns:a16="http://schemas.microsoft.com/office/drawing/2014/main" id="{8026A8CB-3CA4-CCC8-B712-D6BB469E05EA}"/>
              </a:ext>
            </a:extLst>
          </p:cNvPr>
          <p:cNvCxnSpPr>
            <a:cxnSpLocks/>
          </p:cNvCxnSpPr>
          <p:nvPr/>
        </p:nvCxnSpPr>
        <p:spPr>
          <a:xfrm flipH="1" flipV="1">
            <a:off x="10085936" y="2729753"/>
            <a:ext cx="546434" cy="349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13">
                <a:extLst>
                  <a:ext uri="{FF2B5EF4-FFF2-40B4-BE49-F238E27FC236}">
                    <a16:creationId xmlns:a16="http://schemas.microsoft.com/office/drawing/2014/main" id="{3DFF9405-1F4C-8799-A4EF-28484882908A}"/>
                  </a:ext>
                </a:extLst>
              </p:cNvPr>
              <p:cNvSpPr txBox="1"/>
              <p:nvPr/>
            </p:nvSpPr>
            <p:spPr bwMode="auto">
              <a:xfrm>
                <a:off x="7616825" y="6026150"/>
                <a:ext cx="2493963" cy="382588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gBes</m:t>
                      </m:r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pBes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=−0.79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对象 13">
                <a:extLst>
                  <a:ext uri="{FF2B5EF4-FFF2-40B4-BE49-F238E27FC236}">
                    <a16:creationId xmlns:a16="http://schemas.microsoft.com/office/drawing/2014/main" id="{3DFF9405-1F4C-8799-A4EF-284848829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16825" y="6026150"/>
                <a:ext cx="2493963" cy="3825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4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A59C-2B8A-CE8C-33E8-1F39D606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3" name="表格 33">
            <a:extLst>
              <a:ext uri="{FF2B5EF4-FFF2-40B4-BE49-F238E27FC236}">
                <a16:creationId xmlns:a16="http://schemas.microsoft.com/office/drawing/2014/main" id="{08B93F01-0396-A004-7A93-FD393BC55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87508"/>
              </p:ext>
            </p:extLst>
          </p:nvPr>
        </p:nvGraphicFramePr>
        <p:xfrm>
          <a:off x="750109" y="2136756"/>
          <a:ext cx="10833100" cy="401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6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7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4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3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5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95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519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42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300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7551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Iteration </a:t>
                      </a:r>
                      <a:endParaRPr kumimoji="0" lang="en-CA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The first iteration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The second iteration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The third iteration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Particles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CA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Solutions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-4.3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-0.79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-4.55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-5.65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i="1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pBest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kumimoji="0" lang="en-CA" altLang="zh-CN" sz="24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-4.3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-0.79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-4.55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-4.3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gBest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kumimoji="0" lang="en-CA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-4.3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CA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-0.79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17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 function value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kumimoji="0" lang="en-CA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91.25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43.25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19.49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1.62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21.70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32.92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514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A6B29-600A-CCD9-0A00-2943D98B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PSO solve an opt. problem? </a:t>
            </a:r>
            <a:br>
              <a:rPr lang="en-GB" dirty="0"/>
            </a:b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D0F8F-CAA3-F145-7C04-281076D8B19E}"/>
              </a:ext>
            </a:extLst>
          </p:cNvPr>
          <p:cNvSpPr txBox="1"/>
          <p:nvPr/>
        </p:nvSpPr>
        <p:spPr>
          <a:xfrm>
            <a:off x="677716" y="2917736"/>
            <a:ext cx="103585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the termination conditions do not meet, continue the iterations;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Otherwise, output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gBest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end the program.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866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7E5911F6-71C4-4A0D-9B80-56A00BC052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759B26-5420-4B31-8E27-074D82DD0A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78819B-4C9B-4C6F-AE4E-F5B8A24C6BF4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1997</TotalTime>
  <Words>1624</Words>
  <Application>Microsoft Office PowerPoint</Application>
  <PresentationFormat>Widescreen</PresentationFormat>
  <Paragraphs>742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宋体</vt:lpstr>
      <vt:lpstr>Arial</vt:lpstr>
      <vt:lpstr>Calibri</vt:lpstr>
      <vt:lpstr>Cambria Math</vt:lpstr>
      <vt:lpstr>Tahoma</vt:lpstr>
      <vt:lpstr>Times New Roman</vt:lpstr>
      <vt:lpstr>Wingdings</vt:lpstr>
      <vt:lpstr>Office Theme</vt:lpstr>
      <vt:lpstr>Particle Swarm Optimization: Workflow Demonstration</vt:lpstr>
      <vt:lpstr>PSO flow diagram </vt:lpstr>
      <vt:lpstr>Standard PSO operators</vt:lpstr>
      <vt:lpstr>Example function</vt:lpstr>
      <vt:lpstr>How does PSO solve an opt. problem?  </vt:lpstr>
      <vt:lpstr>How does PSO solve an opt. problem?  </vt:lpstr>
      <vt:lpstr>How does PSO solve an opt. problem?  </vt:lpstr>
      <vt:lpstr>How does PSO solve an opt. problem?  </vt:lpstr>
      <vt:lpstr>PSO flow diagram </vt:lpstr>
      <vt:lpstr>How does PSO solve an opt. problem?  </vt:lpstr>
      <vt:lpstr>How does PSO solve an opt. problem?  </vt:lpstr>
      <vt:lpstr>How does PSO solve an opt. problem?  </vt:lpstr>
      <vt:lpstr>How does PSO solve an opt. problem?  </vt:lpstr>
      <vt:lpstr>PSO flow diagram </vt:lpstr>
      <vt:lpstr>How does PSO solve an opt. problem?  </vt:lpstr>
      <vt:lpstr>How does PSO solve an opt. problem?  </vt:lpstr>
      <vt:lpstr>How does PSO solve an opt. problem?  </vt:lpstr>
      <vt:lpstr>How does PSO solve an opt. problem?  </vt:lpstr>
      <vt:lpstr>PSO flow diagram </vt:lpstr>
      <vt:lpstr>How does PSO solve an opt. problem?  </vt:lpstr>
      <vt:lpstr>How does PSO solve an opt. problem?  </vt:lpstr>
      <vt:lpstr>How does PSO solve an opt. problem? </vt:lpstr>
      <vt:lpstr>How does PSO solve an opt. problem?  </vt:lpstr>
      <vt:lpstr>How does PSO solve an opt. problem?  </vt:lpstr>
      <vt:lpstr>How does PSO solve an opt. problem?  </vt:lpstr>
      <vt:lpstr>How does PSO solve an opt. problem?  </vt:lpstr>
      <vt:lpstr>How does PSO solve an opt. problem?  </vt:lpstr>
      <vt:lpstr>How does PSO solve an opt. problem?  </vt:lpstr>
      <vt:lpstr>How does PSO solve an opt. problem? 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93</cp:revision>
  <dcterms:created xsi:type="dcterms:W3CDTF">2021-01-06T14:22:07Z</dcterms:created>
  <dcterms:modified xsi:type="dcterms:W3CDTF">2024-07-05T09:47:15Z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